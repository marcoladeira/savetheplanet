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0:00–0:20 · 11.2%
ON SCREEN: Slide 1. Wait two seconds on the number before speaking.
SAY (38 words):
In the first half of this year, Ireland's grid operator turned away eleven point two percent of the country's wind and solar power. The wind was blowing, the sun was out, and the grid just couldn't take it.
CAPTION: EirGrid: 11.2% of Ireland's wind and solar power was dispatched down in the first half of 2026.
EVIDENCE: E1 in docs/demo/evidence-ledger.md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0:20–0:45 · One real day
ON SCREEN: Slide 2. Point at the midday block, then at where it stops, by the evening peak.
SAY (56 words):
Here's one real day, Sunday the tenth of May. Nearly seven thousand megawatt-hours of wind and solar, turned away. That's the energy for about three hundred and forty-five thousand EV charges. And look at the timing. It runs right through the middle of the day and stops at half five, just as the evening peak begins.
CAPTION: 10 May 2026: 6,917 MWh of wind and solar curtailed in Ireland, from about 08:00 to 17:30.
EVIDENCE: E2 in docs/demo/evidence-ledger.md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0:45–1:05 · Why not just charge cars with it?
ON SCREEN: Slide 3.
SAY (51 words):
So why not just charge cars with it? Because four things have to line up. There has to be surplus in the next half-hour. The site has to be able to take it. It has to be cheaper than ordinary smart charging. And someone has to decide who gets the saving.
CAPTION: Four checks: surplus soon, the site can take it, cheaper than smart charging, the saving shared.
EVIDENCE: E3 in docs/demo/evidence-ledger.md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1:05–1:25 · The dashboard
ON SCREEN: Slide 4 with recording 1 (Dashboard, 20 s): the forecast, the EV plan and the battery level. If the battery shows FULL, point at the 'surplus to ESB hydrogen plants' line.
SAY (44 words):
SaveThePlanet makes those four checks every half-hour. This is our dashboard, replaying a real half-hour: the forecast, which cars get charged, and the grid battery filling up. Once the battery is full, the surplus goes towards ESB's hydrogen plants instead of being turned away.
CAPTION: Every half-hour: the forecast, the cars, the battery. A full battery sends its surplus towards hydrogen (simulated).
EVIDENCE: E3, E4, E18 in docs/demo/evidence-ledger.md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1:25–1:45 · January through the model
ON SCREEN: Slide 5. Point at 11 January, then at the evening columns.
SAY (49 words):
The forecast comes from the GridToEv model. Each square here is one half-hour of January, as the model saw it thirty minutes ahead. The darker the square, the more power it expected to be turned away. There's no timetable to it, which is why it has to be predicted.
CAPTION: Real GridToEv predictions for 1,434 half-hours of January 2026, made 30 minutes ahead.
EVIDENCE: E5 in docs/demo/evidence-ledger.md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1:45–2:25 · Forecast against reality
ON SCREEN: Slide 6 with recording 2 (Forecast page, 35 s): one replay day, the forecast beside EirGrid's recorded curtailment; hover one hit and one miss.
SAY (58 words):
Here's one of those days in the app. The forecast, made half an hour before each slot, sits next to what EirGrid actually recorded, so you can see where it was right and where it missed. This is history being replayed, not live control of the grid, and no decision ever uses information from after its own time.
CAPTION: The forecast next to EirGrid's recorded curtailment. A historical replay, with no hindsight.
EVIDENCE: E4, E6 in docs/demo/evidence-ledger.md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2:25–3:05 · What the site can take
ON SCREEN: Slide 7 with recording 3 (Battery page, then EV page: "Cars that can charge through the day", 35 s), same day as recording 2.
SAY (67 words):
Next, the physics. The EV page plans a simulated fleet: eighteen cars across a depot and a car park, ten chargers, and a power limit at each site. Every car has its own arrival time, deadline and charge it needs. A forecast only matters if the plan fits inside all of that. This one shows which half-hours to charge in, and it never goes over a limit.
CAPTION: 18 simulated cars, 10 chargers, a power limit at each site: the plan stays inside all of them.
EVIDENCE: E7, E8 in docs/demo/evidence-ledger.md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3:05–3:45 · Better than smart charging
ON SCREEN: Slide 8. Point at the green bar last.
SAY (74 words):
Is the AI worth it? For evening drivers, our example public hub stores surplus overnight in a battery. It's hypothetical; we haven't built it. That stored power reaches the charger for about twenty cents a kilowatt-hour, all costs in. In the evening peak, smart charging pays thirty-four cents, or twenty-six if surplus is already on the grid. In the morning it can use sixteen-cent night power, so we don't make an offer at all.
CAPTION: Stored surplus ≈ €0.20/kWh all-in, against smart charging at €0.34 or €0.26 in the evening. Mornings: €0.16, no offer.
EVIDENCE: E9, E10, E11 in docs/demo/evidence-ledger.md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3:45–4:05 · Booking
ON SCREEN: Slide 9 with recording 4 (EV page, SaveThePlanet Rewards, 20 s): Join free (demo), an evening with an offer, 20 kWh, Reserve, the split line.
SAY (32 words):
For a driver it's two taps: join for free, pick an evening window, reserve. The price is fixed before they arrive, and anyone can still charge at the normal price without joining.
CAPTION: Join free, pick a window, reserve. Charging at the normal price stays open to everyone.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4:05–4:50 · Who earns
ON SCREEN: Slide 10. The bar first, then the three monthly numbers, left to right.
SAY (90 words):
In the evening we save between six and fourteen cents a kilowatt-hour. Call it ten. On a twenty kilowatt-hour charge that's two euro of extra saving. The driver gets one euro off, the operator keeps fifty cents, and we keep fifty cents. That's revenue, not profit. Over a month of four hundred charges, drivers save four hundred euro. After paying its own costs the operator makes a hundred euro, and we make forty. The operator breaks even at two hundred charges a month, and we break even at three hundred.
CAPTION: A €2.00 saving per charge: €1.00 driver, €0.50 operator, €0.50 SaveThePlanet. 400 charges a month: €400, +€100, +€40.
EVIDENCE: E12, E13 in docs/demo/evidence-ledger.md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4:50–5:30 · CO₂
ON SCREEN: Slide 11.
SAY (83 words):
For the climate, those four hundred charges put eight thousand kilowatt-hours of stored surplus into cars. About fifteen percent is lost in the battery, and we count that loss. Power bought on a forecast that turned out wrong is treated as ordinary grid power and never offered. At a quarter of a kilo of CO₂ for each kilowatt-hour of grid power it replaces, that's about two tonnes a month from one site. It's an estimate, and we show exactly how we got it.
CAPTION: 8,000 kWh into cars from about 9,450 kWh stored. About 2 t CO₂ a month per site (estimate).
EVIDENCE: E14, E15 in docs/demo/evidence-ledger.md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5:30–6:10 · Growing with EVs
ON SCREEN: Slide 12. Read the green part of each bar from top to bottom, then point at the violet.
SAY (75 words):
And our business grows as the EV market grows. In this replayed week, today's EVs could use about thirty percent of the spare power we can reach. As more depots, workplaces and public chargers join, that rises to nearly sixty, then over eighty percent. What cars can't use fills the battery, and once it's full, the surplus goes towards ESB's hydrogen plants instead of being wasted. We'd start with one Irish site, then repeat it.
CAPTION: As EVs grow they take 29%, then 59%, then 84% of the reachable surplus; once the battery is full, the rest goes towards hydrogen. Simulated, no ESB agreement.
EVIDENCE: E16, E18, E19, E20 in docs/demo/evidence-ledger.md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6:10–6:40 · Proof
ON SCREEN: Slide 13.
SAY (53 words):
Under the hood, EirGrid's data feeds the GridToEv model, a site check and a settlement ledger that works in whole cents. Four hundred and seventy-five automated tests run on every change. The splits and profits you've just seen come straight from that code, and replaying the same day always gives the same answer.
CAPTION: EirGrid data, GridToEv forecast, site check, settlement ledger, app. 475 tests on every change.
EVIDENCE: E17 in docs/demo/evidence-ledger.md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6:40–7:00 · Close
ON SCREEN: Slide 14. Finish by 6:55.
SAY (35 words):
Ireland is turning clean power away. SaveThePlanet turns it into cheaper charging for drivers, new income for charging operators, and surplus for hydrogen. Next, we want one operator to pilot it with us. Thank you.
CAPTION: SaveThePlanet: cheaper EV charging, and surplus for hydrogen, from power Ireland would otherwise turn away.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22960" y="566928"/>
            <a:ext cx="3657600" cy="274320"/>
          </a:xfrm>
          <a:prstGeom prst="rect">
            <a:avLst/>
          </a:prstGeom>
          <a:noFill/>
          <a:ln/>
        </p:spPr>
        <p:txBody>
          <a:bodyPr wrap="square" lIns="0" tIns="0" rIns="0" bIns="0" rtlCol="0" anchor="t"/>
          <a:lstStyle/>
          <a:p>
            <a:pPr indent="0" marL="0">
              <a:buNone/>
            </a:pPr>
            <a:r>
              <a:rPr lang="en-US" sz="1400" b="1" dirty="0">
                <a:solidFill>
                  <a:srgbClr val="17201C"/>
                </a:solidFill>
                <a:latin typeface="Arial" pitchFamily="34" charset="0"/>
                <a:ea typeface="Arial" pitchFamily="34" charset="-122"/>
                <a:cs typeface="Arial" pitchFamily="34" charset="-120"/>
              </a:rPr>
              <a:t>SaveThePlanet</a:t>
            </a:r>
            <a:endParaRPr lang="en-US" sz="1400" dirty="0"/>
          </a:p>
        </p:txBody>
      </p:sp>
      <p:sp>
        <p:nvSpPr>
          <p:cNvPr id="3" name="Text 1"/>
          <p:cNvSpPr txBox="1"/>
          <p:nvPr/>
        </p:nvSpPr>
        <p:spPr>
          <a:xfrm>
            <a:off x="749808" y="1143000"/>
            <a:ext cx="8229600" cy="2651760"/>
          </a:xfrm>
          <a:prstGeom prst="rect">
            <a:avLst/>
          </a:prstGeom>
          <a:noFill/>
          <a:ln/>
        </p:spPr>
        <p:txBody>
          <a:bodyPr wrap="square" lIns="0" tIns="0" rIns="0" bIns="0" rtlCol="0" anchor="t"/>
          <a:lstStyle/>
          <a:p>
            <a:pPr indent="0" marL="0">
              <a:buNone/>
            </a:pPr>
            <a:r>
              <a:rPr lang="en-US" sz="20000" b="1" dirty="0">
                <a:solidFill>
                  <a:srgbClr val="17201C"/>
                </a:solidFill>
                <a:latin typeface="Arial" pitchFamily="34" charset="0"/>
                <a:ea typeface="Arial" pitchFamily="34" charset="-122"/>
                <a:cs typeface="Arial" pitchFamily="34" charset="-120"/>
              </a:rPr>
              <a:t>11.2%</a:t>
            </a:r>
            <a:endParaRPr lang="en-US" sz="20000" dirty="0"/>
          </a:p>
        </p:txBody>
      </p:sp>
      <p:sp>
        <p:nvSpPr>
          <p:cNvPr id="4" name="Text 2"/>
          <p:cNvSpPr txBox="1"/>
          <p:nvPr/>
        </p:nvSpPr>
        <p:spPr>
          <a:xfrm>
            <a:off x="822960" y="4023360"/>
            <a:ext cx="8778240" cy="914400"/>
          </a:xfrm>
          <a:prstGeom prst="rect">
            <a:avLst/>
          </a:prstGeom>
          <a:noFill/>
          <a:ln/>
        </p:spPr>
        <p:txBody>
          <a:bodyPr wrap="square" lIns="0" tIns="0" rIns="0" bIns="0" rtlCol="0" anchor="t"/>
          <a:lstStyle/>
          <a:p>
            <a:pPr indent="0" marL="0">
              <a:buNone/>
            </a:pPr>
            <a:r>
              <a:rPr lang="en-US" sz="2800" dirty="0">
                <a:solidFill>
                  <a:srgbClr val="17201C"/>
                </a:solidFill>
                <a:latin typeface="Arial" pitchFamily="34" charset="0"/>
                <a:ea typeface="Arial" pitchFamily="34" charset="-122"/>
                <a:cs typeface="Arial" pitchFamily="34" charset="-120"/>
              </a:rPr>
              <a:t>of Ireland’s wind and solar power was turned away in the first half of 2026.</a:t>
            </a:r>
            <a:endParaRPr lang="en-US" sz="2800" dirty="0"/>
          </a:p>
        </p:txBody>
      </p:sp>
      <p:sp>
        <p:nvSpPr>
          <p:cNvPr id="5" name="Shape 3"/>
          <p:cNvSpPr/>
          <p:nvPr/>
        </p:nvSpPr>
        <p:spPr>
          <a:xfrm>
            <a:off x="822960" y="5257800"/>
            <a:ext cx="10545775" cy="128016"/>
          </a:xfrm>
          <a:prstGeom prst="rect">
            <a:avLst/>
          </a:prstGeom>
          <a:solidFill>
            <a:srgbClr val="F1F4F2"/>
          </a:solidFill>
          <a:ln w="12700">
            <a:solidFill>
              <a:srgbClr val="F1F4F2"/>
            </a:solidFill>
            <a:prstDash val="solid"/>
          </a:ln>
        </p:spPr>
      </p:sp>
      <p:sp>
        <p:nvSpPr>
          <p:cNvPr id="6" name="Shape 4"/>
          <p:cNvSpPr/>
          <p:nvPr/>
        </p:nvSpPr>
        <p:spPr>
          <a:xfrm>
            <a:off x="822960" y="5257800"/>
            <a:ext cx="1181127" cy="128016"/>
          </a:xfrm>
          <a:prstGeom prst="rect">
            <a:avLst/>
          </a:prstGeom>
          <a:solidFill>
            <a:srgbClr val="0E8A62"/>
          </a:solidFill>
          <a:ln w="12700">
            <a:solidFill>
              <a:srgbClr val="0E8A62"/>
            </a:solidFill>
            <a:prstDash val="solid"/>
          </a:ln>
        </p:spPr>
      </p:sp>
      <p:sp>
        <p:nvSpPr>
          <p:cNvPr id="7" name="Text 5"/>
          <p:cNvSpPr txBox="1"/>
          <p:nvPr/>
        </p:nvSpPr>
        <p:spPr>
          <a:xfrm>
            <a:off x="822960" y="6144768"/>
            <a:ext cx="10545775" cy="228600"/>
          </a:xfrm>
          <a:prstGeom prst="rect">
            <a:avLst/>
          </a:prstGeom>
          <a:noFill/>
          <a:ln/>
        </p:spPr>
        <p:txBody>
          <a:bodyPr wrap="square" lIns="0" tIns="0" rIns="0" bIns="0" rtlCol="0" anchor="t"/>
          <a:lstStyle/>
          <a:p>
            <a:pPr indent="0" marL="0">
              <a:buNone/>
            </a:pPr>
            <a:r>
              <a:rPr lang="en-US" sz="1000" dirty="0">
                <a:solidFill>
                  <a:srgbClr val="8D9792"/>
                </a:solidFill>
                <a:latin typeface="Arial" pitchFamily="34" charset="0"/>
                <a:ea typeface="Arial" pitchFamily="34" charset="-122"/>
                <a:cs typeface="Arial" pitchFamily="34" charset="-120"/>
              </a:rPr>
              <a:t>Source: EirGrid statement on renewable integration and dispatch-down, 28 July 2026 (“dispatched down”, January to June).</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22960" y="658368"/>
            <a:ext cx="10545775" cy="1097280"/>
          </a:xfrm>
          <a:prstGeom prst="rect">
            <a:avLst/>
          </a:prstGeom>
          <a:noFill/>
          <a:ln/>
        </p:spPr>
        <p:txBody>
          <a:bodyPr wrap="square" lIns="0" tIns="0" rIns="0" bIns="0" rtlCol="0" anchor="t"/>
          <a:lstStyle/>
          <a:p>
            <a:pPr indent="0" marL="0">
              <a:buNone/>
            </a:pPr>
            <a:r>
              <a:rPr lang="en-US" sz="3400" dirty="0">
                <a:solidFill>
                  <a:srgbClr val="17201C"/>
                </a:solidFill>
                <a:latin typeface="Arial" pitchFamily="34" charset="0"/>
                <a:ea typeface="Arial" pitchFamily="34" charset="-122"/>
                <a:cs typeface="Arial" pitchFamily="34" charset="-120"/>
              </a:rPr>
              <a:t>On Sunday 10 May, Ireland turned away 6,917 MWh.</a:t>
            </a:r>
            <a:endParaRPr lang="en-US" sz="3400" dirty="0"/>
          </a:p>
        </p:txBody>
      </p:sp>
      <p:sp>
        <p:nvSpPr>
          <p:cNvPr id="3" name="Text 1"/>
          <p:cNvSpPr txBox="1"/>
          <p:nvPr/>
        </p:nvSpPr>
        <p:spPr>
          <a:xfrm>
            <a:off x="822960" y="1298448"/>
            <a:ext cx="10545775" cy="640080"/>
          </a:xfrm>
          <a:prstGeom prst="rect">
            <a:avLst/>
          </a:prstGeom>
          <a:noFill/>
          <a:ln/>
        </p:spPr>
        <p:txBody>
          <a:bodyPr wrap="square" lIns="0" tIns="0" rIns="0" bIns="0" rtlCol="0" anchor="t"/>
          <a:lstStyle/>
          <a:p>
            <a:pPr indent="0" marL="0">
              <a:buNone/>
            </a:pPr>
            <a:r>
              <a:rPr lang="en-US" sz="1600" dirty="0">
                <a:solidFill>
                  <a:srgbClr val="5B6661"/>
                </a:solidFill>
                <a:latin typeface="Arial" pitchFamily="34" charset="0"/>
                <a:ea typeface="Arial" pitchFamily="34" charset="-122"/>
                <a:cs typeface="Arial" pitchFamily="34" charset="-120"/>
              </a:rPr>
              <a:t>Recorded wind and solar curtailment, half-hour by half-hour. That’s the energy for about 345,000 EV charges.</a:t>
            </a:r>
            <a:endParaRPr lang="en-US" sz="1600" dirty="0"/>
          </a:p>
        </p:txBody>
      </p:sp>
      <p:sp>
        <p:nvSpPr>
          <p:cNvPr id="4" name="Shape 2"/>
          <p:cNvSpPr/>
          <p:nvPr/>
        </p:nvSpPr>
        <p:spPr>
          <a:xfrm>
            <a:off x="8051597" y="2468880"/>
            <a:ext cx="829285" cy="3291840"/>
          </a:xfrm>
          <a:prstGeom prst="rect">
            <a:avLst/>
          </a:prstGeom>
          <a:solidFill>
            <a:srgbClr val="F1F4F2"/>
          </a:solidFill>
          <a:ln w="12700">
            <a:solidFill>
              <a:srgbClr val="F1F4F2"/>
            </a:solidFill>
            <a:prstDash val="solid"/>
          </a:ln>
        </p:spPr>
      </p:sp>
      <p:sp>
        <p:nvSpPr>
          <p:cNvPr id="5" name="Text 3"/>
          <p:cNvSpPr txBox="1"/>
          <p:nvPr/>
        </p:nvSpPr>
        <p:spPr>
          <a:xfrm>
            <a:off x="7636955" y="2212848"/>
            <a:ext cx="1658569" cy="201168"/>
          </a:xfrm>
          <a:prstGeom prst="rect">
            <a:avLst/>
          </a:prstGeom>
          <a:noFill/>
          <a:ln/>
        </p:spPr>
        <p:txBody>
          <a:bodyPr wrap="square" lIns="0" tIns="0" rIns="0" bIns="0" rtlCol="0" anchor="t"/>
          <a:lstStyle/>
          <a:p>
            <a:pPr algn="ctr" indent="0" marL="0">
              <a:buNone/>
            </a:pPr>
            <a:r>
              <a:rPr lang="en-US" sz="1100" dirty="0">
                <a:solidFill>
                  <a:srgbClr val="8D9792"/>
                </a:solidFill>
                <a:latin typeface="Arial" pitchFamily="34" charset="0"/>
                <a:ea typeface="Arial" pitchFamily="34" charset="-122"/>
                <a:cs typeface="Arial" pitchFamily="34" charset="-120"/>
              </a:rPr>
              <a:t>Evening peak</a:t>
            </a:r>
            <a:endParaRPr lang="en-US" sz="1100" dirty="0"/>
          </a:p>
        </p:txBody>
      </p:sp>
      <p:sp>
        <p:nvSpPr>
          <p:cNvPr id="6" name="Shape 4"/>
          <p:cNvSpPr/>
          <p:nvPr/>
        </p:nvSpPr>
        <p:spPr>
          <a:xfrm>
            <a:off x="1417320" y="4678680"/>
            <a:ext cx="9951415" cy="0"/>
          </a:xfrm>
          <a:prstGeom prst="line">
            <a:avLst/>
          </a:prstGeom>
          <a:noFill/>
          <a:ln w="9525">
            <a:solidFill>
              <a:srgbClr val="DFE4E1"/>
            </a:solidFill>
            <a:prstDash val="solid"/>
          </a:ln>
        </p:spPr>
      </p:sp>
      <p:sp>
        <p:nvSpPr>
          <p:cNvPr id="7" name="Text 5"/>
          <p:cNvSpPr txBox="1"/>
          <p:nvPr/>
        </p:nvSpPr>
        <p:spPr>
          <a:xfrm>
            <a:off x="731520" y="4587240"/>
            <a:ext cx="594360" cy="182880"/>
          </a:xfrm>
          <a:prstGeom prst="rect">
            <a:avLst/>
          </a:prstGeom>
          <a:noFill/>
          <a:ln/>
        </p:spPr>
        <p:txBody>
          <a:bodyPr wrap="square" lIns="0" tIns="0" rIns="0" bIns="0" rtlCol="0" anchor="t"/>
          <a:lstStyle/>
          <a:p>
            <a:pPr algn="l" indent="0" marL="0">
              <a:buNone/>
            </a:pPr>
            <a:r>
              <a:rPr lang="en-US" sz="1000" dirty="0">
                <a:solidFill>
                  <a:srgbClr val="8D9792"/>
                </a:solidFill>
                <a:latin typeface="Arial" pitchFamily="34" charset="0"/>
                <a:ea typeface="Arial" pitchFamily="34" charset="-122"/>
                <a:cs typeface="Arial" pitchFamily="34" charset="-120"/>
              </a:rPr>
              <a:t>200</a:t>
            </a:r>
            <a:endParaRPr lang="en-US" sz="1000" dirty="0"/>
          </a:p>
        </p:txBody>
      </p:sp>
      <p:sp>
        <p:nvSpPr>
          <p:cNvPr id="8" name="Shape 6"/>
          <p:cNvSpPr/>
          <p:nvPr/>
        </p:nvSpPr>
        <p:spPr>
          <a:xfrm>
            <a:off x="1417320" y="3596640"/>
            <a:ext cx="9951415" cy="0"/>
          </a:xfrm>
          <a:prstGeom prst="line">
            <a:avLst/>
          </a:prstGeom>
          <a:noFill/>
          <a:ln w="9525">
            <a:solidFill>
              <a:srgbClr val="DFE4E1"/>
            </a:solidFill>
            <a:prstDash val="solid"/>
          </a:ln>
        </p:spPr>
      </p:sp>
      <p:sp>
        <p:nvSpPr>
          <p:cNvPr id="9" name="Text 7"/>
          <p:cNvSpPr txBox="1"/>
          <p:nvPr/>
        </p:nvSpPr>
        <p:spPr>
          <a:xfrm>
            <a:off x="731520" y="3505200"/>
            <a:ext cx="594360" cy="182880"/>
          </a:xfrm>
          <a:prstGeom prst="rect">
            <a:avLst/>
          </a:prstGeom>
          <a:noFill/>
          <a:ln/>
        </p:spPr>
        <p:txBody>
          <a:bodyPr wrap="square" lIns="0" tIns="0" rIns="0" bIns="0" rtlCol="0" anchor="t"/>
          <a:lstStyle/>
          <a:p>
            <a:pPr algn="l" indent="0" marL="0">
              <a:buNone/>
            </a:pPr>
            <a:r>
              <a:rPr lang="en-US" sz="1000" dirty="0">
                <a:solidFill>
                  <a:srgbClr val="8D9792"/>
                </a:solidFill>
                <a:latin typeface="Arial" pitchFamily="34" charset="0"/>
                <a:ea typeface="Arial" pitchFamily="34" charset="-122"/>
                <a:cs typeface="Arial" pitchFamily="34" charset="-120"/>
              </a:rPr>
              <a:t>400</a:t>
            </a:r>
            <a:endParaRPr lang="en-US" sz="1000" dirty="0"/>
          </a:p>
        </p:txBody>
      </p:sp>
      <p:sp>
        <p:nvSpPr>
          <p:cNvPr id="10" name="Shape 8"/>
          <p:cNvSpPr/>
          <p:nvPr/>
        </p:nvSpPr>
        <p:spPr>
          <a:xfrm>
            <a:off x="1417320" y="2514600"/>
            <a:ext cx="9951415" cy="0"/>
          </a:xfrm>
          <a:prstGeom prst="line">
            <a:avLst/>
          </a:prstGeom>
          <a:noFill/>
          <a:ln w="9525">
            <a:solidFill>
              <a:srgbClr val="DFE4E1"/>
            </a:solidFill>
            <a:prstDash val="solid"/>
          </a:ln>
        </p:spPr>
      </p:sp>
      <p:sp>
        <p:nvSpPr>
          <p:cNvPr id="11" name="Text 9"/>
          <p:cNvSpPr txBox="1"/>
          <p:nvPr/>
        </p:nvSpPr>
        <p:spPr>
          <a:xfrm>
            <a:off x="731520" y="2423160"/>
            <a:ext cx="594360" cy="182880"/>
          </a:xfrm>
          <a:prstGeom prst="rect">
            <a:avLst/>
          </a:prstGeom>
          <a:noFill/>
          <a:ln/>
        </p:spPr>
        <p:txBody>
          <a:bodyPr wrap="square" lIns="0" tIns="0" rIns="0" bIns="0" rtlCol="0" anchor="t"/>
          <a:lstStyle/>
          <a:p>
            <a:pPr algn="l" indent="0" marL="0">
              <a:buNone/>
            </a:pPr>
            <a:r>
              <a:rPr lang="en-US" sz="1000" dirty="0">
                <a:solidFill>
                  <a:srgbClr val="8D9792"/>
                </a:solidFill>
                <a:latin typeface="Arial" pitchFamily="34" charset="0"/>
                <a:ea typeface="Arial" pitchFamily="34" charset="-122"/>
                <a:cs typeface="Arial" pitchFamily="34" charset="-120"/>
              </a:rPr>
              <a:t>600 MWh</a:t>
            </a:r>
            <a:endParaRPr lang="en-US" sz="1000" dirty="0"/>
          </a:p>
        </p:txBody>
      </p:sp>
      <p:sp>
        <p:nvSpPr>
          <p:cNvPr id="12" name="Shape 10"/>
          <p:cNvSpPr/>
          <p:nvPr/>
        </p:nvSpPr>
        <p:spPr>
          <a:xfrm>
            <a:off x="2074528" y="5559461"/>
            <a:ext cx="136832" cy="201259"/>
          </a:xfrm>
          <a:prstGeom prst="rect">
            <a:avLst/>
          </a:prstGeom>
          <a:solidFill>
            <a:srgbClr val="0E8A62"/>
          </a:solidFill>
          <a:ln w="12700">
            <a:solidFill>
              <a:srgbClr val="0E8A62"/>
            </a:solidFill>
            <a:prstDash val="solid"/>
          </a:ln>
        </p:spPr>
      </p:sp>
      <p:sp>
        <p:nvSpPr>
          <p:cNvPr id="13" name="Shape 11"/>
          <p:cNvSpPr/>
          <p:nvPr/>
        </p:nvSpPr>
        <p:spPr>
          <a:xfrm>
            <a:off x="2281849" y="5737997"/>
            <a:ext cx="136832" cy="22723"/>
          </a:xfrm>
          <a:prstGeom prst="rect">
            <a:avLst/>
          </a:prstGeom>
          <a:solidFill>
            <a:srgbClr val="0E8A62"/>
          </a:solidFill>
          <a:ln w="12700">
            <a:solidFill>
              <a:srgbClr val="0E8A62"/>
            </a:solidFill>
            <a:prstDash val="solid"/>
          </a:ln>
        </p:spPr>
      </p:sp>
      <p:sp>
        <p:nvSpPr>
          <p:cNvPr id="14" name="Shape 12"/>
          <p:cNvSpPr/>
          <p:nvPr/>
        </p:nvSpPr>
        <p:spPr>
          <a:xfrm>
            <a:off x="2489170" y="5757474"/>
            <a:ext cx="136832" cy="3246"/>
          </a:xfrm>
          <a:prstGeom prst="rect">
            <a:avLst/>
          </a:prstGeom>
          <a:solidFill>
            <a:srgbClr val="0E8A62"/>
          </a:solidFill>
          <a:ln w="12700">
            <a:solidFill>
              <a:srgbClr val="0E8A62"/>
            </a:solidFill>
            <a:prstDash val="solid"/>
          </a:ln>
        </p:spPr>
      </p:sp>
      <p:sp>
        <p:nvSpPr>
          <p:cNvPr id="15" name="Shape 13"/>
          <p:cNvSpPr/>
          <p:nvPr/>
        </p:nvSpPr>
        <p:spPr>
          <a:xfrm>
            <a:off x="4355061" y="5751523"/>
            <a:ext cx="136832" cy="9197"/>
          </a:xfrm>
          <a:prstGeom prst="rect">
            <a:avLst/>
          </a:prstGeom>
          <a:solidFill>
            <a:srgbClr val="0E8A62"/>
          </a:solidFill>
          <a:ln w="12700">
            <a:solidFill>
              <a:srgbClr val="0E8A62"/>
            </a:solidFill>
            <a:prstDash val="solid"/>
          </a:ln>
        </p:spPr>
      </p:sp>
      <p:sp>
        <p:nvSpPr>
          <p:cNvPr id="16" name="Shape 14"/>
          <p:cNvSpPr/>
          <p:nvPr/>
        </p:nvSpPr>
        <p:spPr>
          <a:xfrm>
            <a:off x="4355061" y="5746112"/>
            <a:ext cx="136832" cy="9144"/>
          </a:xfrm>
          <a:prstGeom prst="rect">
            <a:avLst/>
          </a:prstGeom>
          <a:solidFill>
            <a:srgbClr val="D48F0F"/>
          </a:solidFill>
          <a:ln w="12700">
            <a:solidFill>
              <a:srgbClr val="D48F0F"/>
            </a:solidFill>
            <a:prstDash val="solid"/>
          </a:ln>
        </p:spPr>
      </p:sp>
      <p:sp>
        <p:nvSpPr>
          <p:cNvPr id="17" name="Shape 15"/>
          <p:cNvSpPr/>
          <p:nvPr/>
        </p:nvSpPr>
        <p:spPr>
          <a:xfrm>
            <a:off x="4562382" y="5218618"/>
            <a:ext cx="136832" cy="542102"/>
          </a:xfrm>
          <a:prstGeom prst="rect">
            <a:avLst/>
          </a:prstGeom>
          <a:solidFill>
            <a:srgbClr val="0E8A62"/>
          </a:solidFill>
          <a:ln w="12700">
            <a:solidFill>
              <a:srgbClr val="0E8A62"/>
            </a:solidFill>
            <a:prstDash val="solid"/>
          </a:ln>
        </p:spPr>
      </p:sp>
      <p:sp>
        <p:nvSpPr>
          <p:cNvPr id="18" name="Shape 16"/>
          <p:cNvSpPr/>
          <p:nvPr/>
        </p:nvSpPr>
        <p:spPr>
          <a:xfrm>
            <a:off x="4562382" y="4870742"/>
            <a:ext cx="136832" cy="329588"/>
          </a:xfrm>
          <a:prstGeom prst="rect">
            <a:avLst/>
          </a:prstGeom>
          <a:solidFill>
            <a:srgbClr val="D48F0F"/>
          </a:solidFill>
          <a:ln w="12700">
            <a:solidFill>
              <a:srgbClr val="D48F0F"/>
            </a:solidFill>
            <a:prstDash val="solid"/>
          </a:ln>
        </p:spPr>
      </p:sp>
      <p:sp>
        <p:nvSpPr>
          <p:cNvPr id="19" name="Shape 17"/>
          <p:cNvSpPr/>
          <p:nvPr/>
        </p:nvSpPr>
        <p:spPr>
          <a:xfrm>
            <a:off x="4769703" y="4693288"/>
            <a:ext cx="136832" cy="1067432"/>
          </a:xfrm>
          <a:prstGeom prst="rect">
            <a:avLst/>
          </a:prstGeom>
          <a:solidFill>
            <a:srgbClr val="0E8A62"/>
          </a:solidFill>
          <a:ln w="12700">
            <a:solidFill>
              <a:srgbClr val="0E8A62"/>
            </a:solidFill>
            <a:prstDash val="solid"/>
          </a:ln>
        </p:spPr>
      </p:sp>
      <p:sp>
        <p:nvSpPr>
          <p:cNvPr id="20" name="Shape 18"/>
          <p:cNvSpPr/>
          <p:nvPr/>
        </p:nvSpPr>
        <p:spPr>
          <a:xfrm>
            <a:off x="4769703" y="4200959"/>
            <a:ext cx="136832" cy="474040"/>
          </a:xfrm>
          <a:prstGeom prst="rect">
            <a:avLst/>
          </a:prstGeom>
          <a:solidFill>
            <a:srgbClr val="D48F0F"/>
          </a:solidFill>
          <a:ln w="12700">
            <a:solidFill>
              <a:srgbClr val="D48F0F"/>
            </a:solidFill>
            <a:prstDash val="solid"/>
          </a:ln>
        </p:spPr>
      </p:sp>
      <p:sp>
        <p:nvSpPr>
          <p:cNvPr id="21" name="Shape 19"/>
          <p:cNvSpPr/>
          <p:nvPr/>
        </p:nvSpPr>
        <p:spPr>
          <a:xfrm>
            <a:off x="4977024" y="4640268"/>
            <a:ext cx="136832" cy="1120452"/>
          </a:xfrm>
          <a:prstGeom prst="rect">
            <a:avLst/>
          </a:prstGeom>
          <a:solidFill>
            <a:srgbClr val="0E8A62"/>
          </a:solidFill>
          <a:ln w="12700">
            <a:solidFill>
              <a:srgbClr val="0E8A62"/>
            </a:solidFill>
            <a:prstDash val="solid"/>
          </a:ln>
        </p:spPr>
      </p:sp>
      <p:sp>
        <p:nvSpPr>
          <p:cNvPr id="22" name="Shape 20"/>
          <p:cNvSpPr/>
          <p:nvPr/>
        </p:nvSpPr>
        <p:spPr>
          <a:xfrm>
            <a:off x="4977024" y="4092755"/>
            <a:ext cx="136832" cy="529224"/>
          </a:xfrm>
          <a:prstGeom prst="rect">
            <a:avLst/>
          </a:prstGeom>
          <a:solidFill>
            <a:srgbClr val="D48F0F"/>
          </a:solidFill>
          <a:ln w="12700">
            <a:solidFill>
              <a:srgbClr val="D48F0F"/>
            </a:solidFill>
            <a:prstDash val="solid"/>
          </a:ln>
        </p:spPr>
      </p:sp>
      <p:sp>
        <p:nvSpPr>
          <p:cNvPr id="23" name="Shape 21"/>
          <p:cNvSpPr/>
          <p:nvPr/>
        </p:nvSpPr>
        <p:spPr>
          <a:xfrm>
            <a:off x="5184345" y="4728995"/>
            <a:ext cx="136832" cy="1031725"/>
          </a:xfrm>
          <a:prstGeom prst="rect">
            <a:avLst/>
          </a:prstGeom>
          <a:solidFill>
            <a:srgbClr val="0E8A62"/>
          </a:solidFill>
          <a:ln w="12700">
            <a:solidFill>
              <a:srgbClr val="0E8A62"/>
            </a:solidFill>
            <a:prstDash val="solid"/>
          </a:ln>
        </p:spPr>
      </p:sp>
      <p:sp>
        <p:nvSpPr>
          <p:cNvPr id="24" name="Shape 22"/>
          <p:cNvSpPr/>
          <p:nvPr/>
        </p:nvSpPr>
        <p:spPr>
          <a:xfrm>
            <a:off x="5184345" y="4185270"/>
            <a:ext cx="136832" cy="525437"/>
          </a:xfrm>
          <a:prstGeom prst="rect">
            <a:avLst/>
          </a:prstGeom>
          <a:solidFill>
            <a:srgbClr val="D48F0F"/>
          </a:solidFill>
          <a:ln w="12700">
            <a:solidFill>
              <a:srgbClr val="D48F0F"/>
            </a:solidFill>
            <a:prstDash val="solid"/>
          </a:ln>
        </p:spPr>
      </p:sp>
      <p:sp>
        <p:nvSpPr>
          <p:cNvPr id="25" name="Shape 23"/>
          <p:cNvSpPr/>
          <p:nvPr/>
        </p:nvSpPr>
        <p:spPr>
          <a:xfrm>
            <a:off x="5391666" y="4527194"/>
            <a:ext cx="136832" cy="1233526"/>
          </a:xfrm>
          <a:prstGeom prst="rect">
            <a:avLst/>
          </a:prstGeom>
          <a:solidFill>
            <a:srgbClr val="0E8A62"/>
          </a:solidFill>
          <a:ln w="12700">
            <a:solidFill>
              <a:srgbClr val="0E8A62"/>
            </a:solidFill>
            <a:prstDash val="solid"/>
          </a:ln>
        </p:spPr>
      </p:sp>
      <p:sp>
        <p:nvSpPr>
          <p:cNvPr id="26" name="Shape 24"/>
          <p:cNvSpPr/>
          <p:nvPr/>
        </p:nvSpPr>
        <p:spPr>
          <a:xfrm>
            <a:off x="5391666" y="3794112"/>
            <a:ext cx="136832" cy="714794"/>
          </a:xfrm>
          <a:prstGeom prst="rect">
            <a:avLst/>
          </a:prstGeom>
          <a:solidFill>
            <a:srgbClr val="D48F0F"/>
          </a:solidFill>
          <a:ln w="12700">
            <a:solidFill>
              <a:srgbClr val="D48F0F"/>
            </a:solidFill>
            <a:prstDash val="solid"/>
          </a:ln>
        </p:spPr>
      </p:sp>
      <p:sp>
        <p:nvSpPr>
          <p:cNvPr id="27" name="Shape 25"/>
          <p:cNvSpPr/>
          <p:nvPr/>
        </p:nvSpPr>
        <p:spPr>
          <a:xfrm>
            <a:off x="5598988" y="4133873"/>
            <a:ext cx="136832" cy="1626847"/>
          </a:xfrm>
          <a:prstGeom prst="rect">
            <a:avLst/>
          </a:prstGeom>
          <a:solidFill>
            <a:srgbClr val="0E8A62"/>
          </a:solidFill>
          <a:ln w="12700">
            <a:solidFill>
              <a:srgbClr val="0E8A62"/>
            </a:solidFill>
            <a:prstDash val="solid"/>
          </a:ln>
        </p:spPr>
      </p:sp>
      <p:sp>
        <p:nvSpPr>
          <p:cNvPr id="28" name="Shape 26"/>
          <p:cNvSpPr/>
          <p:nvPr/>
        </p:nvSpPr>
        <p:spPr>
          <a:xfrm>
            <a:off x="5598988" y="3275815"/>
            <a:ext cx="136832" cy="839770"/>
          </a:xfrm>
          <a:prstGeom prst="rect">
            <a:avLst/>
          </a:prstGeom>
          <a:solidFill>
            <a:srgbClr val="D48F0F"/>
          </a:solidFill>
          <a:ln w="12700">
            <a:solidFill>
              <a:srgbClr val="D48F0F"/>
            </a:solidFill>
            <a:prstDash val="solid"/>
          </a:ln>
        </p:spPr>
      </p:sp>
      <p:sp>
        <p:nvSpPr>
          <p:cNvPr id="29" name="Shape 27"/>
          <p:cNvSpPr/>
          <p:nvPr/>
        </p:nvSpPr>
        <p:spPr>
          <a:xfrm>
            <a:off x="5806309" y="4062458"/>
            <a:ext cx="136832" cy="1698262"/>
          </a:xfrm>
          <a:prstGeom prst="rect">
            <a:avLst/>
          </a:prstGeom>
          <a:solidFill>
            <a:srgbClr val="0E8A62"/>
          </a:solidFill>
          <a:ln w="12700">
            <a:solidFill>
              <a:srgbClr val="0E8A62"/>
            </a:solidFill>
            <a:prstDash val="solid"/>
          </a:ln>
        </p:spPr>
      </p:sp>
      <p:sp>
        <p:nvSpPr>
          <p:cNvPr id="30" name="Shape 28"/>
          <p:cNvSpPr/>
          <p:nvPr/>
        </p:nvSpPr>
        <p:spPr>
          <a:xfrm>
            <a:off x="5806309" y="2969598"/>
            <a:ext cx="136832" cy="1074572"/>
          </a:xfrm>
          <a:prstGeom prst="rect">
            <a:avLst/>
          </a:prstGeom>
          <a:solidFill>
            <a:srgbClr val="D48F0F"/>
          </a:solidFill>
          <a:ln w="12700">
            <a:solidFill>
              <a:srgbClr val="D48F0F"/>
            </a:solidFill>
            <a:prstDash val="solid"/>
          </a:ln>
        </p:spPr>
      </p:sp>
      <p:sp>
        <p:nvSpPr>
          <p:cNvPr id="31" name="Shape 29"/>
          <p:cNvSpPr/>
          <p:nvPr/>
        </p:nvSpPr>
        <p:spPr>
          <a:xfrm>
            <a:off x="6013630" y="4084640"/>
            <a:ext cx="136832" cy="1676080"/>
          </a:xfrm>
          <a:prstGeom prst="rect">
            <a:avLst/>
          </a:prstGeom>
          <a:solidFill>
            <a:srgbClr val="0E8A62"/>
          </a:solidFill>
          <a:ln w="12700">
            <a:solidFill>
              <a:srgbClr val="0E8A62"/>
            </a:solidFill>
            <a:prstDash val="solid"/>
          </a:ln>
        </p:spPr>
      </p:sp>
      <p:sp>
        <p:nvSpPr>
          <p:cNvPr id="32" name="Shape 30"/>
          <p:cNvSpPr/>
          <p:nvPr/>
        </p:nvSpPr>
        <p:spPr>
          <a:xfrm>
            <a:off x="6013630" y="2980418"/>
            <a:ext cx="136832" cy="1085934"/>
          </a:xfrm>
          <a:prstGeom prst="rect">
            <a:avLst/>
          </a:prstGeom>
          <a:solidFill>
            <a:srgbClr val="D48F0F"/>
          </a:solidFill>
          <a:ln w="12700">
            <a:solidFill>
              <a:srgbClr val="D48F0F"/>
            </a:solidFill>
            <a:prstDash val="solid"/>
          </a:ln>
        </p:spPr>
      </p:sp>
      <p:sp>
        <p:nvSpPr>
          <p:cNvPr id="33" name="Shape 31"/>
          <p:cNvSpPr/>
          <p:nvPr/>
        </p:nvSpPr>
        <p:spPr>
          <a:xfrm>
            <a:off x="6220951" y="4399514"/>
            <a:ext cx="136832" cy="1361206"/>
          </a:xfrm>
          <a:prstGeom prst="rect">
            <a:avLst/>
          </a:prstGeom>
          <a:solidFill>
            <a:srgbClr val="0E8A62"/>
          </a:solidFill>
          <a:ln w="12700">
            <a:solidFill>
              <a:srgbClr val="0E8A62"/>
            </a:solidFill>
            <a:prstDash val="solid"/>
          </a:ln>
        </p:spPr>
      </p:sp>
      <p:sp>
        <p:nvSpPr>
          <p:cNvPr id="34" name="Shape 32"/>
          <p:cNvSpPr/>
          <p:nvPr/>
        </p:nvSpPr>
        <p:spPr>
          <a:xfrm>
            <a:off x="6220951" y="3413775"/>
            <a:ext cx="136832" cy="967450"/>
          </a:xfrm>
          <a:prstGeom prst="rect">
            <a:avLst/>
          </a:prstGeom>
          <a:solidFill>
            <a:srgbClr val="D48F0F"/>
          </a:solidFill>
          <a:ln w="12700">
            <a:solidFill>
              <a:srgbClr val="D48F0F"/>
            </a:solidFill>
            <a:prstDash val="solid"/>
          </a:ln>
        </p:spPr>
      </p:sp>
      <p:sp>
        <p:nvSpPr>
          <p:cNvPr id="35" name="Shape 33"/>
          <p:cNvSpPr/>
          <p:nvPr/>
        </p:nvSpPr>
        <p:spPr>
          <a:xfrm>
            <a:off x="6428272" y="4388693"/>
            <a:ext cx="136832" cy="1372027"/>
          </a:xfrm>
          <a:prstGeom prst="rect">
            <a:avLst/>
          </a:prstGeom>
          <a:solidFill>
            <a:srgbClr val="0E8A62"/>
          </a:solidFill>
          <a:ln w="12700">
            <a:solidFill>
              <a:srgbClr val="0E8A62"/>
            </a:solidFill>
            <a:prstDash val="solid"/>
          </a:ln>
        </p:spPr>
      </p:sp>
      <p:sp>
        <p:nvSpPr>
          <p:cNvPr id="36" name="Shape 34"/>
          <p:cNvSpPr/>
          <p:nvPr/>
        </p:nvSpPr>
        <p:spPr>
          <a:xfrm>
            <a:off x="6428272" y="3431088"/>
            <a:ext cx="136832" cy="939317"/>
          </a:xfrm>
          <a:prstGeom prst="rect">
            <a:avLst/>
          </a:prstGeom>
          <a:solidFill>
            <a:srgbClr val="D48F0F"/>
          </a:solidFill>
          <a:ln w="12700">
            <a:solidFill>
              <a:srgbClr val="D48F0F"/>
            </a:solidFill>
            <a:prstDash val="solid"/>
          </a:ln>
        </p:spPr>
      </p:sp>
      <p:sp>
        <p:nvSpPr>
          <p:cNvPr id="37" name="Shape 35"/>
          <p:cNvSpPr/>
          <p:nvPr/>
        </p:nvSpPr>
        <p:spPr>
          <a:xfrm>
            <a:off x="6635593" y="4342166"/>
            <a:ext cx="136832" cy="1418554"/>
          </a:xfrm>
          <a:prstGeom prst="rect">
            <a:avLst/>
          </a:prstGeom>
          <a:solidFill>
            <a:srgbClr val="0E8A62"/>
          </a:solidFill>
          <a:ln w="12700">
            <a:solidFill>
              <a:srgbClr val="0E8A62"/>
            </a:solidFill>
            <a:prstDash val="solid"/>
          </a:ln>
        </p:spPr>
      </p:sp>
      <p:sp>
        <p:nvSpPr>
          <p:cNvPr id="38" name="Shape 36"/>
          <p:cNvSpPr/>
          <p:nvPr/>
        </p:nvSpPr>
        <p:spPr>
          <a:xfrm>
            <a:off x="6635593" y="3367248"/>
            <a:ext cx="136832" cy="956630"/>
          </a:xfrm>
          <a:prstGeom prst="rect">
            <a:avLst/>
          </a:prstGeom>
          <a:solidFill>
            <a:srgbClr val="D48F0F"/>
          </a:solidFill>
          <a:ln w="12700">
            <a:solidFill>
              <a:srgbClr val="D48F0F"/>
            </a:solidFill>
            <a:prstDash val="solid"/>
          </a:ln>
        </p:spPr>
      </p:sp>
      <p:sp>
        <p:nvSpPr>
          <p:cNvPr id="39" name="Shape 37"/>
          <p:cNvSpPr/>
          <p:nvPr/>
        </p:nvSpPr>
        <p:spPr>
          <a:xfrm>
            <a:off x="6842914" y="4211780"/>
            <a:ext cx="136832" cy="1548940"/>
          </a:xfrm>
          <a:prstGeom prst="rect">
            <a:avLst/>
          </a:prstGeom>
          <a:solidFill>
            <a:srgbClr val="0E8A62"/>
          </a:solidFill>
          <a:ln w="12700">
            <a:solidFill>
              <a:srgbClr val="0E8A62"/>
            </a:solidFill>
            <a:prstDash val="solid"/>
          </a:ln>
        </p:spPr>
      </p:sp>
      <p:sp>
        <p:nvSpPr>
          <p:cNvPr id="40" name="Shape 38"/>
          <p:cNvSpPr/>
          <p:nvPr/>
        </p:nvSpPr>
        <p:spPr>
          <a:xfrm>
            <a:off x="6842914" y="3208729"/>
            <a:ext cx="136832" cy="984763"/>
          </a:xfrm>
          <a:prstGeom prst="rect">
            <a:avLst/>
          </a:prstGeom>
          <a:solidFill>
            <a:srgbClr val="D48F0F"/>
          </a:solidFill>
          <a:ln w="12700">
            <a:solidFill>
              <a:srgbClr val="D48F0F"/>
            </a:solidFill>
            <a:prstDash val="solid"/>
          </a:ln>
        </p:spPr>
      </p:sp>
      <p:sp>
        <p:nvSpPr>
          <p:cNvPr id="41" name="Shape 39"/>
          <p:cNvSpPr/>
          <p:nvPr/>
        </p:nvSpPr>
        <p:spPr>
          <a:xfrm>
            <a:off x="7050236" y="4137119"/>
            <a:ext cx="136832" cy="1623601"/>
          </a:xfrm>
          <a:prstGeom prst="rect">
            <a:avLst/>
          </a:prstGeom>
          <a:solidFill>
            <a:srgbClr val="0E8A62"/>
          </a:solidFill>
          <a:ln w="12700">
            <a:solidFill>
              <a:srgbClr val="0E8A62"/>
            </a:solidFill>
            <a:prstDash val="solid"/>
          </a:ln>
        </p:spPr>
      </p:sp>
      <p:sp>
        <p:nvSpPr>
          <p:cNvPr id="42" name="Shape 40"/>
          <p:cNvSpPr/>
          <p:nvPr/>
        </p:nvSpPr>
        <p:spPr>
          <a:xfrm>
            <a:off x="7050236" y="3016126"/>
            <a:ext cx="136832" cy="1102705"/>
          </a:xfrm>
          <a:prstGeom prst="rect">
            <a:avLst/>
          </a:prstGeom>
          <a:solidFill>
            <a:srgbClr val="D48F0F"/>
          </a:solidFill>
          <a:ln w="12700">
            <a:solidFill>
              <a:srgbClr val="D48F0F"/>
            </a:solidFill>
            <a:prstDash val="solid"/>
          </a:ln>
        </p:spPr>
      </p:sp>
      <p:sp>
        <p:nvSpPr>
          <p:cNvPr id="43" name="Shape 41"/>
          <p:cNvSpPr/>
          <p:nvPr/>
        </p:nvSpPr>
        <p:spPr>
          <a:xfrm>
            <a:off x="7257557" y="4176072"/>
            <a:ext cx="136832" cy="1584648"/>
          </a:xfrm>
          <a:prstGeom prst="rect">
            <a:avLst/>
          </a:prstGeom>
          <a:solidFill>
            <a:srgbClr val="0E8A62"/>
          </a:solidFill>
          <a:ln w="12700">
            <a:solidFill>
              <a:srgbClr val="0E8A62"/>
            </a:solidFill>
            <a:prstDash val="solid"/>
          </a:ln>
        </p:spPr>
      </p:sp>
      <p:sp>
        <p:nvSpPr>
          <p:cNvPr id="44" name="Shape 42"/>
          <p:cNvSpPr/>
          <p:nvPr/>
        </p:nvSpPr>
        <p:spPr>
          <a:xfrm>
            <a:off x="7257557" y="3144347"/>
            <a:ext cx="136832" cy="1013437"/>
          </a:xfrm>
          <a:prstGeom prst="rect">
            <a:avLst/>
          </a:prstGeom>
          <a:solidFill>
            <a:srgbClr val="D48F0F"/>
          </a:solidFill>
          <a:ln w="12700">
            <a:solidFill>
              <a:srgbClr val="D48F0F"/>
            </a:solidFill>
            <a:prstDash val="solid"/>
          </a:ln>
        </p:spPr>
      </p:sp>
      <p:sp>
        <p:nvSpPr>
          <p:cNvPr id="45" name="Shape 43"/>
          <p:cNvSpPr/>
          <p:nvPr/>
        </p:nvSpPr>
        <p:spPr>
          <a:xfrm>
            <a:off x="7464878" y="4238831"/>
            <a:ext cx="136832" cy="1521889"/>
          </a:xfrm>
          <a:prstGeom prst="rect">
            <a:avLst/>
          </a:prstGeom>
          <a:solidFill>
            <a:srgbClr val="0E8A62"/>
          </a:solidFill>
          <a:ln w="12700">
            <a:solidFill>
              <a:srgbClr val="0E8A62"/>
            </a:solidFill>
            <a:prstDash val="solid"/>
          </a:ln>
        </p:spPr>
      </p:sp>
      <p:sp>
        <p:nvSpPr>
          <p:cNvPr id="46" name="Shape 44"/>
          <p:cNvSpPr/>
          <p:nvPr/>
        </p:nvSpPr>
        <p:spPr>
          <a:xfrm>
            <a:off x="7464878" y="3291505"/>
            <a:ext cx="136832" cy="929038"/>
          </a:xfrm>
          <a:prstGeom prst="rect">
            <a:avLst/>
          </a:prstGeom>
          <a:solidFill>
            <a:srgbClr val="D48F0F"/>
          </a:solidFill>
          <a:ln w="12700">
            <a:solidFill>
              <a:srgbClr val="D48F0F"/>
            </a:solidFill>
            <a:prstDash val="solid"/>
          </a:ln>
        </p:spPr>
      </p:sp>
      <p:sp>
        <p:nvSpPr>
          <p:cNvPr id="47" name="Shape 45"/>
          <p:cNvSpPr/>
          <p:nvPr/>
        </p:nvSpPr>
        <p:spPr>
          <a:xfrm>
            <a:off x="7672199" y="4242618"/>
            <a:ext cx="136832" cy="1518102"/>
          </a:xfrm>
          <a:prstGeom prst="rect">
            <a:avLst/>
          </a:prstGeom>
          <a:solidFill>
            <a:srgbClr val="0E8A62"/>
          </a:solidFill>
          <a:ln w="12700">
            <a:solidFill>
              <a:srgbClr val="0E8A62"/>
            </a:solidFill>
            <a:prstDash val="solid"/>
          </a:ln>
        </p:spPr>
      </p:sp>
      <p:sp>
        <p:nvSpPr>
          <p:cNvPr id="48" name="Shape 46"/>
          <p:cNvSpPr/>
          <p:nvPr/>
        </p:nvSpPr>
        <p:spPr>
          <a:xfrm>
            <a:off x="7672199" y="3715123"/>
            <a:ext cx="136832" cy="509207"/>
          </a:xfrm>
          <a:prstGeom prst="rect">
            <a:avLst/>
          </a:prstGeom>
          <a:solidFill>
            <a:srgbClr val="D48F0F"/>
          </a:solidFill>
          <a:ln w="12700">
            <a:solidFill>
              <a:srgbClr val="D48F0F"/>
            </a:solidFill>
            <a:prstDash val="solid"/>
          </a:ln>
        </p:spPr>
      </p:sp>
      <p:sp>
        <p:nvSpPr>
          <p:cNvPr id="49" name="Shape 47"/>
          <p:cNvSpPr/>
          <p:nvPr/>
        </p:nvSpPr>
        <p:spPr>
          <a:xfrm>
            <a:off x="7879520" y="4750636"/>
            <a:ext cx="136832" cy="1010084"/>
          </a:xfrm>
          <a:prstGeom prst="rect">
            <a:avLst/>
          </a:prstGeom>
          <a:solidFill>
            <a:srgbClr val="0E8A62"/>
          </a:solidFill>
          <a:ln w="12700">
            <a:solidFill>
              <a:srgbClr val="0E8A62"/>
            </a:solidFill>
            <a:prstDash val="solid"/>
          </a:ln>
        </p:spPr>
      </p:sp>
      <p:sp>
        <p:nvSpPr>
          <p:cNvPr id="50" name="Shape 48"/>
          <p:cNvSpPr/>
          <p:nvPr/>
        </p:nvSpPr>
        <p:spPr>
          <a:xfrm>
            <a:off x="7879520" y="4376791"/>
            <a:ext cx="136832" cy="355557"/>
          </a:xfrm>
          <a:prstGeom prst="rect">
            <a:avLst/>
          </a:prstGeom>
          <a:solidFill>
            <a:srgbClr val="D48F0F"/>
          </a:solidFill>
          <a:ln w="12700">
            <a:solidFill>
              <a:srgbClr val="D48F0F"/>
            </a:solidFill>
            <a:prstDash val="solid"/>
          </a:ln>
        </p:spPr>
      </p:sp>
      <p:sp>
        <p:nvSpPr>
          <p:cNvPr id="51" name="Shape 49"/>
          <p:cNvSpPr/>
          <p:nvPr/>
        </p:nvSpPr>
        <p:spPr>
          <a:xfrm>
            <a:off x="8086841" y="5404729"/>
            <a:ext cx="136832" cy="355991"/>
          </a:xfrm>
          <a:prstGeom prst="rect">
            <a:avLst/>
          </a:prstGeom>
          <a:solidFill>
            <a:srgbClr val="0E8A62"/>
          </a:solidFill>
          <a:ln w="12700">
            <a:solidFill>
              <a:srgbClr val="0E8A62"/>
            </a:solidFill>
            <a:prstDash val="solid"/>
          </a:ln>
        </p:spPr>
      </p:sp>
      <p:sp>
        <p:nvSpPr>
          <p:cNvPr id="52" name="Shape 50"/>
          <p:cNvSpPr/>
          <p:nvPr/>
        </p:nvSpPr>
        <p:spPr>
          <a:xfrm>
            <a:off x="8086841" y="5181288"/>
            <a:ext cx="136832" cy="205153"/>
          </a:xfrm>
          <a:prstGeom prst="rect">
            <a:avLst/>
          </a:prstGeom>
          <a:solidFill>
            <a:srgbClr val="D48F0F"/>
          </a:solidFill>
          <a:ln w="12700">
            <a:solidFill>
              <a:srgbClr val="D48F0F"/>
            </a:solidFill>
            <a:prstDash val="solid"/>
          </a:ln>
        </p:spPr>
      </p:sp>
      <p:sp>
        <p:nvSpPr>
          <p:cNvPr id="53" name="Shape 51"/>
          <p:cNvSpPr/>
          <p:nvPr/>
        </p:nvSpPr>
        <p:spPr>
          <a:xfrm>
            <a:off x="1417320" y="5760720"/>
            <a:ext cx="9951415" cy="0"/>
          </a:xfrm>
          <a:prstGeom prst="line">
            <a:avLst/>
          </a:prstGeom>
          <a:noFill/>
          <a:ln w="9525">
            <a:solidFill>
              <a:srgbClr val="5B6661"/>
            </a:solidFill>
            <a:prstDash val="solid"/>
          </a:ln>
        </p:spPr>
      </p:sp>
      <p:sp>
        <p:nvSpPr>
          <p:cNvPr id="54" name="Text 52"/>
          <p:cNvSpPr txBox="1"/>
          <p:nvPr/>
        </p:nvSpPr>
        <p:spPr>
          <a:xfrm>
            <a:off x="1880845" y="5833872"/>
            <a:ext cx="731520" cy="201168"/>
          </a:xfrm>
          <a:prstGeom prst="rect">
            <a:avLst/>
          </a:prstGeom>
          <a:noFill/>
          <a:ln/>
        </p:spPr>
        <p:txBody>
          <a:bodyPr wrap="square" lIns="0" tIns="0" rIns="0" bIns="0" rtlCol="0" anchor="t"/>
          <a:lstStyle/>
          <a:p>
            <a:pPr algn="ctr" indent="0" marL="0">
              <a:buNone/>
            </a:pPr>
            <a:r>
              <a:rPr lang="en-US" sz="1000" dirty="0">
                <a:solidFill>
                  <a:srgbClr val="8D9792"/>
                </a:solidFill>
                <a:latin typeface="Arial" pitchFamily="34" charset="0"/>
                <a:ea typeface="Arial" pitchFamily="34" charset="-122"/>
                <a:cs typeface="Arial" pitchFamily="34" charset="-120"/>
              </a:rPr>
              <a:t>03:00</a:t>
            </a:r>
            <a:endParaRPr lang="en-US" sz="1000" dirty="0"/>
          </a:p>
        </p:txBody>
      </p:sp>
      <p:sp>
        <p:nvSpPr>
          <p:cNvPr id="55" name="Text 53"/>
          <p:cNvSpPr txBox="1"/>
          <p:nvPr/>
        </p:nvSpPr>
        <p:spPr>
          <a:xfrm>
            <a:off x="3124772" y="5833872"/>
            <a:ext cx="731520" cy="201168"/>
          </a:xfrm>
          <a:prstGeom prst="rect">
            <a:avLst/>
          </a:prstGeom>
          <a:noFill/>
          <a:ln/>
        </p:spPr>
        <p:txBody>
          <a:bodyPr wrap="square" lIns="0" tIns="0" rIns="0" bIns="0" rtlCol="0" anchor="t"/>
          <a:lstStyle/>
          <a:p>
            <a:pPr algn="ctr" indent="0" marL="0">
              <a:buNone/>
            </a:pPr>
            <a:r>
              <a:rPr lang="en-US" sz="1000" dirty="0">
                <a:solidFill>
                  <a:srgbClr val="8D9792"/>
                </a:solidFill>
                <a:latin typeface="Arial" pitchFamily="34" charset="0"/>
                <a:ea typeface="Arial" pitchFamily="34" charset="-122"/>
                <a:cs typeface="Arial" pitchFamily="34" charset="-120"/>
              </a:rPr>
              <a:t>06:00</a:t>
            </a:r>
            <a:endParaRPr lang="en-US" sz="1000" dirty="0"/>
          </a:p>
        </p:txBody>
      </p:sp>
      <p:sp>
        <p:nvSpPr>
          <p:cNvPr id="56" name="Text 54"/>
          <p:cNvSpPr txBox="1"/>
          <p:nvPr/>
        </p:nvSpPr>
        <p:spPr>
          <a:xfrm>
            <a:off x="4368698" y="5833872"/>
            <a:ext cx="731520" cy="201168"/>
          </a:xfrm>
          <a:prstGeom prst="rect">
            <a:avLst/>
          </a:prstGeom>
          <a:noFill/>
          <a:ln/>
        </p:spPr>
        <p:txBody>
          <a:bodyPr wrap="square" lIns="0" tIns="0" rIns="0" bIns="0" rtlCol="0" anchor="t"/>
          <a:lstStyle/>
          <a:p>
            <a:pPr algn="ctr" indent="0" marL="0">
              <a:buNone/>
            </a:pPr>
            <a:r>
              <a:rPr lang="en-US" sz="1000" dirty="0">
                <a:solidFill>
                  <a:srgbClr val="8D9792"/>
                </a:solidFill>
                <a:latin typeface="Arial" pitchFamily="34" charset="0"/>
                <a:ea typeface="Arial" pitchFamily="34" charset="-122"/>
                <a:cs typeface="Arial" pitchFamily="34" charset="-120"/>
              </a:rPr>
              <a:t>09:00</a:t>
            </a:r>
            <a:endParaRPr lang="en-US" sz="1000" dirty="0"/>
          </a:p>
        </p:txBody>
      </p:sp>
      <p:sp>
        <p:nvSpPr>
          <p:cNvPr id="57" name="Text 55"/>
          <p:cNvSpPr txBox="1"/>
          <p:nvPr/>
        </p:nvSpPr>
        <p:spPr>
          <a:xfrm>
            <a:off x="5612625" y="5833872"/>
            <a:ext cx="731520" cy="201168"/>
          </a:xfrm>
          <a:prstGeom prst="rect">
            <a:avLst/>
          </a:prstGeom>
          <a:noFill/>
          <a:ln/>
        </p:spPr>
        <p:txBody>
          <a:bodyPr wrap="square" lIns="0" tIns="0" rIns="0" bIns="0" rtlCol="0" anchor="t"/>
          <a:lstStyle/>
          <a:p>
            <a:pPr algn="ctr" indent="0" marL="0">
              <a:buNone/>
            </a:pPr>
            <a:r>
              <a:rPr lang="en-US" sz="1000" dirty="0">
                <a:solidFill>
                  <a:srgbClr val="8D9792"/>
                </a:solidFill>
                <a:latin typeface="Arial" pitchFamily="34" charset="0"/>
                <a:ea typeface="Arial" pitchFamily="34" charset="-122"/>
                <a:cs typeface="Arial" pitchFamily="34" charset="-120"/>
              </a:rPr>
              <a:t>12:00</a:t>
            </a:r>
            <a:endParaRPr lang="en-US" sz="1000" dirty="0"/>
          </a:p>
        </p:txBody>
      </p:sp>
      <p:sp>
        <p:nvSpPr>
          <p:cNvPr id="58" name="Text 56"/>
          <p:cNvSpPr txBox="1"/>
          <p:nvPr/>
        </p:nvSpPr>
        <p:spPr>
          <a:xfrm>
            <a:off x="6856552" y="5833872"/>
            <a:ext cx="731520" cy="201168"/>
          </a:xfrm>
          <a:prstGeom prst="rect">
            <a:avLst/>
          </a:prstGeom>
          <a:noFill/>
          <a:ln/>
        </p:spPr>
        <p:txBody>
          <a:bodyPr wrap="square" lIns="0" tIns="0" rIns="0" bIns="0" rtlCol="0" anchor="t"/>
          <a:lstStyle/>
          <a:p>
            <a:pPr algn="ctr" indent="0" marL="0">
              <a:buNone/>
            </a:pPr>
            <a:r>
              <a:rPr lang="en-US" sz="1000" dirty="0">
                <a:solidFill>
                  <a:srgbClr val="8D9792"/>
                </a:solidFill>
                <a:latin typeface="Arial" pitchFamily="34" charset="0"/>
                <a:ea typeface="Arial" pitchFamily="34" charset="-122"/>
                <a:cs typeface="Arial" pitchFamily="34" charset="-120"/>
              </a:rPr>
              <a:t>15:00</a:t>
            </a:r>
            <a:endParaRPr lang="en-US" sz="1000" dirty="0"/>
          </a:p>
        </p:txBody>
      </p:sp>
      <p:sp>
        <p:nvSpPr>
          <p:cNvPr id="59" name="Text 57"/>
          <p:cNvSpPr txBox="1"/>
          <p:nvPr/>
        </p:nvSpPr>
        <p:spPr>
          <a:xfrm>
            <a:off x="8100479" y="5833872"/>
            <a:ext cx="731520" cy="201168"/>
          </a:xfrm>
          <a:prstGeom prst="rect">
            <a:avLst/>
          </a:prstGeom>
          <a:noFill/>
          <a:ln/>
        </p:spPr>
        <p:txBody>
          <a:bodyPr wrap="square" lIns="0" tIns="0" rIns="0" bIns="0" rtlCol="0" anchor="t"/>
          <a:lstStyle/>
          <a:p>
            <a:pPr algn="ctr" indent="0" marL="0">
              <a:buNone/>
            </a:pPr>
            <a:r>
              <a:rPr lang="en-US" sz="1000" dirty="0">
                <a:solidFill>
                  <a:srgbClr val="8D9792"/>
                </a:solidFill>
                <a:latin typeface="Arial" pitchFamily="34" charset="0"/>
                <a:ea typeface="Arial" pitchFamily="34" charset="-122"/>
                <a:cs typeface="Arial" pitchFamily="34" charset="-120"/>
              </a:rPr>
              <a:t>18:00</a:t>
            </a:r>
            <a:endParaRPr lang="en-US" sz="1000" dirty="0"/>
          </a:p>
        </p:txBody>
      </p:sp>
      <p:sp>
        <p:nvSpPr>
          <p:cNvPr id="60" name="Text 58"/>
          <p:cNvSpPr txBox="1"/>
          <p:nvPr/>
        </p:nvSpPr>
        <p:spPr>
          <a:xfrm>
            <a:off x="9344406" y="5833872"/>
            <a:ext cx="731520" cy="201168"/>
          </a:xfrm>
          <a:prstGeom prst="rect">
            <a:avLst/>
          </a:prstGeom>
          <a:noFill/>
          <a:ln/>
        </p:spPr>
        <p:txBody>
          <a:bodyPr wrap="square" lIns="0" tIns="0" rIns="0" bIns="0" rtlCol="0" anchor="t"/>
          <a:lstStyle/>
          <a:p>
            <a:pPr algn="ctr" indent="0" marL="0">
              <a:buNone/>
            </a:pPr>
            <a:r>
              <a:rPr lang="en-US" sz="1000" dirty="0">
                <a:solidFill>
                  <a:srgbClr val="8D9792"/>
                </a:solidFill>
                <a:latin typeface="Arial" pitchFamily="34" charset="0"/>
                <a:ea typeface="Arial" pitchFamily="34" charset="-122"/>
                <a:cs typeface="Arial" pitchFamily="34" charset="-120"/>
              </a:rPr>
              <a:t>21:00</a:t>
            </a:r>
            <a:endParaRPr lang="en-US" sz="1000" dirty="0"/>
          </a:p>
        </p:txBody>
      </p:sp>
      <p:sp>
        <p:nvSpPr>
          <p:cNvPr id="61" name="Text 59"/>
          <p:cNvSpPr txBox="1"/>
          <p:nvPr/>
        </p:nvSpPr>
        <p:spPr>
          <a:xfrm>
            <a:off x="10588333" y="5833872"/>
            <a:ext cx="731520" cy="201168"/>
          </a:xfrm>
          <a:prstGeom prst="rect">
            <a:avLst/>
          </a:prstGeom>
          <a:noFill/>
          <a:ln/>
        </p:spPr>
        <p:txBody>
          <a:bodyPr wrap="square" lIns="0" tIns="0" rIns="0" bIns="0" rtlCol="0" anchor="t"/>
          <a:lstStyle/>
          <a:p>
            <a:pPr algn="ctr" indent="0" marL="0">
              <a:buNone/>
            </a:pPr>
            <a:r>
              <a:rPr lang="en-US" sz="1000" dirty="0">
                <a:solidFill>
                  <a:srgbClr val="8D9792"/>
                </a:solidFill>
                <a:latin typeface="Arial" pitchFamily="34" charset="0"/>
                <a:ea typeface="Arial" pitchFamily="34" charset="-122"/>
                <a:cs typeface="Arial" pitchFamily="34" charset="-120"/>
              </a:rPr>
              <a:t>00:00</a:t>
            </a:r>
            <a:endParaRPr lang="en-US" sz="1000" dirty="0"/>
          </a:p>
        </p:txBody>
      </p:sp>
      <p:sp>
        <p:nvSpPr>
          <p:cNvPr id="62" name="Shape 60"/>
          <p:cNvSpPr/>
          <p:nvPr/>
        </p:nvSpPr>
        <p:spPr>
          <a:xfrm>
            <a:off x="1417320" y="2249424"/>
            <a:ext cx="118872" cy="118872"/>
          </a:xfrm>
          <a:prstGeom prst="rect">
            <a:avLst/>
          </a:prstGeom>
          <a:solidFill>
            <a:srgbClr val="0E8A62"/>
          </a:solidFill>
          <a:ln w="12700">
            <a:solidFill>
              <a:srgbClr val="0E8A62"/>
            </a:solidFill>
            <a:prstDash val="solid"/>
          </a:ln>
        </p:spPr>
      </p:sp>
      <p:sp>
        <p:nvSpPr>
          <p:cNvPr id="63" name="Text 61"/>
          <p:cNvSpPr txBox="1"/>
          <p:nvPr/>
        </p:nvSpPr>
        <p:spPr>
          <a:xfrm>
            <a:off x="1600200" y="2212848"/>
            <a:ext cx="2103120" cy="201168"/>
          </a:xfrm>
          <a:prstGeom prst="rect">
            <a:avLst/>
          </a:prstGeom>
          <a:noFill/>
          <a:ln/>
        </p:spPr>
        <p:txBody>
          <a:bodyPr wrap="square" lIns="0" tIns="0" rIns="0" bIns="0" rtlCol="0" anchor="t"/>
          <a:lstStyle/>
          <a:p>
            <a:pPr indent="0" marL="0">
              <a:buNone/>
            </a:pPr>
            <a:r>
              <a:rPr lang="en-US" sz="1200" dirty="0">
                <a:solidFill>
                  <a:srgbClr val="17201C"/>
                </a:solidFill>
                <a:latin typeface="Arial" pitchFamily="34" charset="0"/>
                <a:ea typeface="Arial" pitchFamily="34" charset="-122"/>
                <a:cs typeface="Arial" pitchFamily="34" charset="-120"/>
              </a:rPr>
              <a:t>Wind  4,353 MWh</a:t>
            </a:r>
            <a:endParaRPr lang="en-US" sz="1200" dirty="0"/>
          </a:p>
        </p:txBody>
      </p:sp>
      <p:sp>
        <p:nvSpPr>
          <p:cNvPr id="64" name="Shape 62"/>
          <p:cNvSpPr/>
          <p:nvPr/>
        </p:nvSpPr>
        <p:spPr>
          <a:xfrm>
            <a:off x="3429000" y="2249424"/>
            <a:ext cx="118872" cy="118872"/>
          </a:xfrm>
          <a:prstGeom prst="rect">
            <a:avLst/>
          </a:prstGeom>
          <a:solidFill>
            <a:srgbClr val="D48F0F"/>
          </a:solidFill>
          <a:ln w="12700">
            <a:solidFill>
              <a:srgbClr val="D48F0F"/>
            </a:solidFill>
            <a:prstDash val="solid"/>
          </a:ln>
        </p:spPr>
      </p:sp>
      <p:sp>
        <p:nvSpPr>
          <p:cNvPr id="65" name="Text 63"/>
          <p:cNvSpPr txBox="1"/>
          <p:nvPr/>
        </p:nvSpPr>
        <p:spPr>
          <a:xfrm>
            <a:off x="3611880" y="2212848"/>
            <a:ext cx="2103120" cy="201168"/>
          </a:xfrm>
          <a:prstGeom prst="rect">
            <a:avLst/>
          </a:prstGeom>
          <a:noFill/>
          <a:ln/>
        </p:spPr>
        <p:txBody>
          <a:bodyPr wrap="square" lIns="0" tIns="0" rIns="0" bIns="0" rtlCol="0" anchor="t"/>
          <a:lstStyle/>
          <a:p>
            <a:pPr indent="0" marL="0">
              <a:buNone/>
            </a:pPr>
            <a:r>
              <a:rPr lang="en-US" sz="1200" dirty="0">
                <a:solidFill>
                  <a:srgbClr val="17201C"/>
                </a:solidFill>
                <a:latin typeface="Arial" pitchFamily="34" charset="0"/>
                <a:ea typeface="Arial" pitchFamily="34" charset="-122"/>
                <a:cs typeface="Arial" pitchFamily="34" charset="-120"/>
              </a:rPr>
              <a:t>Solar  2,564 MWh</a:t>
            </a:r>
            <a:endParaRPr lang="en-US" sz="1200" dirty="0"/>
          </a:p>
        </p:txBody>
      </p:sp>
      <p:sp>
        <p:nvSpPr>
          <p:cNvPr id="66" name="Text 64"/>
          <p:cNvSpPr txBox="1"/>
          <p:nvPr/>
        </p:nvSpPr>
        <p:spPr>
          <a:xfrm>
            <a:off x="822960" y="6144768"/>
            <a:ext cx="10545775" cy="228600"/>
          </a:xfrm>
          <a:prstGeom prst="rect">
            <a:avLst/>
          </a:prstGeom>
          <a:noFill/>
          <a:ln/>
        </p:spPr>
        <p:txBody>
          <a:bodyPr wrap="square" lIns="0" tIns="0" rIns="0" bIns="0" rtlCol="0" anchor="t"/>
          <a:lstStyle/>
          <a:p>
            <a:pPr indent="0" marL="0">
              <a:buNone/>
            </a:pPr>
            <a:r>
              <a:rPr lang="en-US" sz="1000" dirty="0">
                <a:solidFill>
                  <a:srgbClr val="8D9792"/>
                </a:solidFill>
                <a:latin typeface="Arial" pitchFamily="34" charset="0"/>
                <a:ea typeface="Arial" pitchFamily="34" charset="-122"/>
                <a:cs typeface="Arial" pitchFamily="34" charset="-120"/>
              </a:rPr>
              <a:t>Irish time. Source: EirGrid half-hourly dispatch-down workbooks (curtailment, Ireland), via the GridToEv archive. 345,000 = 6,917 MWh ÷ 20 kWh.</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22960" y="658368"/>
            <a:ext cx="10545775" cy="1097280"/>
          </a:xfrm>
          <a:prstGeom prst="rect">
            <a:avLst/>
          </a:prstGeom>
          <a:noFill/>
          <a:ln/>
        </p:spPr>
        <p:txBody>
          <a:bodyPr wrap="square" lIns="0" tIns="0" rIns="0" bIns="0" rtlCol="0" anchor="t"/>
          <a:lstStyle/>
          <a:p>
            <a:pPr indent="0" marL="0">
              <a:buNone/>
            </a:pPr>
            <a:r>
              <a:rPr lang="en-US" sz="3400" dirty="0">
                <a:solidFill>
                  <a:srgbClr val="17201C"/>
                </a:solidFill>
                <a:latin typeface="Arial" pitchFamily="34" charset="0"/>
                <a:ea typeface="Arial" pitchFamily="34" charset="-122"/>
                <a:cs typeface="Arial" pitchFamily="34" charset="-120"/>
              </a:rPr>
              <a:t>Why not just charge cars with it?</a:t>
            </a:r>
            <a:endParaRPr lang="en-US" sz="3400" dirty="0"/>
          </a:p>
        </p:txBody>
      </p:sp>
      <p:sp>
        <p:nvSpPr>
          <p:cNvPr id="3" name="Text 1"/>
          <p:cNvSpPr txBox="1"/>
          <p:nvPr/>
        </p:nvSpPr>
        <p:spPr>
          <a:xfrm>
            <a:off x="822960" y="1874520"/>
            <a:ext cx="457200" cy="457200"/>
          </a:xfrm>
          <a:prstGeom prst="rect">
            <a:avLst/>
          </a:prstGeom>
          <a:noFill/>
          <a:ln/>
        </p:spPr>
        <p:txBody>
          <a:bodyPr wrap="square" lIns="0" tIns="0" rIns="0" bIns="0" rtlCol="0" anchor="t"/>
          <a:lstStyle/>
          <a:p>
            <a:pPr indent="0" marL="0">
              <a:buNone/>
            </a:pPr>
            <a:r>
              <a:rPr lang="en-US" sz="2600" dirty="0">
                <a:solidFill>
                  <a:srgbClr val="8D9792"/>
                </a:solidFill>
                <a:latin typeface="Arial" pitchFamily="34" charset="0"/>
                <a:ea typeface="Arial" pitchFamily="34" charset="-122"/>
                <a:cs typeface="Arial" pitchFamily="34" charset="-120"/>
              </a:rPr>
              <a:t>1</a:t>
            </a:r>
            <a:endParaRPr lang="en-US" sz="2600" dirty="0"/>
          </a:p>
        </p:txBody>
      </p:sp>
      <p:sp>
        <p:nvSpPr>
          <p:cNvPr id="4" name="Text 2"/>
          <p:cNvSpPr txBox="1"/>
          <p:nvPr/>
        </p:nvSpPr>
        <p:spPr>
          <a:xfrm>
            <a:off x="1417320" y="1874520"/>
            <a:ext cx="9601200" cy="457200"/>
          </a:xfrm>
          <a:prstGeom prst="rect">
            <a:avLst/>
          </a:prstGeom>
          <a:noFill/>
          <a:ln/>
        </p:spPr>
        <p:txBody>
          <a:bodyPr wrap="square" lIns="0" tIns="0" rIns="0" bIns="0" rtlCol="0" anchor="t"/>
          <a:lstStyle/>
          <a:p>
            <a:pPr indent="0" marL="0">
              <a:buNone/>
            </a:pPr>
            <a:r>
              <a:rPr lang="en-US" sz="2600" dirty="0">
                <a:solidFill>
                  <a:srgbClr val="17201C"/>
                </a:solidFill>
                <a:latin typeface="Arial" pitchFamily="34" charset="0"/>
                <a:ea typeface="Arial" pitchFamily="34" charset="-122"/>
                <a:cs typeface="Arial" pitchFamily="34" charset="-120"/>
              </a:rPr>
              <a:t>Will there be surplus in the next 30 minutes?</a:t>
            </a:r>
            <a:endParaRPr lang="en-US" sz="2600" dirty="0"/>
          </a:p>
        </p:txBody>
      </p:sp>
      <p:sp>
        <p:nvSpPr>
          <p:cNvPr id="5" name="Text 3"/>
          <p:cNvSpPr txBox="1"/>
          <p:nvPr/>
        </p:nvSpPr>
        <p:spPr>
          <a:xfrm>
            <a:off x="822960" y="2624328"/>
            <a:ext cx="457200" cy="457200"/>
          </a:xfrm>
          <a:prstGeom prst="rect">
            <a:avLst/>
          </a:prstGeom>
          <a:noFill/>
          <a:ln/>
        </p:spPr>
        <p:txBody>
          <a:bodyPr wrap="square" lIns="0" tIns="0" rIns="0" bIns="0" rtlCol="0" anchor="t"/>
          <a:lstStyle/>
          <a:p>
            <a:pPr indent="0" marL="0">
              <a:buNone/>
            </a:pPr>
            <a:r>
              <a:rPr lang="en-US" sz="2600" dirty="0">
                <a:solidFill>
                  <a:srgbClr val="8D9792"/>
                </a:solidFill>
                <a:latin typeface="Arial" pitchFamily="34" charset="0"/>
                <a:ea typeface="Arial" pitchFamily="34" charset="-122"/>
                <a:cs typeface="Arial" pitchFamily="34" charset="-120"/>
              </a:rPr>
              <a:t>2</a:t>
            </a:r>
            <a:endParaRPr lang="en-US" sz="2600" dirty="0"/>
          </a:p>
        </p:txBody>
      </p:sp>
      <p:sp>
        <p:nvSpPr>
          <p:cNvPr id="6" name="Text 4"/>
          <p:cNvSpPr txBox="1"/>
          <p:nvPr/>
        </p:nvSpPr>
        <p:spPr>
          <a:xfrm>
            <a:off x="1417320" y="2624328"/>
            <a:ext cx="9601200" cy="457200"/>
          </a:xfrm>
          <a:prstGeom prst="rect">
            <a:avLst/>
          </a:prstGeom>
          <a:noFill/>
          <a:ln/>
        </p:spPr>
        <p:txBody>
          <a:bodyPr wrap="square" lIns="0" tIns="0" rIns="0" bIns="0" rtlCol="0" anchor="t"/>
          <a:lstStyle/>
          <a:p>
            <a:pPr indent="0" marL="0">
              <a:buNone/>
            </a:pPr>
            <a:r>
              <a:rPr lang="en-US" sz="2600" dirty="0">
                <a:solidFill>
                  <a:srgbClr val="17201C"/>
                </a:solidFill>
                <a:latin typeface="Arial" pitchFamily="34" charset="0"/>
                <a:ea typeface="Arial" pitchFamily="34" charset="-122"/>
                <a:cs typeface="Arial" pitchFamily="34" charset="-120"/>
              </a:rPr>
              <a:t>Can this site physically take it?</a:t>
            </a:r>
            <a:endParaRPr lang="en-US" sz="2600" dirty="0"/>
          </a:p>
        </p:txBody>
      </p:sp>
      <p:sp>
        <p:nvSpPr>
          <p:cNvPr id="7" name="Text 5"/>
          <p:cNvSpPr txBox="1"/>
          <p:nvPr/>
        </p:nvSpPr>
        <p:spPr>
          <a:xfrm>
            <a:off x="822960" y="3374136"/>
            <a:ext cx="457200" cy="457200"/>
          </a:xfrm>
          <a:prstGeom prst="rect">
            <a:avLst/>
          </a:prstGeom>
          <a:noFill/>
          <a:ln/>
        </p:spPr>
        <p:txBody>
          <a:bodyPr wrap="square" lIns="0" tIns="0" rIns="0" bIns="0" rtlCol="0" anchor="t"/>
          <a:lstStyle/>
          <a:p>
            <a:pPr indent="0" marL="0">
              <a:buNone/>
            </a:pPr>
            <a:r>
              <a:rPr lang="en-US" sz="2600" dirty="0">
                <a:solidFill>
                  <a:srgbClr val="8D9792"/>
                </a:solidFill>
                <a:latin typeface="Arial" pitchFamily="34" charset="0"/>
                <a:ea typeface="Arial" pitchFamily="34" charset="-122"/>
                <a:cs typeface="Arial" pitchFamily="34" charset="-120"/>
              </a:rPr>
              <a:t>3</a:t>
            </a:r>
            <a:endParaRPr lang="en-US" sz="2600" dirty="0"/>
          </a:p>
        </p:txBody>
      </p:sp>
      <p:sp>
        <p:nvSpPr>
          <p:cNvPr id="8" name="Text 6"/>
          <p:cNvSpPr txBox="1"/>
          <p:nvPr/>
        </p:nvSpPr>
        <p:spPr>
          <a:xfrm>
            <a:off x="1417320" y="3374136"/>
            <a:ext cx="9601200" cy="457200"/>
          </a:xfrm>
          <a:prstGeom prst="rect">
            <a:avLst/>
          </a:prstGeom>
          <a:noFill/>
          <a:ln/>
        </p:spPr>
        <p:txBody>
          <a:bodyPr wrap="square" lIns="0" tIns="0" rIns="0" bIns="0" rtlCol="0" anchor="t"/>
          <a:lstStyle/>
          <a:p>
            <a:pPr indent="0" marL="0">
              <a:buNone/>
            </a:pPr>
            <a:r>
              <a:rPr lang="en-US" sz="2600" dirty="0">
                <a:solidFill>
                  <a:srgbClr val="17201C"/>
                </a:solidFill>
                <a:latin typeface="Arial" pitchFamily="34" charset="0"/>
                <a:ea typeface="Arial" pitchFamily="34" charset="-122"/>
                <a:cs typeface="Arial" pitchFamily="34" charset="-120"/>
              </a:rPr>
              <a:t>Is it cheaper than ordinary smart charging?</a:t>
            </a:r>
            <a:endParaRPr lang="en-US" sz="2600" dirty="0"/>
          </a:p>
        </p:txBody>
      </p:sp>
      <p:sp>
        <p:nvSpPr>
          <p:cNvPr id="9" name="Text 7"/>
          <p:cNvSpPr txBox="1"/>
          <p:nvPr/>
        </p:nvSpPr>
        <p:spPr>
          <a:xfrm>
            <a:off x="822960" y="4123944"/>
            <a:ext cx="457200" cy="457200"/>
          </a:xfrm>
          <a:prstGeom prst="rect">
            <a:avLst/>
          </a:prstGeom>
          <a:noFill/>
          <a:ln/>
        </p:spPr>
        <p:txBody>
          <a:bodyPr wrap="square" lIns="0" tIns="0" rIns="0" bIns="0" rtlCol="0" anchor="t"/>
          <a:lstStyle/>
          <a:p>
            <a:pPr indent="0" marL="0">
              <a:buNone/>
            </a:pPr>
            <a:r>
              <a:rPr lang="en-US" sz="2600" dirty="0">
                <a:solidFill>
                  <a:srgbClr val="8D9792"/>
                </a:solidFill>
                <a:latin typeface="Arial" pitchFamily="34" charset="0"/>
                <a:ea typeface="Arial" pitchFamily="34" charset="-122"/>
                <a:cs typeface="Arial" pitchFamily="34" charset="-120"/>
              </a:rPr>
              <a:t>4</a:t>
            </a:r>
            <a:endParaRPr lang="en-US" sz="2600" dirty="0"/>
          </a:p>
        </p:txBody>
      </p:sp>
      <p:sp>
        <p:nvSpPr>
          <p:cNvPr id="10" name="Text 8"/>
          <p:cNvSpPr txBox="1"/>
          <p:nvPr/>
        </p:nvSpPr>
        <p:spPr>
          <a:xfrm>
            <a:off x="1417320" y="4123944"/>
            <a:ext cx="9601200" cy="457200"/>
          </a:xfrm>
          <a:prstGeom prst="rect">
            <a:avLst/>
          </a:prstGeom>
          <a:noFill/>
          <a:ln/>
        </p:spPr>
        <p:txBody>
          <a:bodyPr wrap="square" lIns="0" tIns="0" rIns="0" bIns="0" rtlCol="0" anchor="t"/>
          <a:lstStyle/>
          <a:p>
            <a:pPr indent="0" marL="0">
              <a:buNone/>
            </a:pPr>
            <a:r>
              <a:rPr lang="en-US" sz="2600" dirty="0">
                <a:solidFill>
                  <a:srgbClr val="17201C"/>
                </a:solidFill>
                <a:latin typeface="Arial" pitchFamily="34" charset="0"/>
                <a:ea typeface="Arial" pitchFamily="34" charset="-122"/>
                <a:cs typeface="Arial" pitchFamily="34" charset="-120"/>
              </a:rPr>
              <a:t>Who gets the saving?</a:t>
            </a:r>
            <a:endParaRPr lang="en-US" sz="2600" dirty="0"/>
          </a:p>
        </p:txBody>
      </p:sp>
      <p:sp>
        <p:nvSpPr>
          <p:cNvPr id="11" name="Text 9"/>
          <p:cNvSpPr txBox="1"/>
          <p:nvPr/>
        </p:nvSpPr>
        <p:spPr>
          <a:xfrm>
            <a:off x="822960" y="5120640"/>
            <a:ext cx="10545775" cy="457200"/>
          </a:xfrm>
          <a:prstGeom prst="rect">
            <a:avLst/>
          </a:prstGeom>
          <a:noFill/>
          <a:ln/>
        </p:spPr>
        <p:txBody>
          <a:bodyPr wrap="square" lIns="0" tIns="0" rIns="0" bIns="0" rtlCol="0" anchor="t"/>
          <a:lstStyle/>
          <a:p>
            <a:pPr indent="0" marL="0">
              <a:buNone/>
            </a:pPr>
            <a:r>
              <a:rPr lang="en-US" sz="2600" b="1" dirty="0">
                <a:solidFill>
                  <a:srgbClr val="0E8A62"/>
                </a:solidFill>
                <a:latin typeface="Arial" pitchFamily="34" charset="0"/>
                <a:ea typeface="Arial" pitchFamily="34" charset="-122"/>
                <a:cs typeface="Arial" pitchFamily="34" charset="-120"/>
              </a:rPr>
              <a:t>SaveThePlanet answers all four, every half-hour.</a:t>
            </a:r>
            <a:endParaRPr lang="en-US" sz="2600" dirty="0"/>
          </a:p>
        </p:txBody>
      </p:sp>
      <p:sp>
        <p:nvSpPr>
          <p:cNvPr id="12" name="Text 10"/>
          <p:cNvSpPr txBox="1"/>
          <p:nvPr/>
        </p:nvSpPr>
        <p:spPr>
          <a:xfrm>
            <a:off x="822960" y="6419088"/>
            <a:ext cx="2743200" cy="201168"/>
          </a:xfrm>
          <a:prstGeom prst="rect">
            <a:avLst/>
          </a:prstGeom>
          <a:noFill/>
          <a:ln/>
        </p:spPr>
        <p:txBody>
          <a:bodyPr wrap="square" lIns="0" tIns="0" rIns="0" bIns="0" rtlCol="0" anchor="t"/>
          <a:lstStyle/>
          <a:p>
            <a:pPr indent="0" marL="0">
              <a:buNone/>
            </a:pPr>
            <a:r>
              <a:rPr lang="en-US" sz="900" dirty="0">
                <a:solidFill>
                  <a:srgbClr val="8D9792"/>
                </a:solidFill>
                <a:latin typeface="Arial" pitchFamily="34" charset="0"/>
                <a:ea typeface="Arial" pitchFamily="34" charset="-122"/>
                <a:cs typeface="Arial" pitchFamily="34" charset="-120"/>
              </a:rPr>
              <a:t>SaveThePlanet</a:t>
            </a:r>
            <a:endParaRPr lang="en-US" sz="900" dirty="0"/>
          </a:p>
        </p:txBody>
      </p:sp>
      <p:sp>
        <p:nvSpPr>
          <p:cNvPr id="13" name="Text 11"/>
          <p:cNvSpPr txBox="1"/>
          <p:nvPr/>
        </p:nvSpPr>
        <p:spPr>
          <a:xfrm>
            <a:off x="10454335" y="6419088"/>
            <a:ext cx="914400" cy="201168"/>
          </a:xfrm>
          <a:prstGeom prst="rect">
            <a:avLst/>
          </a:prstGeom>
          <a:noFill/>
          <a:ln/>
        </p:spPr>
        <p:txBody>
          <a:bodyPr wrap="square" lIns="0" tIns="0" rIns="0" bIns="0" rtlCol="0" anchor="t"/>
          <a:lstStyle/>
          <a:p>
            <a:pPr algn="r" indent="0" marL="0">
              <a:buNone/>
            </a:pPr>
            <a:r>
              <a:rPr lang="en-US" sz="900" dirty="0">
                <a:solidFill>
                  <a:srgbClr val="8D9792"/>
                </a:solidFill>
                <a:latin typeface="Arial" pitchFamily="34" charset="0"/>
                <a:ea typeface="Arial" pitchFamily="34" charset="-122"/>
                <a:cs typeface="Arial" pitchFamily="34" charset="-120"/>
              </a:rPr>
              <a:t>03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22960" y="658368"/>
            <a:ext cx="10545775" cy="1097280"/>
          </a:xfrm>
          <a:prstGeom prst="rect">
            <a:avLst/>
          </a:prstGeom>
          <a:noFill/>
          <a:ln/>
        </p:spPr>
        <p:txBody>
          <a:bodyPr wrap="square" lIns="0" tIns="0" rIns="0" bIns="0" rtlCol="0" anchor="t"/>
          <a:lstStyle/>
          <a:p>
            <a:pPr indent="0" marL="0">
              <a:buNone/>
            </a:pPr>
            <a:r>
              <a:rPr lang="en-US" sz="3400" dirty="0">
                <a:solidFill>
                  <a:srgbClr val="17201C"/>
                </a:solidFill>
                <a:latin typeface="Arial" pitchFamily="34" charset="0"/>
                <a:ea typeface="Arial" pitchFamily="34" charset="-122"/>
                <a:cs typeface="Arial" pitchFamily="34" charset="-120"/>
              </a:rPr>
              <a:t>Our dashboard, replaying a real half-hour.</a:t>
            </a:r>
            <a:endParaRPr lang="en-US" sz="3400" dirty="0"/>
          </a:p>
        </p:txBody>
      </p:sp>
      <p:sp>
        <p:nvSpPr>
          <p:cNvPr id="3" name="Shape 1"/>
          <p:cNvSpPr/>
          <p:nvPr/>
        </p:nvSpPr>
        <p:spPr>
          <a:xfrm>
            <a:off x="822960" y="1481328"/>
            <a:ext cx="8595360" cy="4834890"/>
          </a:xfrm>
          <a:prstGeom prst="rect">
            <a:avLst/>
          </a:prstGeom>
          <a:solidFill>
            <a:srgbClr val="F1F4F2"/>
          </a:solidFill>
          <a:ln w="12700">
            <a:solidFill>
              <a:srgbClr val="F1F4F2"/>
            </a:solidFill>
            <a:prstDash val="solid"/>
          </a:ln>
        </p:spPr>
      </p:sp>
      <p:sp>
        <p:nvSpPr>
          <p:cNvPr id="4" name="Text 2"/>
          <p:cNvSpPr txBox="1"/>
          <p:nvPr/>
        </p:nvSpPr>
        <p:spPr>
          <a:xfrm>
            <a:off x="1051560" y="5904738"/>
            <a:ext cx="8138160" cy="228600"/>
          </a:xfrm>
          <a:prstGeom prst="rect">
            <a:avLst/>
          </a:prstGeom>
          <a:noFill/>
          <a:ln/>
        </p:spPr>
        <p:txBody>
          <a:bodyPr wrap="square" lIns="0" tIns="0" rIns="0" bIns="0" rtlCol="0" anchor="t"/>
          <a:lstStyle/>
          <a:p>
            <a:pPr indent="0" marL="0">
              <a:buNone/>
            </a:pPr>
            <a:r>
              <a:rPr lang="en-US" sz="1100" dirty="0">
                <a:solidFill>
                  <a:srgbClr val="8D9792"/>
                </a:solidFill>
                <a:latin typeface="Arial" pitchFamily="34" charset="0"/>
                <a:ea typeface="Arial" pitchFamily="34" charset="-122"/>
                <a:cs typeface="Arial" pitchFamily="34" charset="-120"/>
              </a:rPr>
              <a:t>Screen recording 1 · Dashboard · 20 s</a:t>
            </a:r>
            <a:endParaRPr lang="en-US" sz="1100" dirty="0"/>
          </a:p>
        </p:txBody>
      </p:sp>
      <p:sp>
        <p:nvSpPr>
          <p:cNvPr id="5" name="Text 3"/>
          <p:cNvSpPr txBox="1"/>
          <p:nvPr/>
        </p:nvSpPr>
        <p:spPr>
          <a:xfrm>
            <a:off x="9692640" y="1481328"/>
            <a:ext cx="1676095" cy="1005840"/>
          </a:xfrm>
          <a:prstGeom prst="rect">
            <a:avLst/>
          </a:prstGeom>
          <a:noFill/>
          <a:ln/>
        </p:spPr>
        <p:txBody>
          <a:bodyPr wrap="square" lIns="0" tIns="0" rIns="0" bIns="0" rtlCol="0" anchor="t"/>
          <a:lstStyle/>
          <a:p>
            <a:pPr indent="0" marL="0">
              <a:buNone/>
            </a:pPr>
            <a:r>
              <a:rPr lang="en-US" sz="1300" dirty="0">
                <a:solidFill>
                  <a:srgbClr val="5B6661"/>
                </a:solidFill>
                <a:latin typeface="Arial" pitchFamily="34" charset="0"/>
                <a:ea typeface="Arial" pitchFamily="34" charset="-122"/>
                <a:cs typeface="Arial" pitchFamily="34" charset="-120"/>
              </a:rPr>
              <a:t>The forecast, which cars charge, and the grid battery filling up.</a:t>
            </a:r>
            <a:endParaRPr lang="en-US" sz="1300" dirty="0"/>
          </a:p>
        </p:txBody>
      </p:sp>
      <p:sp>
        <p:nvSpPr>
          <p:cNvPr id="6" name="Text 4"/>
          <p:cNvSpPr txBox="1"/>
          <p:nvPr/>
        </p:nvSpPr>
        <p:spPr>
          <a:xfrm>
            <a:off x="9692640" y="2606040"/>
            <a:ext cx="1676095" cy="1005840"/>
          </a:xfrm>
          <a:prstGeom prst="rect">
            <a:avLst/>
          </a:prstGeom>
          <a:noFill/>
          <a:ln/>
        </p:spPr>
        <p:txBody>
          <a:bodyPr wrap="square" lIns="0" tIns="0" rIns="0" bIns="0" rtlCol="0" anchor="t"/>
          <a:lstStyle/>
          <a:p>
            <a:pPr indent="0" marL="0">
              <a:buNone/>
            </a:pPr>
            <a:r>
              <a:rPr lang="en-US" sz="1300" b="1" dirty="0">
                <a:solidFill>
                  <a:srgbClr val="6F4FE8"/>
                </a:solidFill>
                <a:latin typeface="Arial" pitchFamily="34" charset="0"/>
                <a:ea typeface="Arial" pitchFamily="34" charset="-122"/>
                <a:cs typeface="Arial" pitchFamily="34" charset="-120"/>
              </a:rPr>
              <a:t>Battery full? The surplus goes towards ESB’s hydrogen plants.</a:t>
            </a:r>
            <a:endParaRPr lang="en-US" sz="1300" dirty="0"/>
          </a:p>
        </p:txBody>
      </p:sp>
      <p:sp>
        <p:nvSpPr>
          <p:cNvPr id="7" name="Text 5"/>
          <p:cNvSpPr txBox="1"/>
          <p:nvPr/>
        </p:nvSpPr>
        <p:spPr>
          <a:xfrm>
            <a:off x="9692640" y="3611880"/>
            <a:ext cx="1676095" cy="457200"/>
          </a:xfrm>
          <a:prstGeom prst="rect">
            <a:avLst/>
          </a:prstGeom>
          <a:noFill/>
          <a:ln/>
        </p:spPr>
        <p:txBody>
          <a:bodyPr wrap="square" lIns="0" tIns="0" rIns="0" bIns="0" rtlCol="0" anchor="t"/>
          <a:lstStyle/>
          <a:p>
            <a:pPr indent="0" marL="0">
              <a:buNone/>
            </a:pPr>
            <a:r>
              <a:rPr lang="en-US" sz="1100" dirty="0">
                <a:solidFill>
                  <a:srgbClr val="8D9792"/>
                </a:solidFill>
                <a:latin typeface="Arial" pitchFamily="34" charset="0"/>
                <a:ea typeface="Arial" pitchFamily="34" charset="-122"/>
                <a:cs typeface="Arial" pitchFamily="34" charset="-120"/>
              </a:rPr>
              <a:t>Simulated: no ESB agreement yet.</a:t>
            </a:r>
            <a:endParaRPr lang="en-US" sz="1100" dirty="0"/>
          </a:p>
        </p:txBody>
      </p:sp>
      <p:sp>
        <p:nvSpPr>
          <p:cNvPr id="8" name="Text 6"/>
          <p:cNvSpPr txBox="1"/>
          <p:nvPr/>
        </p:nvSpPr>
        <p:spPr>
          <a:xfrm>
            <a:off x="822960" y="6419088"/>
            <a:ext cx="2743200" cy="201168"/>
          </a:xfrm>
          <a:prstGeom prst="rect">
            <a:avLst/>
          </a:prstGeom>
          <a:noFill/>
          <a:ln/>
        </p:spPr>
        <p:txBody>
          <a:bodyPr wrap="square" lIns="0" tIns="0" rIns="0" bIns="0" rtlCol="0" anchor="t"/>
          <a:lstStyle/>
          <a:p>
            <a:pPr indent="0" marL="0">
              <a:buNone/>
            </a:pPr>
            <a:r>
              <a:rPr lang="en-US" sz="900" dirty="0">
                <a:solidFill>
                  <a:srgbClr val="8D9792"/>
                </a:solidFill>
                <a:latin typeface="Arial" pitchFamily="34" charset="0"/>
                <a:ea typeface="Arial" pitchFamily="34" charset="-122"/>
                <a:cs typeface="Arial" pitchFamily="34" charset="-120"/>
              </a:rPr>
              <a:t>SaveThePlanet</a:t>
            </a:r>
            <a:endParaRPr lang="en-US" sz="900" dirty="0"/>
          </a:p>
        </p:txBody>
      </p:sp>
      <p:sp>
        <p:nvSpPr>
          <p:cNvPr id="9" name="Text 7"/>
          <p:cNvSpPr txBox="1"/>
          <p:nvPr/>
        </p:nvSpPr>
        <p:spPr>
          <a:xfrm>
            <a:off x="10454335" y="6419088"/>
            <a:ext cx="914400" cy="201168"/>
          </a:xfrm>
          <a:prstGeom prst="rect">
            <a:avLst/>
          </a:prstGeom>
          <a:noFill/>
          <a:ln/>
        </p:spPr>
        <p:txBody>
          <a:bodyPr wrap="square" lIns="0" tIns="0" rIns="0" bIns="0" rtlCol="0" anchor="t"/>
          <a:lstStyle/>
          <a:p>
            <a:pPr algn="r" indent="0" marL="0">
              <a:buNone/>
            </a:pPr>
            <a:r>
              <a:rPr lang="en-US" sz="900" dirty="0">
                <a:solidFill>
                  <a:srgbClr val="8D9792"/>
                </a:solidFill>
                <a:latin typeface="Arial" pitchFamily="34" charset="0"/>
                <a:ea typeface="Arial" pitchFamily="34" charset="-122"/>
                <a:cs typeface="Arial" pitchFamily="34" charset="-120"/>
              </a:rPr>
              <a:t>04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22960" y="658368"/>
            <a:ext cx="10545775" cy="1097280"/>
          </a:xfrm>
          <a:prstGeom prst="rect">
            <a:avLst/>
          </a:prstGeom>
          <a:noFill/>
          <a:ln/>
        </p:spPr>
        <p:txBody>
          <a:bodyPr wrap="square" lIns="0" tIns="0" rIns="0" bIns="0" rtlCol="0" anchor="t"/>
          <a:lstStyle/>
          <a:p>
            <a:pPr indent="0" marL="0">
              <a:buNone/>
            </a:pPr>
            <a:r>
              <a:rPr lang="en-US" sz="3400" dirty="0">
                <a:solidFill>
                  <a:srgbClr val="17201C"/>
                </a:solidFill>
                <a:latin typeface="Arial" pitchFamily="34" charset="0"/>
                <a:ea typeface="Arial" pitchFamily="34" charset="-122"/>
                <a:cs typeface="Arial" pitchFamily="34" charset="-120"/>
              </a:rPr>
              <a:t>Every half-hour of January, forecast 30 minutes ahead.</a:t>
            </a:r>
            <a:endParaRPr lang="en-US" sz="3400" dirty="0"/>
          </a:p>
        </p:txBody>
      </p:sp>
      <p:sp>
        <p:nvSpPr>
          <p:cNvPr id="3" name="Text 1"/>
          <p:cNvSpPr txBox="1"/>
          <p:nvPr/>
        </p:nvSpPr>
        <p:spPr>
          <a:xfrm>
            <a:off x="822960" y="1298448"/>
            <a:ext cx="10545775" cy="640080"/>
          </a:xfrm>
          <a:prstGeom prst="rect">
            <a:avLst/>
          </a:prstGeom>
          <a:noFill/>
          <a:ln/>
        </p:spPr>
        <p:txBody>
          <a:bodyPr wrap="square" lIns="0" tIns="0" rIns="0" bIns="0" rtlCol="0" anchor="t"/>
          <a:lstStyle/>
          <a:p>
            <a:pPr indent="0" marL="0">
              <a:buNone/>
            </a:pPr>
            <a:r>
              <a:rPr lang="en-US" sz="1600" dirty="0">
                <a:solidFill>
                  <a:srgbClr val="5B6661"/>
                </a:solidFill>
                <a:latin typeface="Arial" pitchFamily="34" charset="0"/>
                <a:ea typeface="Arial" pitchFamily="34" charset="-122"/>
                <a:cs typeface="Arial" pitchFamily="34" charset="-120"/>
              </a:rPr>
              <a:t>Real GridToEv predictions, replayed. The darker the square, the more power the model expected to be turned away.</a:t>
            </a:r>
            <a:endParaRPr lang="en-US" sz="1600" dirty="0"/>
          </a:p>
        </p:txBody>
      </p:sp>
      <p:sp>
        <p:nvSpPr>
          <p:cNvPr id="4" name="Shape 2"/>
          <p:cNvSpPr/>
          <p:nvPr/>
        </p:nvSpPr>
        <p:spPr>
          <a:xfrm>
            <a:off x="1580198" y="2331720"/>
            <a:ext cx="142761" cy="97231"/>
          </a:xfrm>
          <a:prstGeom prst="rect">
            <a:avLst/>
          </a:prstGeom>
          <a:solidFill>
            <a:srgbClr val="4FAA82"/>
          </a:solidFill>
          <a:ln w="12700">
            <a:solidFill>
              <a:srgbClr val="4FAA82"/>
            </a:solidFill>
            <a:prstDash val="solid"/>
          </a:ln>
        </p:spPr>
      </p:sp>
      <p:sp>
        <p:nvSpPr>
          <p:cNvPr id="5" name="Shape 3"/>
          <p:cNvSpPr/>
          <p:nvPr/>
        </p:nvSpPr>
        <p:spPr>
          <a:xfrm>
            <a:off x="1743075" y="2331720"/>
            <a:ext cx="142761" cy="97231"/>
          </a:xfrm>
          <a:prstGeom prst="rect">
            <a:avLst/>
          </a:prstGeom>
          <a:solidFill>
            <a:srgbClr val="268C64"/>
          </a:solidFill>
          <a:ln w="12700">
            <a:solidFill>
              <a:srgbClr val="268C64"/>
            </a:solidFill>
            <a:prstDash val="solid"/>
          </a:ln>
        </p:spPr>
      </p:sp>
      <p:sp>
        <p:nvSpPr>
          <p:cNvPr id="6" name="Shape 4"/>
          <p:cNvSpPr/>
          <p:nvPr/>
        </p:nvSpPr>
        <p:spPr>
          <a:xfrm>
            <a:off x="1905953" y="2331720"/>
            <a:ext cx="142761" cy="97231"/>
          </a:xfrm>
          <a:prstGeom prst="rect">
            <a:avLst/>
          </a:prstGeom>
          <a:solidFill>
            <a:srgbClr val="10704D"/>
          </a:solidFill>
          <a:ln w="12700">
            <a:solidFill>
              <a:srgbClr val="10704D"/>
            </a:solidFill>
            <a:prstDash val="solid"/>
          </a:ln>
        </p:spPr>
      </p:sp>
      <p:sp>
        <p:nvSpPr>
          <p:cNvPr id="7" name="Shape 5"/>
          <p:cNvSpPr/>
          <p:nvPr/>
        </p:nvSpPr>
        <p:spPr>
          <a:xfrm>
            <a:off x="2068830" y="2331720"/>
            <a:ext cx="142761" cy="97231"/>
          </a:xfrm>
          <a:prstGeom prst="rect">
            <a:avLst/>
          </a:prstGeom>
          <a:solidFill>
            <a:srgbClr val="10704D"/>
          </a:solidFill>
          <a:ln w="12700">
            <a:solidFill>
              <a:srgbClr val="10704D"/>
            </a:solidFill>
            <a:prstDash val="solid"/>
          </a:ln>
        </p:spPr>
      </p:sp>
      <p:sp>
        <p:nvSpPr>
          <p:cNvPr id="8" name="Shape 6"/>
          <p:cNvSpPr/>
          <p:nvPr/>
        </p:nvSpPr>
        <p:spPr>
          <a:xfrm>
            <a:off x="2231708" y="2331720"/>
            <a:ext cx="142761" cy="97231"/>
          </a:xfrm>
          <a:prstGeom prst="rect">
            <a:avLst/>
          </a:prstGeom>
          <a:solidFill>
            <a:srgbClr val="10704D"/>
          </a:solidFill>
          <a:ln w="12700">
            <a:solidFill>
              <a:srgbClr val="10704D"/>
            </a:solidFill>
            <a:prstDash val="solid"/>
          </a:ln>
        </p:spPr>
      </p:sp>
      <p:sp>
        <p:nvSpPr>
          <p:cNvPr id="9" name="Shape 7"/>
          <p:cNvSpPr/>
          <p:nvPr/>
        </p:nvSpPr>
        <p:spPr>
          <a:xfrm>
            <a:off x="2394585" y="2331720"/>
            <a:ext cx="142761" cy="97231"/>
          </a:xfrm>
          <a:prstGeom prst="rect">
            <a:avLst/>
          </a:prstGeom>
          <a:solidFill>
            <a:srgbClr val="10704D"/>
          </a:solidFill>
          <a:ln w="12700">
            <a:solidFill>
              <a:srgbClr val="10704D"/>
            </a:solidFill>
            <a:prstDash val="solid"/>
          </a:ln>
        </p:spPr>
      </p:sp>
      <p:sp>
        <p:nvSpPr>
          <p:cNvPr id="10" name="Shape 8"/>
          <p:cNvSpPr/>
          <p:nvPr/>
        </p:nvSpPr>
        <p:spPr>
          <a:xfrm>
            <a:off x="2557463" y="2331720"/>
            <a:ext cx="142761" cy="97231"/>
          </a:xfrm>
          <a:prstGeom prst="rect">
            <a:avLst/>
          </a:prstGeom>
          <a:solidFill>
            <a:srgbClr val="10704D"/>
          </a:solidFill>
          <a:ln w="12700">
            <a:solidFill>
              <a:srgbClr val="10704D"/>
            </a:solidFill>
            <a:prstDash val="solid"/>
          </a:ln>
        </p:spPr>
      </p:sp>
      <p:sp>
        <p:nvSpPr>
          <p:cNvPr id="11" name="Shape 9"/>
          <p:cNvSpPr/>
          <p:nvPr/>
        </p:nvSpPr>
        <p:spPr>
          <a:xfrm>
            <a:off x="2720340" y="2331720"/>
            <a:ext cx="142761" cy="97231"/>
          </a:xfrm>
          <a:prstGeom prst="rect">
            <a:avLst/>
          </a:prstGeom>
          <a:solidFill>
            <a:srgbClr val="10704D"/>
          </a:solidFill>
          <a:ln w="12700">
            <a:solidFill>
              <a:srgbClr val="10704D"/>
            </a:solidFill>
            <a:prstDash val="solid"/>
          </a:ln>
        </p:spPr>
      </p:sp>
      <p:sp>
        <p:nvSpPr>
          <p:cNvPr id="12" name="Shape 10"/>
          <p:cNvSpPr/>
          <p:nvPr/>
        </p:nvSpPr>
        <p:spPr>
          <a:xfrm>
            <a:off x="2883218" y="2331720"/>
            <a:ext cx="142761" cy="97231"/>
          </a:xfrm>
          <a:prstGeom prst="rect">
            <a:avLst/>
          </a:prstGeom>
          <a:solidFill>
            <a:srgbClr val="10704D"/>
          </a:solidFill>
          <a:ln w="12700">
            <a:solidFill>
              <a:srgbClr val="10704D"/>
            </a:solidFill>
            <a:prstDash val="solid"/>
          </a:ln>
        </p:spPr>
      </p:sp>
      <p:sp>
        <p:nvSpPr>
          <p:cNvPr id="13" name="Shape 11"/>
          <p:cNvSpPr/>
          <p:nvPr/>
        </p:nvSpPr>
        <p:spPr>
          <a:xfrm>
            <a:off x="3046095" y="2331720"/>
            <a:ext cx="142761" cy="97231"/>
          </a:xfrm>
          <a:prstGeom prst="rect">
            <a:avLst/>
          </a:prstGeom>
          <a:solidFill>
            <a:srgbClr val="10704D"/>
          </a:solidFill>
          <a:ln w="12700">
            <a:solidFill>
              <a:srgbClr val="10704D"/>
            </a:solidFill>
            <a:prstDash val="solid"/>
          </a:ln>
        </p:spPr>
      </p:sp>
      <p:sp>
        <p:nvSpPr>
          <p:cNvPr id="14" name="Shape 12"/>
          <p:cNvSpPr/>
          <p:nvPr/>
        </p:nvSpPr>
        <p:spPr>
          <a:xfrm>
            <a:off x="3208972" y="2331720"/>
            <a:ext cx="142761" cy="97231"/>
          </a:xfrm>
          <a:prstGeom prst="rect">
            <a:avLst/>
          </a:prstGeom>
          <a:solidFill>
            <a:srgbClr val="7CC4A1"/>
          </a:solidFill>
          <a:ln w="12700">
            <a:solidFill>
              <a:srgbClr val="7CC4A1"/>
            </a:solidFill>
            <a:prstDash val="solid"/>
          </a:ln>
        </p:spPr>
      </p:sp>
      <p:sp>
        <p:nvSpPr>
          <p:cNvPr id="15" name="Shape 13"/>
          <p:cNvSpPr/>
          <p:nvPr/>
        </p:nvSpPr>
        <p:spPr>
          <a:xfrm>
            <a:off x="3371850" y="2331720"/>
            <a:ext cx="142761" cy="97231"/>
          </a:xfrm>
          <a:prstGeom prst="rect">
            <a:avLst/>
          </a:prstGeom>
          <a:solidFill>
            <a:srgbClr val="7CC4A1"/>
          </a:solidFill>
          <a:ln w="12700">
            <a:solidFill>
              <a:srgbClr val="7CC4A1"/>
            </a:solidFill>
            <a:prstDash val="solid"/>
          </a:ln>
        </p:spPr>
      </p:sp>
      <p:sp>
        <p:nvSpPr>
          <p:cNvPr id="16" name="Shape 14"/>
          <p:cNvSpPr/>
          <p:nvPr/>
        </p:nvSpPr>
        <p:spPr>
          <a:xfrm>
            <a:off x="3534727" y="2331720"/>
            <a:ext cx="142761" cy="97231"/>
          </a:xfrm>
          <a:prstGeom prst="rect">
            <a:avLst/>
          </a:prstGeom>
          <a:solidFill>
            <a:srgbClr val="7CC4A1"/>
          </a:solidFill>
          <a:ln w="12700">
            <a:solidFill>
              <a:srgbClr val="7CC4A1"/>
            </a:solidFill>
            <a:prstDash val="solid"/>
          </a:ln>
        </p:spPr>
      </p:sp>
      <p:sp>
        <p:nvSpPr>
          <p:cNvPr id="17" name="Shape 15"/>
          <p:cNvSpPr/>
          <p:nvPr/>
        </p:nvSpPr>
        <p:spPr>
          <a:xfrm>
            <a:off x="3697605" y="2331720"/>
            <a:ext cx="142761" cy="97231"/>
          </a:xfrm>
          <a:prstGeom prst="rect">
            <a:avLst/>
          </a:prstGeom>
          <a:solidFill>
            <a:srgbClr val="E9EDEB"/>
          </a:solidFill>
          <a:ln w="12700">
            <a:solidFill>
              <a:srgbClr val="E9EDEB"/>
            </a:solidFill>
            <a:prstDash val="solid"/>
          </a:ln>
        </p:spPr>
      </p:sp>
      <p:sp>
        <p:nvSpPr>
          <p:cNvPr id="18" name="Shape 16"/>
          <p:cNvSpPr/>
          <p:nvPr/>
        </p:nvSpPr>
        <p:spPr>
          <a:xfrm>
            <a:off x="3860483" y="2331720"/>
            <a:ext cx="142761" cy="97231"/>
          </a:xfrm>
          <a:prstGeom prst="rect">
            <a:avLst/>
          </a:prstGeom>
          <a:solidFill>
            <a:srgbClr val="E9EDEB"/>
          </a:solidFill>
          <a:ln w="12700">
            <a:solidFill>
              <a:srgbClr val="E9EDEB"/>
            </a:solidFill>
            <a:prstDash val="solid"/>
          </a:ln>
        </p:spPr>
      </p:sp>
      <p:sp>
        <p:nvSpPr>
          <p:cNvPr id="19" name="Shape 17"/>
          <p:cNvSpPr/>
          <p:nvPr/>
        </p:nvSpPr>
        <p:spPr>
          <a:xfrm>
            <a:off x="4023360" y="2331720"/>
            <a:ext cx="142761" cy="97231"/>
          </a:xfrm>
          <a:prstGeom prst="rect">
            <a:avLst/>
          </a:prstGeom>
          <a:solidFill>
            <a:srgbClr val="E9EDEB"/>
          </a:solidFill>
          <a:ln w="12700">
            <a:solidFill>
              <a:srgbClr val="E9EDEB"/>
            </a:solidFill>
            <a:prstDash val="solid"/>
          </a:ln>
        </p:spPr>
      </p:sp>
      <p:sp>
        <p:nvSpPr>
          <p:cNvPr id="20" name="Shape 18"/>
          <p:cNvSpPr/>
          <p:nvPr/>
        </p:nvSpPr>
        <p:spPr>
          <a:xfrm>
            <a:off x="4186238" y="2331720"/>
            <a:ext cx="142761" cy="97231"/>
          </a:xfrm>
          <a:prstGeom prst="rect">
            <a:avLst/>
          </a:prstGeom>
          <a:solidFill>
            <a:srgbClr val="E9EDEB"/>
          </a:solidFill>
          <a:ln w="12700">
            <a:solidFill>
              <a:srgbClr val="E9EDEB"/>
            </a:solidFill>
            <a:prstDash val="solid"/>
          </a:ln>
        </p:spPr>
      </p:sp>
      <p:sp>
        <p:nvSpPr>
          <p:cNvPr id="21" name="Shape 19"/>
          <p:cNvSpPr/>
          <p:nvPr/>
        </p:nvSpPr>
        <p:spPr>
          <a:xfrm>
            <a:off x="4349115" y="2331720"/>
            <a:ext cx="142761" cy="97231"/>
          </a:xfrm>
          <a:prstGeom prst="rect">
            <a:avLst/>
          </a:prstGeom>
          <a:solidFill>
            <a:srgbClr val="E9EDEB"/>
          </a:solidFill>
          <a:ln w="12700">
            <a:solidFill>
              <a:srgbClr val="E9EDEB"/>
            </a:solidFill>
            <a:prstDash val="solid"/>
          </a:ln>
        </p:spPr>
      </p:sp>
      <p:sp>
        <p:nvSpPr>
          <p:cNvPr id="22" name="Shape 20"/>
          <p:cNvSpPr/>
          <p:nvPr/>
        </p:nvSpPr>
        <p:spPr>
          <a:xfrm>
            <a:off x="4511992" y="2331720"/>
            <a:ext cx="142761" cy="97231"/>
          </a:xfrm>
          <a:prstGeom prst="rect">
            <a:avLst/>
          </a:prstGeom>
          <a:solidFill>
            <a:srgbClr val="E9EDEB"/>
          </a:solidFill>
          <a:ln w="12700">
            <a:solidFill>
              <a:srgbClr val="E9EDEB"/>
            </a:solidFill>
            <a:prstDash val="solid"/>
          </a:ln>
        </p:spPr>
      </p:sp>
      <p:sp>
        <p:nvSpPr>
          <p:cNvPr id="23" name="Shape 21"/>
          <p:cNvSpPr/>
          <p:nvPr/>
        </p:nvSpPr>
        <p:spPr>
          <a:xfrm>
            <a:off x="4674870" y="2331720"/>
            <a:ext cx="142761" cy="97231"/>
          </a:xfrm>
          <a:prstGeom prst="rect">
            <a:avLst/>
          </a:prstGeom>
          <a:solidFill>
            <a:srgbClr val="E9EDEB"/>
          </a:solidFill>
          <a:ln w="12700">
            <a:solidFill>
              <a:srgbClr val="E9EDEB"/>
            </a:solidFill>
            <a:prstDash val="solid"/>
          </a:ln>
        </p:spPr>
      </p:sp>
      <p:sp>
        <p:nvSpPr>
          <p:cNvPr id="24" name="Shape 22"/>
          <p:cNvSpPr/>
          <p:nvPr/>
        </p:nvSpPr>
        <p:spPr>
          <a:xfrm>
            <a:off x="4837747" y="2331720"/>
            <a:ext cx="142761" cy="97231"/>
          </a:xfrm>
          <a:prstGeom prst="rect">
            <a:avLst/>
          </a:prstGeom>
          <a:solidFill>
            <a:srgbClr val="E9EDEB"/>
          </a:solidFill>
          <a:ln w="12700">
            <a:solidFill>
              <a:srgbClr val="E9EDEB"/>
            </a:solidFill>
            <a:prstDash val="solid"/>
          </a:ln>
        </p:spPr>
      </p:sp>
      <p:sp>
        <p:nvSpPr>
          <p:cNvPr id="25" name="Shape 23"/>
          <p:cNvSpPr/>
          <p:nvPr/>
        </p:nvSpPr>
        <p:spPr>
          <a:xfrm>
            <a:off x="5000625" y="2331720"/>
            <a:ext cx="142761" cy="97231"/>
          </a:xfrm>
          <a:prstGeom prst="rect">
            <a:avLst/>
          </a:prstGeom>
          <a:solidFill>
            <a:srgbClr val="E9EDEB"/>
          </a:solidFill>
          <a:ln w="12700">
            <a:solidFill>
              <a:srgbClr val="E9EDEB"/>
            </a:solidFill>
            <a:prstDash val="solid"/>
          </a:ln>
        </p:spPr>
      </p:sp>
      <p:sp>
        <p:nvSpPr>
          <p:cNvPr id="26" name="Shape 24"/>
          <p:cNvSpPr/>
          <p:nvPr/>
        </p:nvSpPr>
        <p:spPr>
          <a:xfrm>
            <a:off x="5163503" y="2331720"/>
            <a:ext cx="142761" cy="97231"/>
          </a:xfrm>
          <a:prstGeom prst="rect">
            <a:avLst/>
          </a:prstGeom>
          <a:solidFill>
            <a:srgbClr val="E9EDEB"/>
          </a:solidFill>
          <a:ln w="12700">
            <a:solidFill>
              <a:srgbClr val="E9EDEB"/>
            </a:solidFill>
            <a:prstDash val="solid"/>
          </a:ln>
        </p:spPr>
      </p:sp>
      <p:sp>
        <p:nvSpPr>
          <p:cNvPr id="27" name="Shape 25"/>
          <p:cNvSpPr/>
          <p:nvPr/>
        </p:nvSpPr>
        <p:spPr>
          <a:xfrm>
            <a:off x="5326380" y="2331720"/>
            <a:ext cx="142761" cy="97231"/>
          </a:xfrm>
          <a:prstGeom prst="rect">
            <a:avLst/>
          </a:prstGeom>
          <a:solidFill>
            <a:srgbClr val="E9EDEB"/>
          </a:solidFill>
          <a:ln w="12700">
            <a:solidFill>
              <a:srgbClr val="E9EDEB"/>
            </a:solidFill>
            <a:prstDash val="solid"/>
          </a:ln>
        </p:spPr>
      </p:sp>
      <p:sp>
        <p:nvSpPr>
          <p:cNvPr id="28" name="Shape 26"/>
          <p:cNvSpPr/>
          <p:nvPr/>
        </p:nvSpPr>
        <p:spPr>
          <a:xfrm>
            <a:off x="5489257" y="2331720"/>
            <a:ext cx="142761" cy="97231"/>
          </a:xfrm>
          <a:prstGeom prst="rect">
            <a:avLst/>
          </a:prstGeom>
          <a:solidFill>
            <a:srgbClr val="E9EDEB"/>
          </a:solidFill>
          <a:ln w="12700">
            <a:solidFill>
              <a:srgbClr val="E9EDEB"/>
            </a:solidFill>
            <a:prstDash val="solid"/>
          </a:ln>
        </p:spPr>
      </p:sp>
      <p:sp>
        <p:nvSpPr>
          <p:cNvPr id="29" name="Shape 27"/>
          <p:cNvSpPr/>
          <p:nvPr/>
        </p:nvSpPr>
        <p:spPr>
          <a:xfrm>
            <a:off x="5652135" y="2331720"/>
            <a:ext cx="142761" cy="97231"/>
          </a:xfrm>
          <a:prstGeom prst="rect">
            <a:avLst/>
          </a:prstGeom>
          <a:solidFill>
            <a:srgbClr val="E9EDEB"/>
          </a:solidFill>
          <a:ln w="12700">
            <a:solidFill>
              <a:srgbClr val="E9EDEB"/>
            </a:solidFill>
            <a:prstDash val="solid"/>
          </a:ln>
        </p:spPr>
      </p:sp>
      <p:sp>
        <p:nvSpPr>
          <p:cNvPr id="30" name="Shape 28"/>
          <p:cNvSpPr/>
          <p:nvPr/>
        </p:nvSpPr>
        <p:spPr>
          <a:xfrm>
            <a:off x="5815012" y="2331720"/>
            <a:ext cx="142761" cy="97231"/>
          </a:xfrm>
          <a:prstGeom prst="rect">
            <a:avLst/>
          </a:prstGeom>
          <a:solidFill>
            <a:srgbClr val="E9EDEB"/>
          </a:solidFill>
          <a:ln w="12700">
            <a:solidFill>
              <a:srgbClr val="E9EDEB"/>
            </a:solidFill>
            <a:prstDash val="solid"/>
          </a:ln>
        </p:spPr>
      </p:sp>
      <p:sp>
        <p:nvSpPr>
          <p:cNvPr id="31" name="Shape 29"/>
          <p:cNvSpPr/>
          <p:nvPr/>
        </p:nvSpPr>
        <p:spPr>
          <a:xfrm>
            <a:off x="5977890" y="2331720"/>
            <a:ext cx="142761" cy="97231"/>
          </a:xfrm>
          <a:prstGeom prst="rect">
            <a:avLst/>
          </a:prstGeom>
          <a:solidFill>
            <a:srgbClr val="E9EDEB"/>
          </a:solidFill>
          <a:ln w="12700">
            <a:solidFill>
              <a:srgbClr val="E9EDEB"/>
            </a:solidFill>
            <a:prstDash val="solid"/>
          </a:ln>
        </p:spPr>
      </p:sp>
      <p:sp>
        <p:nvSpPr>
          <p:cNvPr id="32" name="Shape 30"/>
          <p:cNvSpPr/>
          <p:nvPr/>
        </p:nvSpPr>
        <p:spPr>
          <a:xfrm>
            <a:off x="6140767" y="2331720"/>
            <a:ext cx="142761" cy="97231"/>
          </a:xfrm>
          <a:prstGeom prst="rect">
            <a:avLst/>
          </a:prstGeom>
          <a:solidFill>
            <a:srgbClr val="E9EDEB"/>
          </a:solidFill>
          <a:ln w="12700">
            <a:solidFill>
              <a:srgbClr val="E9EDEB"/>
            </a:solidFill>
            <a:prstDash val="solid"/>
          </a:ln>
        </p:spPr>
      </p:sp>
      <p:sp>
        <p:nvSpPr>
          <p:cNvPr id="33" name="Shape 31"/>
          <p:cNvSpPr/>
          <p:nvPr/>
        </p:nvSpPr>
        <p:spPr>
          <a:xfrm>
            <a:off x="6303645" y="2331720"/>
            <a:ext cx="142761" cy="97231"/>
          </a:xfrm>
          <a:prstGeom prst="rect">
            <a:avLst/>
          </a:prstGeom>
          <a:solidFill>
            <a:srgbClr val="E9EDEB"/>
          </a:solidFill>
          <a:ln w="12700">
            <a:solidFill>
              <a:srgbClr val="E9EDEB"/>
            </a:solidFill>
            <a:prstDash val="solid"/>
          </a:ln>
        </p:spPr>
      </p:sp>
      <p:sp>
        <p:nvSpPr>
          <p:cNvPr id="34" name="Shape 32"/>
          <p:cNvSpPr/>
          <p:nvPr/>
        </p:nvSpPr>
        <p:spPr>
          <a:xfrm>
            <a:off x="6466522" y="2331720"/>
            <a:ext cx="142761" cy="97231"/>
          </a:xfrm>
          <a:prstGeom prst="rect">
            <a:avLst/>
          </a:prstGeom>
          <a:solidFill>
            <a:srgbClr val="E9EDEB"/>
          </a:solidFill>
          <a:ln w="12700">
            <a:solidFill>
              <a:srgbClr val="E9EDEB"/>
            </a:solidFill>
            <a:prstDash val="solid"/>
          </a:ln>
        </p:spPr>
      </p:sp>
      <p:sp>
        <p:nvSpPr>
          <p:cNvPr id="35" name="Shape 33"/>
          <p:cNvSpPr/>
          <p:nvPr/>
        </p:nvSpPr>
        <p:spPr>
          <a:xfrm>
            <a:off x="6629400" y="2331720"/>
            <a:ext cx="142761" cy="97231"/>
          </a:xfrm>
          <a:prstGeom prst="rect">
            <a:avLst/>
          </a:prstGeom>
          <a:solidFill>
            <a:srgbClr val="E9EDEB"/>
          </a:solidFill>
          <a:ln w="12700">
            <a:solidFill>
              <a:srgbClr val="E9EDEB"/>
            </a:solidFill>
            <a:prstDash val="solid"/>
          </a:ln>
        </p:spPr>
      </p:sp>
      <p:sp>
        <p:nvSpPr>
          <p:cNvPr id="36" name="Shape 34"/>
          <p:cNvSpPr/>
          <p:nvPr/>
        </p:nvSpPr>
        <p:spPr>
          <a:xfrm>
            <a:off x="6792277" y="2331720"/>
            <a:ext cx="142761" cy="97231"/>
          </a:xfrm>
          <a:prstGeom prst="rect">
            <a:avLst/>
          </a:prstGeom>
          <a:solidFill>
            <a:srgbClr val="E9EDEB"/>
          </a:solidFill>
          <a:ln w="12700">
            <a:solidFill>
              <a:srgbClr val="E9EDEB"/>
            </a:solidFill>
            <a:prstDash val="solid"/>
          </a:ln>
        </p:spPr>
      </p:sp>
      <p:sp>
        <p:nvSpPr>
          <p:cNvPr id="37" name="Shape 35"/>
          <p:cNvSpPr/>
          <p:nvPr/>
        </p:nvSpPr>
        <p:spPr>
          <a:xfrm>
            <a:off x="6955155" y="2331720"/>
            <a:ext cx="142761" cy="97231"/>
          </a:xfrm>
          <a:prstGeom prst="rect">
            <a:avLst/>
          </a:prstGeom>
          <a:solidFill>
            <a:srgbClr val="E9EDEB"/>
          </a:solidFill>
          <a:ln w="12700">
            <a:solidFill>
              <a:srgbClr val="E9EDEB"/>
            </a:solidFill>
            <a:prstDash val="solid"/>
          </a:ln>
        </p:spPr>
      </p:sp>
      <p:sp>
        <p:nvSpPr>
          <p:cNvPr id="38" name="Shape 36"/>
          <p:cNvSpPr/>
          <p:nvPr/>
        </p:nvSpPr>
        <p:spPr>
          <a:xfrm>
            <a:off x="7118032" y="2331720"/>
            <a:ext cx="142761" cy="97231"/>
          </a:xfrm>
          <a:prstGeom prst="rect">
            <a:avLst/>
          </a:prstGeom>
          <a:solidFill>
            <a:srgbClr val="E9EDEB"/>
          </a:solidFill>
          <a:ln w="12700">
            <a:solidFill>
              <a:srgbClr val="E9EDEB"/>
            </a:solidFill>
            <a:prstDash val="solid"/>
          </a:ln>
        </p:spPr>
      </p:sp>
      <p:sp>
        <p:nvSpPr>
          <p:cNvPr id="39" name="Shape 37"/>
          <p:cNvSpPr/>
          <p:nvPr/>
        </p:nvSpPr>
        <p:spPr>
          <a:xfrm>
            <a:off x="7280910" y="2331720"/>
            <a:ext cx="142761" cy="97231"/>
          </a:xfrm>
          <a:prstGeom prst="rect">
            <a:avLst/>
          </a:prstGeom>
          <a:solidFill>
            <a:srgbClr val="E9EDEB"/>
          </a:solidFill>
          <a:ln w="12700">
            <a:solidFill>
              <a:srgbClr val="E9EDEB"/>
            </a:solidFill>
            <a:prstDash val="solid"/>
          </a:ln>
        </p:spPr>
      </p:sp>
      <p:sp>
        <p:nvSpPr>
          <p:cNvPr id="40" name="Shape 38"/>
          <p:cNvSpPr/>
          <p:nvPr/>
        </p:nvSpPr>
        <p:spPr>
          <a:xfrm>
            <a:off x="7443788" y="2331720"/>
            <a:ext cx="142761" cy="97231"/>
          </a:xfrm>
          <a:prstGeom prst="rect">
            <a:avLst/>
          </a:prstGeom>
          <a:solidFill>
            <a:srgbClr val="E9EDEB"/>
          </a:solidFill>
          <a:ln w="12700">
            <a:solidFill>
              <a:srgbClr val="E9EDEB"/>
            </a:solidFill>
            <a:prstDash val="solid"/>
          </a:ln>
        </p:spPr>
      </p:sp>
      <p:sp>
        <p:nvSpPr>
          <p:cNvPr id="41" name="Shape 39"/>
          <p:cNvSpPr/>
          <p:nvPr/>
        </p:nvSpPr>
        <p:spPr>
          <a:xfrm>
            <a:off x="7606665" y="2331720"/>
            <a:ext cx="142761" cy="97231"/>
          </a:xfrm>
          <a:prstGeom prst="rect">
            <a:avLst/>
          </a:prstGeom>
          <a:solidFill>
            <a:srgbClr val="E9EDEB"/>
          </a:solidFill>
          <a:ln w="12700">
            <a:solidFill>
              <a:srgbClr val="E9EDEB"/>
            </a:solidFill>
            <a:prstDash val="solid"/>
          </a:ln>
        </p:spPr>
      </p:sp>
      <p:sp>
        <p:nvSpPr>
          <p:cNvPr id="42" name="Shape 40"/>
          <p:cNvSpPr/>
          <p:nvPr/>
        </p:nvSpPr>
        <p:spPr>
          <a:xfrm>
            <a:off x="7769542" y="2331720"/>
            <a:ext cx="142761" cy="97231"/>
          </a:xfrm>
          <a:prstGeom prst="rect">
            <a:avLst/>
          </a:prstGeom>
          <a:solidFill>
            <a:srgbClr val="E9EDEB"/>
          </a:solidFill>
          <a:ln w="12700">
            <a:solidFill>
              <a:srgbClr val="E9EDEB"/>
            </a:solidFill>
            <a:prstDash val="solid"/>
          </a:ln>
        </p:spPr>
      </p:sp>
      <p:sp>
        <p:nvSpPr>
          <p:cNvPr id="43" name="Shape 41"/>
          <p:cNvSpPr/>
          <p:nvPr/>
        </p:nvSpPr>
        <p:spPr>
          <a:xfrm>
            <a:off x="7932420" y="2331720"/>
            <a:ext cx="142761" cy="97231"/>
          </a:xfrm>
          <a:prstGeom prst="rect">
            <a:avLst/>
          </a:prstGeom>
          <a:solidFill>
            <a:srgbClr val="E9EDEB"/>
          </a:solidFill>
          <a:ln w="12700">
            <a:solidFill>
              <a:srgbClr val="E9EDEB"/>
            </a:solidFill>
            <a:prstDash val="solid"/>
          </a:ln>
        </p:spPr>
      </p:sp>
      <p:sp>
        <p:nvSpPr>
          <p:cNvPr id="44" name="Shape 42"/>
          <p:cNvSpPr/>
          <p:nvPr/>
        </p:nvSpPr>
        <p:spPr>
          <a:xfrm>
            <a:off x="8095297" y="2331720"/>
            <a:ext cx="142761" cy="97231"/>
          </a:xfrm>
          <a:prstGeom prst="rect">
            <a:avLst/>
          </a:prstGeom>
          <a:solidFill>
            <a:srgbClr val="E9EDEB"/>
          </a:solidFill>
          <a:ln w="12700">
            <a:solidFill>
              <a:srgbClr val="E9EDEB"/>
            </a:solidFill>
            <a:prstDash val="solid"/>
          </a:ln>
        </p:spPr>
      </p:sp>
      <p:sp>
        <p:nvSpPr>
          <p:cNvPr id="45" name="Shape 43"/>
          <p:cNvSpPr/>
          <p:nvPr/>
        </p:nvSpPr>
        <p:spPr>
          <a:xfrm>
            <a:off x="8258175" y="2331720"/>
            <a:ext cx="142761" cy="97231"/>
          </a:xfrm>
          <a:prstGeom prst="rect">
            <a:avLst/>
          </a:prstGeom>
          <a:solidFill>
            <a:srgbClr val="E9EDEB"/>
          </a:solidFill>
          <a:ln w="12700">
            <a:solidFill>
              <a:srgbClr val="E9EDEB"/>
            </a:solidFill>
            <a:prstDash val="solid"/>
          </a:ln>
        </p:spPr>
      </p:sp>
      <p:sp>
        <p:nvSpPr>
          <p:cNvPr id="46" name="Shape 44"/>
          <p:cNvSpPr/>
          <p:nvPr/>
        </p:nvSpPr>
        <p:spPr>
          <a:xfrm>
            <a:off x="8421053" y="2331720"/>
            <a:ext cx="142761" cy="97231"/>
          </a:xfrm>
          <a:prstGeom prst="rect">
            <a:avLst/>
          </a:prstGeom>
          <a:solidFill>
            <a:srgbClr val="E9EDEB"/>
          </a:solidFill>
          <a:ln w="12700">
            <a:solidFill>
              <a:srgbClr val="E9EDEB"/>
            </a:solidFill>
            <a:prstDash val="solid"/>
          </a:ln>
        </p:spPr>
      </p:sp>
      <p:sp>
        <p:nvSpPr>
          <p:cNvPr id="47" name="Shape 45"/>
          <p:cNvSpPr/>
          <p:nvPr/>
        </p:nvSpPr>
        <p:spPr>
          <a:xfrm>
            <a:off x="8583930" y="2331720"/>
            <a:ext cx="142761" cy="97231"/>
          </a:xfrm>
          <a:prstGeom prst="rect">
            <a:avLst/>
          </a:prstGeom>
          <a:solidFill>
            <a:srgbClr val="E9EDEB"/>
          </a:solidFill>
          <a:ln w="12700">
            <a:solidFill>
              <a:srgbClr val="E9EDEB"/>
            </a:solidFill>
            <a:prstDash val="solid"/>
          </a:ln>
        </p:spPr>
      </p:sp>
      <p:sp>
        <p:nvSpPr>
          <p:cNvPr id="48" name="Shape 46"/>
          <p:cNvSpPr/>
          <p:nvPr/>
        </p:nvSpPr>
        <p:spPr>
          <a:xfrm>
            <a:off x="8746807" y="2331720"/>
            <a:ext cx="142761" cy="97231"/>
          </a:xfrm>
          <a:prstGeom prst="rect">
            <a:avLst/>
          </a:prstGeom>
          <a:solidFill>
            <a:srgbClr val="E9EDEB"/>
          </a:solidFill>
          <a:ln w="12700">
            <a:solidFill>
              <a:srgbClr val="E9EDEB"/>
            </a:solidFill>
            <a:prstDash val="solid"/>
          </a:ln>
        </p:spPr>
      </p:sp>
      <p:sp>
        <p:nvSpPr>
          <p:cNvPr id="49" name="Shape 47"/>
          <p:cNvSpPr/>
          <p:nvPr/>
        </p:nvSpPr>
        <p:spPr>
          <a:xfrm>
            <a:off x="8909685" y="2331720"/>
            <a:ext cx="142761" cy="97231"/>
          </a:xfrm>
          <a:prstGeom prst="rect">
            <a:avLst/>
          </a:prstGeom>
          <a:solidFill>
            <a:srgbClr val="7CC4A1"/>
          </a:solidFill>
          <a:ln w="12700">
            <a:solidFill>
              <a:srgbClr val="7CC4A1"/>
            </a:solidFill>
            <a:prstDash val="solid"/>
          </a:ln>
        </p:spPr>
      </p:sp>
      <p:sp>
        <p:nvSpPr>
          <p:cNvPr id="50" name="Shape 48"/>
          <p:cNvSpPr/>
          <p:nvPr/>
        </p:nvSpPr>
        <p:spPr>
          <a:xfrm>
            <a:off x="9072563" y="2331720"/>
            <a:ext cx="142761" cy="97231"/>
          </a:xfrm>
          <a:prstGeom prst="rect">
            <a:avLst/>
          </a:prstGeom>
          <a:solidFill>
            <a:srgbClr val="7CC4A1"/>
          </a:solidFill>
          <a:ln w="12700">
            <a:solidFill>
              <a:srgbClr val="7CC4A1"/>
            </a:solidFill>
            <a:prstDash val="solid"/>
          </a:ln>
        </p:spPr>
      </p:sp>
      <p:sp>
        <p:nvSpPr>
          <p:cNvPr id="51" name="Shape 49"/>
          <p:cNvSpPr/>
          <p:nvPr/>
        </p:nvSpPr>
        <p:spPr>
          <a:xfrm>
            <a:off x="1417320" y="2449068"/>
            <a:ext cx="142761" cy="97231"/>
          </a:xfrm>
          <a:prstGeom prst="rect">
            <a:avLst/>
          </a:prstGeom>
          <a:solidFill>
            <a:srgbClr val="7CC4A1"/>
          </a:solidFill>
          <a:ln w="12700">
            <a:solidFill>
              <a:srgbClr val="7CC4A1"/>
            </a:solidFill>
            <a:prstDash val="solid"/>
          </a:ln>
        </p:spPr>
      </p:sp>
      <p:sp>
        <p:nvSpPr>
          <p:cNvPr id="52" name="Shape 50"/>
          <p:cNvSpPr/>
          <p:nvPr/>
        </p:nvSpPr>
        <p:spPr>
          <a:xfrm>
            <a:off x="1580198" y="2449068"/>
            <a:ext cx="142761" cy="97231"/>
          </a:xfrm>
          <a:prstGeom prst="rect">
            <a:avLst/>
          </a:prstGeom>
          <a:solidFill>
            <a:srgbClr val="7CC4A1"/>
          </a:solidFill>
          <a:ln w="12700">
            <a:solidFill>
              <a:srgbClr val="7CC4A1"/>
            </a:solidFill>
            <a:prstDash val="solid"/>
          </a:ln>
        </p:spPr>
      </p:sp>
      <p:sp>
        <p:nvSpPr>
          <p:cNvPr id="53" name="Shape 51"/>
          <p:cNvSpPr/>
          <p:nvPr/>
        </p:nvSpPr>
        <p:spPr>
          <a:xfrm>
            <a:off x="1743075" y="2449068"/>
            <a:ext cx="142761" cy="97231"/>
          </a:xfrm>
          <a:prstGeom prst="rect">
            <a:avLst/>
          </a:prstGeom>
          <a:solidFill>
            <a:srgbClr val="7CC4A1"/>
          </a:solidFill>
          <a:ln w="12700">
            <a:solidFill>
              <a:srgbClr val="7CC4A1"/>
            </a:solidFill>
            <a:prstDash val="solid"/>
          </a:ln>
        </p:spPr>
      </p:sp>
      <p:sp>
        <p:nvSpPr>
          <p:cNvPr id="54" name="Shape 52"/>
          <p:cNvSpPr/>
          <p:nvPr/>
        </p:nvSpPr>
        <p:spPr>
          <a:xfrm>
            <a:off x="1905953" y="2449068"/>
            <a:ext cx="142761" cy="97231"/>
          </a:xfrm>
          <a:prstGeom prst="rect">
            <a:avLst/>
          </a:prstGeom>
          <a:solidFill>
            <a:srgbClr val="7CC4A1"/>
          </a:solidFill>
          <a:ln w="12700">
            <a:solidFill>
              <a:srgbClr val="7CC4A1"/>
            </a:solidFill>
            <a:prstDash val="solid"/>
          </a:ln>
        </p:spPr>
      </p:sp>
      <p:sp>
        <p:nvSpPr>
          <p:cNvPr id="55" name="Shape 53"/>
          <p:cNvSpPr/>
          <p:nvPr/>
        </p:nvSpPr>
        <p:spPr>
          <a:xfrm>
            <a:off x="2068830" y="2449068"/>
            <a:ext cx="142761" cy="97231"/>
          </a:xfrm>
          <a:prstGeom prst="rect">
            <a:avLst/>
          </a:prstGeom>
          <a:solidFill>
            <a:srgbClr val="7CC4A1"/>
          </a:solidFill>
          <a:ln w="12700">
            <a:solidFill>
              <a:srgbClr val="7CC4A1"/>
            </a:solidFill>
            <a:prstDash val="solid"/>
          </a:ln>
        </p:spPr>
      </p:sp>
      <p:sp>
        <p:nvSpPr>
          <p:cNvPr id="56" name="Shape 54"/>
          <p:cNvSpPr/>
          <p:nvPr/>
        </p:nvSpPr>
        <p:spPr>
          <a:xfrm>
            <a:off x="2231708" y="2449068"/>
            <a:ext cx="142761" cy="97231"/>
          </a:xfrm>
          <a:prstGeom prst="rect">
            <a:avLst/>
          </a:prstGeom>
          <a:solidFill>
            <a:srgbClr val="7CC4A1"/>
          </a:solidFill>
          <a:ln w="12700">
            <a:solidFill>
              <a:srgbClr val="7CC4A1"/>
            </a:solidFill>
            <a:prstDash val="solid"/>
          </a:ln>
        </p:spPr>
      </p:sp>
      <p:sp>
        <p:nvSpPr>
          <p:cNvPr id="57" name="Shape 55"/>
          <p:cNvSpPr/>
          <p:nvPr/>
        </p:nvSpPr>
        <p:spPr>
          <a:xfrm>
            <a:off x="2394585" y="2449068"/>
            <a:ext cx="142761" cy="97231"/>
          </a:xfrm>
          <a:prstGeom prst="rect">
            <a:avLst/>
          </a:prstGeom>
          <a:solidFill>
            <a:srgbClr val="7CC4A1"/>
          </a:solidFill>
          <a:ln w="12700">
            <a:solidFill>
              <a:srgbClr val="7CC4A1"/>
            </a:solidFill>
            <a:prstDash val="solid"/>
          </a:ln>
        </p:spPr>
      </p:sp>
      <p:sp>
        <p:nvSpPr>
          <p:cNvPr id="58" name="Shape 56"/>
          <p:cNvSpPr/>
          <p:nvPr/>
        </p:nvSpPr>
        <p:spPr>
          <a:xfrm>
            <a:off x="2557463" y="2449068"/>
            <a:ext cx="142761" cy="97231"/>
          </a:xfrm>
          <a:prstGeom prst="rect">
            <a:avLst/>
          </a:prstGeom>
          <a:solidFill>
            <a:srgbClr val="7CC4A1"/>
          </a:solidFill>
          <a:ln w="12700">
            <a:solidFill>
              <a:srgbClr val="7CC4A1"/>
            </a:solidFill>
            <a:prstDash val="solid"/>
          </a:ln>
        </p:spPr>
      </p:sp>
      <p:sp>
        <p:nvSpPr>
          <p:cNvPr id="59" name="Shape 57"/>
          <p:cNvSpPr/>
          <p:nvPr/>
        </p:nvSpPr>
        <p:spPr>
          <a:xfrm>
            <a:off x="2720340" y="2449068"/>
            <a:ext cx="142761" cy="97231"/>
          </a:xfrm>
          <a:prstGeom prst="rect">
            <a:avLst/>
          </a:prstGeom>
          <a:solidFill>
            <a:srgbClr val="7CC4A1"/>
          </a:solidFill>
          <a:ln w="12700">
            <a:solidFill>
              <a:srgbClr val="7CC4A1"/>
            </a:solidFill>
            <a:prstDash val="solid"/>
          </a:ln>
        </p:spPr>
      </p:sp>
      <p:sp>
        <p:nvSpPr>
          <p:cNvPr id="60" name="Shape 58"/>
          <p:cNvSpPr/>
          <p:nvPr/>
        </p:nvSpPr>
        <p:spPr>
          <a:xfrm>
            <a:off x="2883218" y="2449068"/>
            <a:ext cx="142761" cy="97231"/>
          </a:xfrm>
          <a:prstGeom prst="rect">
            <a:avLst/>
          </a:prstGeom>
          <a:solidFill>
            <a:srgbClr val="7CC4A1"/>
          </a:solidFill>
          <a:ln w="12700">
            <a:solidFill>
              <a:srgbClr val="7CC4A1"/>
            </a:solidFill>
            <a:prstDash val="solid"/>
          </a:ln>
        </p:spPr>
      </p:sp>
      <p:sp>
        <p:nvSpPr>
          <p:cNvPr id="61" name="Shape 59"/>
          <p:cNvSpPr/>
          <p:nvPr/>
        </p:nvSpPr>
        <p:spPr>
          <a:xfrm>
            <a:off x="3046095" y="2449068"/>
            <a:ext cx="142761" cy="97231"/>
          </a:xfrm>
          <a:prstGeom prst="rect">
            <a:avLst/>
          </a:prstGeom>
          <a:solidFill>
            <a:srgbClr val="7CC4A1"/>
          </a:solidFill>
          <a:ln w="12700">
            <a:solidFill>
              <a:srgbClr val="7CC4A1"/>
            </a:solidFill>
            <a:prstDash val="solid"/>
          </a:ln>
        </p:spPr>
      </p:sp>
      <p:sp>
        <p:nvSpPr>
          <p:cNvPr id="62" name="Shape 60"/>
          <p:cNvSpPr/>
          <p:nvPr/>
        </p:nvSpPr>
        <p:spPr>
          <a:xfrm>
            <a:off x="3208972" y="2449068"/>
            <a:ext cx="142761" cy="97231"/>
          </a:xfrm>
          <a:prstGeom prst="rect">
            <a:avLst/>
          </a:prstGeom>
          <a:solidFill>
            <a:srgbClr val="7CC4A1"/>
          </a:solidFill>
          <a:ln w="12700">
            <a:solidFill>
              <a:srgbClr val="7CC4A1"/>
            </a:solidFill>
            <a:prstDash val="solid"/>
          </a:ln>
        </p:spPr>
      </p:sp>
      <p:sp>
        <p:nvSpPr>
          <p:cNvPr id="63" name="Shape 61"/>
          <p:cNvSpPr/>
          <p:nvPr/>
        </p:nvSpPr>
        <p:spPr>
          <a:xfrm>
            <a:off x="3371850" y="2449068"/>
            <a:ext cx="142761" cy="97231"/>
          </a:xfrm>
          <a:prstGeom prst="rect">
            <a:avLst/>
          </a:prstGeom>
          <a:solidFill>
            <a:srgbClr val="7CC4A1"/>
          </a:solidFill>
          <a:ln w="12700">
            <a:solidFill>
              <a:srgbClr val="7CC4A1"/>
            </a:solidFill>
            <a:prstDash val="solid"/>
          </a:ln>
        </p:spPr>
      </p:sp>
      <p:sp>
        <p:nvSpPr>
          <p:cNvPr id="64" name="Shape 62"/>
          <p:cNvSpPr/>
          <p:nvPr/>
        </p:nvSpPr>
        <p:spPr>
          <a:xfrm>
            <a:off x="3534727" y="2449068"/>
            <a:ext cx="142761" cy="97231"/>
          </a:xfrm>
          <a:prstGeom prst="rect">
            <a:avLst/>
          </a:prstGeom>
          <a:solidFill>
            <a:srgbClr val="7CC4A1"/>
          </a:solidFill>
          <a:ln w="12700">
            <a:solidFill>
              <a:srgbClr val="7CC4A1"/>
            </a:solidFill>
            <a:prstDash val="solid"/>
          </a:ln>
        </p:spPr>
      </p:sp>
      <p:sp>
        <p:nvSpPr>
          <p:cNvPr id="65" name="Shape 63"/>
          <p:cNvSpPr/>
          <p:nvPr/>
        </p:nvSpPr>
        <p:spPr>
          <a:xfrm>
            <a:off x="3697605" y="2449068"/>
            <a:ext cx="142761" cy="97231"/>
          </a:xfrm>
          <a:prstGeom prst="rect">
            <a:avLst/>
          </a:prstGeom>
          <a:solidFill>
            <a:srgbClr val="7CC4A1"/>
          </a:solidFill>
          <a:ln w="12700">
            <a:solidFill>
              <a:srgbClr val="7CC4A1"/>
            </a:solidFill>
            <a:prstDash val="solid"/>
          </a:ln>
        </p:spPr>
      </p:sp>
      <p:sp>
        <p:nvSpPr>
          <p:cNvPr id="66" name="Shape 64"/>
          <p:cNvSpPr/>
          <p:nvPr/>
        </p:nvSpPr>
        <p:spPr>
          <a:xfrm>
            <a:off x="3860483" y="2449068"/>
            <a:ext cx="142761" cy="97231"/>
          </a:xfrm>
          <a:prstGeom prst="rect">
            <a:avLst/>
          </a:prstGeom>
          <a:solidFill>
            <a:srgbClr val="7CC4A1"/>
          </a:solidFill>
          <a:ln w="12700">
            <a:solidFill>
              <a:srgbClr val="7CC4A1"/>
            </a:solidFill>
            <a:prstDash val="solid"/>
          </a:ln>
        </p:spPr>
      </p:sp>
      <p:sp>
        <p:nvSpPr>
          <p:cNvPr id="67" name="Shape 65"/>
          <p:cNvSpPr/>
          <p:nvPr/>
        </p:nvSpPr>
        <p:spPr>
          <a:xfrm>
            <a:off x="4023360" y="2449068"/>
            <a:ext cx="142761" cy="97231"/>
          </a:xfrm>
          <a:prstGeom prst="rect">
            <a:avLst/>
          </a:prstGeom>
          <a:solidFill>
            <a:srgbClr val="E9EDEB"/>
          </a:solidFill>
          <a:ln w="12700">
            <a:solidFill>
              <a:srgbClr val="E9EDEB"/>
            </a:solidFill>
            <a:prstDash val="solid"/>
          </a:ln>
        </p:spPr>
      </p:sp>
      <p:sp>
        <p:nvSpPr>
          <p:cNvPr id="68" name="Shape 66"/>
          <p:cNvSpPr/>
          <p:nvPr/>
        </p:nvSpPr>
        <p:spPr>
          <a:xfrm>
            <a:off x="4186238" y="2449068"/>
            <a:ext cx="142761" cy="97231"/>
          </a:xfrm>
          <a:prstGeom prst="rect">
            <a:avLst/>
          </a:prstGeom>
          <a:solidFill>
            <a:srgbClr val="E9EDEB"/>
          </a:solidFill>
          <a:ln w="12700">
            <a:solidFill>
              <a:srgbClr val="E9EDEB"/>
            </a:solidFill>
            <a:prstDash val="solid"/>
          </a:ln>
        </p:spPr>
      </p:sp>
      <p:sp>
        <p:nvSpPr>
          <p:cNvPr id="69" name="Shape 67"/>
          <p:cNvSpPr/>
          <p:nvPr/>
        </p:nvSpPr>
        <p:spPr>
          <a:xfrm>
            <a:off x="4349115" y="2449068"/>
            <a:ext cx="142761" cy="97231"/>
          </a:xfrm>
          <a:prstGeom prst="rect">
            <a:avLst/>
          </a:prstGeom>
          <a:solidFill>
            <a:srgbClr val="E9EDEB"/>
          </a:solidFill>
          <a:ln w="12700">
            <a:solidFill>
              <a:srgbClr val="E9EDEB"/>
            </a:solidFill>
            <a:prstDash val="solid"/>
          </a:ln>
        </p:spPr>
      </p:sp>
      <p:sp>
        <p:nvSpPr>
          <p:cNvPr id="70" name="Shape 68"/>
          <p:cNvSpPr/>
          <p:nvPr/>
        </p:nvSpPr>
        <p:spPr>
          <a:xfrm>
            <a:off x="4511992" y="2449068"/>
            <a:ext cx="142761" cy="97231"/>
          </a:xfrm>
          <a:prstGeom prst="rect">
            <a:avLst/>
          </a:prstGeom>
          <a:solidFill>
            <a:srgbClr val="E9EDEB"/>
          </a:solidFill>
          <a:ln w="12700">
            <a:solidFill>
              <a:srgbClr val="E9EDEB"/>
            </a:solidFill>
            <a:prstDash val="solid"/>
          </a:ln>
        </p:spPr>
      </p:sp>
      <p:sp>
        <p:nvSpPr>
          <p:cNvPr id="71" name="Shape 69"/>
          <p:cNvSpPr/>
          <p:nvPr/>
        </p:nvSpPr>
        <p:spPr>
          <a:xfrm>
            <a:off x="4674870" y="2449068"/>
            <a:ext cx="142761" cy="97231"/>
          </a:xfrm>
          <a:prstGeom prst="rect">
            <a:avLst/>
          </a:prstGeom>
          <a:solidFill>
            <a:srgbClr val="E9EDEB"/>
          </a:solidFill>
          <a:ln w="12700">
            <a:solidFill>
              <a:srgbClr val="E9EDEB"/>
            </a:solidFill>
            <a:prstDash val="solid"/>
          </a:ln>
        </p:spPr>
      </p:sp>
      <p:sp>
        <p:nvSpPr>
          <p:cNvPr id="72" name="Shape 70"/>
          <p:cNvSpPr/>
          <p:nvPr/>
        </p:nvSpPr>
        <p:spPr>
          <a:xfrm>
            <a:off x="4837747" y="2449068"/>
            <a:ext cx="142761" cy="97231"/>
          </a:xfrm>
          <a:prstGeom prst="rect">
            <a:avLst/>
          </a:prstGeom>
          <a:solidFill>
            <a:srgbClr val="E9EDEB"/>
          </a:solidFill>
          <a:ln w="12700">
            <a:solidFill>
              <a:srgbClr val="E9EDEB"/>
            </a:solidFill>
            <a:prstDash val="solid"/>
          </a:ln>
        </p:spPr>
      </p:sp>
      <p:sp>
        <p:nvSpPr>
          <p:cNvPr id="73" name="Shape 71"/>
          <p:cNvSpPr/>
          <p:nvPr/>
        </p:nvSpPr>
        <p:spPr>
          <a:xfrm>
            <a:off x="5000625" y="2449068"/>
            <a:ext cx="142761" cy="97231"/>
          </a:xfrm>
          <a:prstGeom prst="rect">
            <a:avLst/>
          </a:prstGeom>
          <a:solidFill>
            <a:srgbClr val="E9EDEB"/>
          </a:solidFill>
          <a:ln w="12700">
            <a:solidFill>
              <a:srgbClr val="E9EDEB"/>
            </a:solidFill>
            <a:prstDash val="solid"/>
          </a:ln>
        </p:spPr>
      </p:sp>
      <p:sp>
        <p:nvSpPr>
          <p:cNvPr id="74" name="Shape 72"/>
          <p:cNvSpPr/>
          <p:nvPr/>
        </p:nvSpPr>
        <p:spPr>
          <a:xfrm>
            <a:off x="5163503" y="2449068"/>
            <a:ext cx="142761" cy="97231"/>
          </a:xfrm>
          <a:prstGeom prst="rect">
            <a:avLst/>
          </a:prstGeom>
          <a:solidFill>
            <a:srgbClr val="E9EDEB"/>
          </a:solidFill>
          <a:ln w="12700">
            <a:solidFill>
              <a:srgbClr val="E9EDEB"/>
            </a:solidFill>
            <a:prstDash val="solid"/>
          </a:ln>
        </p:spPr>
      </p:sp>
      <p:sp>
        <p:nvSpPr>
          <p:cNvPr id="75" name="Shape 73"/>
          <p:cNvSpPr/>
          <p:nvPr/>
        </p:nvSpPr>
        <p:spPr>
          <a:xfrm>
            <a:off x="5326380" y="2449068"/>
            <a:ext cx="142761" cy="97231"/>
          </a:xfrm>
          <a:prstGeom prst="rect">
            <a:avLst/>
          </a:prstGeom>
          <a:solidFill>
            <a:srgbClr val="E9EDEB"/>
          </a:solidFill>
          <a:ln w="12700">
            <a:solidFill>
              <a:srgbClr val="E9EDEB"/>
            </a:solidFill>
            <a:prstDash val="solid"/>
          </a:ln>
        </p:spPr>
      </p:sp>
      <p:sp>
        <p:nvSpPr>
          <p:cNvPr id="76" name="Shape 74"/>
          <p:cNvSpPr/>
          <p:nvPr/>
        </p:nvSpPr>
        <p:spPr>
          <a:xfrm>
            <a:off x="5489257" y="2449068"/>
            <a:ext cx="142761" cy="97231"/>
          </a:xfrm>
          <a:prstGeom prst="rect">
            <a:avLst/>
          </a:prstGeom>
          <a:solidFill>
            <a:srgbClr val="E9EDEB"/>
          </a:solidFill>
          <a:ln w="12700">
            <a:solidFill>
              <a:srgbClr val="E9EDEB"/>
            </a:solidFill>
            <a:prstDash val="solid"/>
          </a:ln>
        </p:spPr>
      </p:sp>
      <p:sp>
        <p:nvSpPr>
          <p:cNvPr id="77" name="Shape 75"/>
          <p:cNvSpPr/>
          <p:nvPr/>
        </p:nvSpPr>
        <p:spPr>
          <a:xfrm>
            <a:off x="5652135" y="2449068"/>
            <a:ext cx="142761" cy="97231"/>
          </a:xfrm>
          <a:prstGeom prst="rect">
            <a:avLst/>
          </a:prstGeom>
          <a:solidFill>
            <a:srgbClr val="E9EDEB"/>
          </a:solidFill>
          <a:ln w="12700">
            <a:solidFill>
              <a:srgbClr val="E9EDEB"/>
            </a:solidFill>
            <a:prstDash val="solid"/>
          </a:ln>
        </p:spPr>
      </p:sp>
      <p:sp>
        <p:nvSpPr>
          <p:cNvPr id="78" name="Shape 76"/>
          <p:cNvSpPr/>
          <p:nvPr/>
        </p:nvSpPr>
        <p:spPr>
          <a:xfrm>
            <a:off x="5815012" y="2449068"/>
            <a:ext cx="142761" cy="97231"/>
          </a:xfrm>
          <a:prstGeom prst="rect">
            <a:avLst/>
          </a:prstGeom>
          <a:solidFill>
            <a:srgbClr val="E9EDEB"/>
          </a:solidFill>
          <a:ln w="12700">
            <a:solidFill>
              <a:srgbClr val="E9EDEB"/>
            </a:solidFill>
            <a:prstDash val="solid"/>
          </a:ln>
        </p:spPr>
      </p:sp>
      <p:sp>
        <p:nvSpPr>
          <p:cNvPr id="79" name="Shape 77"/>
          <p:cNvSpPr/>
          <p:nvPr/>
        </p:nvSpPr>
        <p:spPr>
          <a:xfrm>
            <a:off x="5977890" y="2449068"/>
            <a:ext cx="142761" cy="97231"/>
          </a:xfrm>
          <a:prstGeom prst="rect">
            <a:avLst/>
          </a:prstGeom>
          <a:solidFill>
            <a:srgbClr val="E9EDEB"/>
          </a:solidFill>
          <a:ln w="12700">
            <a:solidFill>
              <a:srgbClr val="E9EDEB"/>
            </a:solidFill>
            <a:prstDash val="solid"/>
          </a:ln>
        </p:spPr>
      </p:sp>
      <p:sp>
        <p:nvSpPr>
          <p:cNvPr id="80" name="Shape 78"/>
          <p:cNvSpPr/>
          <p:nvPr/>
        </p:nvSpPr>
        <p:spPr>
          <a:xfrm>
            <a:off x="6140767" y="2449068"/>
            <a:ext cx="142761" cy="97231"/>
          </a:xfrm>
          <a:prstGeom prst="rect">
            <a:avLst/>
          </a:prstGeom>
          <a:solidFill>
            <a:srgbClr val="E9EDEB"/>
          </a:solidFill>
          <a:ln w="12700">
            <a:solidFill>
              <a:srgbClr val="E9EDEB"/>
            </a:solidFill>
            <a:prstDash val="solid"/>
          </a:ln>
        </p:spPr>
      </p:sp>
      <p:sp>
        <p:nvSpPr>
          <p:cNvPr id="81" name="Shape 79"/>
          <p:cNvSpPr/>
          <p:nvPr/>
        </p:nvSpPr>
        <p:spPr>
          <a:xfrm>
            <a:off x="6303645" y="2449068"/>
            <a:ext cx="142761" cy="97231"/>
          </a:xfrm>
          <a:prstGeom prst="rect">
            <a:avLst/>
          </a:prstGeom>
          <a:solidFill>
            <a:srgbClr val="E9EDEB"/>
          </a:solidFill>
          <a:ln w="12700">
            <a:solidFill>
              <a:srgbClr val="E9EDEB"/>
            </a:solidFill>
            <a:prstDash val="solid"/>
          </a:ln>
        </p:spPr>
      </p:sp>
      <p:sp>
        <p:nvSpPr>
          <p:cNvPr id="82" name="Shape 80"/>
          <p:cNvSpPr/>
          <p:nvPr/>
        </p:nvSpPr>
        <p:spPr>
          <a:xfrm>
            <a:off x="6466522" y="2449068"/>
            <a:ext cx="142761" cy="97231"/>
          </a:xfrm>
          <a:prstGeom prst="rect">
            <a:avLst/>
          </a:prstGeom>
          <a:solidFill>
            <a:srgbClr val="E9EDEB"/>
          </a:solidFill>
          <a:ln w="12700">
            <a:solidFill>
              <a:srgbClr val="E9EDEB"/>
            </a:solidFill>
            <a:prstDash val="solid"/>
          </a:ln>
        </p:spPr>
      </p:sp>
      <p:sp>
        <p:nvSpPr>
          <p:cNvPr id="83" name="Shape 81"/>
          <p:cNvSpPr/>
          <p:nvPr/>
        </p:nvSpPr>
        <p:spPr>
          <a:xfrm>
            <a:off x="6629400" y="2449068"/>
            <a:ext cx="142761" cy="97231"/>
          </a:xfrm>
          <a:prstGeom prst="rect">
            <a:avLst/>
          </a:prstGeom>
          <a:solidFill>
            <a:srgbClr val="E9EDEB"/>
          </a:solidFill>
          <a:ln w="12700">
            <a:solidFill>
              <a:srgbClr val="E9EDEB"/>
            </a:solidFill>
            <a:prstDash val="solid"/>
          </a:ln>
        </p:spPr>
      </p:sp>
      <p:sp>
        <p:nvSpPr>
          <p:cNvPr id="84" name="Shape 82"/>
          <p:cNvSpPr/>
          <p:nvPr/>
        </p:nvSpPr>
        <p:spPr>
          <a:xfrm>
            <a:off x="6792277" y="2449068"/>
            <a:ext cx="142761" cy="97231"/>
          </a:xfrm>
          <a:prstGeom prst="rect">
            <a:avLst/>
          </a:prstGeom>
          <a:solidFill>
            <a:srgbClr val="E9EDEB"/>
          </a:solidFill>
          <a:ln w="12700">
            <a:solidFill>
              <a:srgbClr val="E9EDEB"/>
            </a:solidFill>
            <a:prstDash val="solid"/>
          </a:ln>
        </p:spPr>
      </p:sp>
      <p:sp>
        <p:nvSpPr>
          <p:cNvPr id="85" name="Shape 83"/>
          <p:cNvSpPr/>
          <p:nvPr/>
        </p:nvSpPr>
        <p:spPr>
          <a:xfrm>
            <a:off x="6955155" y="2449068"/>
            <a:ext cx="142761" cy="97231"/>
          </a:xfrm>
          <a:prstGeom prst="rect">
            <a:avLst/>
          </a:prstGeom>
          <a:solidFill>
            <a:srgbClr val="E9EDEB"/>
          </a:solidFill>
          <a:ln w="12700">
            <a:solidFill>
              <a:srgbClr val="E9EDEB"/>
            </a:solidFill>
            <a:prstDash val="solid"/>
          </a:ln>
        </p:spPr>
      </p:sp>
      <p:sp>
        <p:nvSpPr>
          <p:cNvPr id="86" name="Shape 84"/>
          <p:cNvSpPr/>
          <p:nvPr/>
        </p:nvSpPr>
        <p:spPr>
          <a:xfrm>
            <a:off x="7118032" y="2449068"/>
            <a:ext cx="142761" cy="97231"/>
          </a:xfrm>
          <a:prstGeom prst="rect">
            <a:avLst/>
          </a:prstGeom>
          <a:solidFill>
            <a:srgbClr val="E9EDEB"/>
          </a:solidFill>
          <a:ln w="12700">
            <a:solidFill>
              <a:srgbClr val="E9EDEB"/>
            </a:solidFill>
            <a:prstDash val="solid"/>
          </a:ln>
        </p:spPr>
      </p:sp>
      <p:sp>
        <p:nvSpPr>
          <p:cNvPr id="87" name="Shape 85"/>
          <p:cNvSpPr/>
          <p:nvPr/>
        </p:nvSpPr>
        <p:spPr>
          <a:xfrm>
            <a:off x="7280910" y="2449068"/>
            <a:ext cx="142761" cy="97231"/>
          </a:xfrm>
          <a:prstGeom prst="rect">
            <a:avLst/>
          </a:prstGeom>
          <a:solidFill>
            <a:srgbClr val="E9EDEB"/>
          </a:solidFill>
          <a:ln w="12700">
            <a:solidFill>
              <a:srgbClr val="E9EDEB"/>
            </a:solidFill>
            <a:prstDash val="solid"/>
          </a:ln>
        </p:spPr>
      </p:sp>
      <p:sp>
        <p:nvSpPr>
          <p:cNvPr id="88" name="Shape 86"/>
          <p:cNvSpPr/>
          <p:nvPr/>
        </p:nvSpPr>
        <p:spPr>
          <a:xfrm>
            <a:off x="7443788" y="2449068"/>
            <a:ext cx="142761" cy="97231"/>
          </a:xfrm>
          <a:prstGeom prst="rect">
            <a:avLst/>
          </a:prstGeom>
          <a:solidFill>
            <a:srgbClr val="E9EDEB"/>
          </a:solidFill>
          <a:ln w="12700">
            <a:solidFill>
              <a:srgbClr val="E9EDEB"/>
            </a:solidFill>
            <a:prstDash val="solid"/>
          </a:ln>
        </p:spPr>
      </p:sp>
      <p:sp>
        <p:nvSpPr>
          <p:cNvPr id="89" name="Shape 87"/>
          <p:cNvSpPr/>
          <p:nvPr/>
        </p:nvSpPr>
        <p:spPr>
          <a:xfrm>
            <a:off x="7606665" y="2449068"/>
            <a:ext cx="142761" cy="97231"/>
          </a:xfrm>
          <a:prstGeom prst="rect">
            <a:avLst/>
          </a:prstGeom>
          <a:solidFill>
            <a:srgbClr val="E9EDEB"/>
          </a:solidFill>
          <a:ln w="12700">
            <a:solidFill>
              <a:srgbClr val="E9EDEB"/>
            </a:solidFill>
            <a:prstDash val="solid"/>
          </a:ln>
        </p:spPr>
      </p:sp>
      <p:sp>
        <p:nvSpPr>
          <p:cNvPr id="90" name="Shape 88"/>
          <p:cNvSpPr/>
          <p:nvPr/>
        </p:nvSpPr>
        <p:spPr>
          <a:xfrm>
            <a:off x="7769542" y="2449068"/>
            <a:ext cx="142761" cy="97231"/>
          </a:xfrm>
          <a:prstGeom prst="rect">
            <a:avLst/>
          </a:prstGeom>
          <a:solidFill>
            <a:srgbClr val="E9EDEB"/>
          </a:solidFill>
          <a:ln w="12700">
            <a:solidFill>
              <a:srgbClr val="E9EDEB"/>
            </a:solidFill>
            <a:prstDash val="solid"/>
          </a:ln>
        </p:spPr>
      </p:sp>
      <p:sp>
        <p:nvSpPr>
          <p:cNvPr id="91" name="Shape 89"/>
          <p:cNvSpPr/>
          <p:nvPr/>
        </p:nvSpPr>
        <p:spPr>
          <a:xfrm>
            <a:off x="7932420" y="2449068"/>
            <a:ext cx="142761" cy="97231"/>
          </a:xfrm>
          <a:prstGeom prst="rect">
            <a:avLst/>
          </a:prstGeom>
          <a:solidFill>
            <a:srgbClr val="E9EDEB"/>
          </a:solidFill>
          <a:ln w="12700">
            <a:solidFill>
              <a:srgbClr val="E9EDEB"/>
            </a:solidFill>
            <a:prstDash val="solid"/>
          </a:ln>
        </p:spPr>
      </p:sp>
      <p:sp>
        <p:nvSpPr>
          <p:cNvPr id="92" name="Shape 90"/>
          <p:cNvSpPr/>
          <p:nvPr/>
        </p:nvSpPr>
        <p:spPr>
          <a:xfrm>
            <a:off x="8095297" y="2449068"/>
            <a:ext cx="142761" cy="97231"/>
          </a:xfrm>
          <a:prstGeom prst="rect">
            <a:avLst/>
          </a:prstGeom>
          <a:solidFill>
            <a:srgbClr val="E9EDEB"/>
          </a:solidFill>
          <a:ln w="12700">
            <a:solidFill>
              <a:srgbClr val="E9EDEB"/>
            </a:solidFill>
            <a:prstDash val="solid"/>
          </a:ln>
        </p:spPr>
      </p:sp>
      <p:sp>
        <p:nvSpPr>
          <p:cNvPr id="93" name="Shape 91"/>
          <p:cNvSpPr/>
          <p:nvPr/>
        </p:nvSpPr>
        <p:spPr>
          <a:xfrm>
            <a:off x="8258175" y="2449068"/>
            <a:ext cx="142761" cy="97231"/>
          </a:xfrm>
          <a:prstGeom prst="rect">
            <a:avLst/>
          </a:prstGeom>
          <a:solidFill>
            <a:srgbClr val="E9EDEB"/>
          </a:solidFill>
          <a:ln w="12700">
            <a:solidFill>
              <a:srgbClr val="E9EDEB"/>
            </a:solidFill>
            <a:prstDash val="solid"/>
          </a:ln>
        </p:spPr>
      </p:sp>
      <p:sp>
        <p:nvSpPr>
          <p:cNvPr id="94" name="Shape 92"/>
          <p:cNvSpPr/>
          <p:nvPr/>
        </p:nvSpPr>
        <p:spPr>
          <a:xfrm>
            <a:off x="8421053" y="2449068"/>
            <a:ext cx="142761" cy="97231"/>
          </a:xfrm>
          <a:prstGeom prst="rect">
            <a:avLst/>
          </a:prstGeom>
          <a:solidFill>
            <a:srgbClr val="E9EDEB"/>
          </a:solidFill>
          <a:ln w="12700">
            <a:solidFill>
              <a:srgbClr val="E9EDEB"/>
            </a:solidFill>
            <a:prstDash val="solid"/>
          </a:ln>
        </p:spPr>
      </p:sp>
      <p:sp>
        <p:nvSpPr>
          <p:cNvPr id="95" name="Shape 93"/>
          <p:cNvSpPr/>
          <p:nvPr/>
        </p:nvSpPr>
        <p:spPr>
          <a:xfrm>
            <a:off x="8583930" y="2449068"/>
            <a:ext cx="142761" cy="97231"/>
          </a:xfrm>
          <a:prstGeom prst="rect">
            <a:avLst/>
          </a:prstGeom>
          <a:solidFill>
            <a:srgbClr val="E9EDEB"/>
          </a:solidFill>
          <a:ln w="12700">
            <a:solidFill>
              <a:srgbClr val="E9EDEB"/>
            </a:solidFill>
            <a:prstDash val="solid"/>
          </a:ln>
        </p:spPr>
      </p:sp>
      <p:sp>
        <p:nvSpPr>
          <p:cNvPr id="96" name="Shape 94"/>
          <p:cNvSpPr/>
          <p:nvPr/>
        </p:nvSpPr>
        <p:spPr>
          <a:xfrm>
            <a:off x="8746807" y="2449068"/>
            <a:ext cx="142761" cy="97231"/>
          </a:xfrm>
          <a:prstGeom prst="rect">
            <a:avLst/>
          </a:prstGeom>
          <a:solidFill>
            <a:srgbClr val="E9EDEB"/>
          </a:solidFill>
          <a:ln w="12700">
            <a:solidFill>
              <a:srgbClr val="E9EDEB"/>
            </a:solidFill>
            <a:prstDash val="solid"/>
          </a:ln>
        </p:spPr>
      </p:sp>
      <p:sp>
        <p:nvSpPr>
          <p:cNvPr id="97" name="Shape 95"/>
          <p:cNvSpPr/>
          <p:nvPr/>
        </p:nvSpPr>
        <p:spPr>
          <a:xfrm>
            <a:off x="8909685" y="2449068"/>
            <a:ext cx="142761" cy="97231"/>
          </a:xfrm>
          <a:prstGeom prst="rect">
            <a:avLst/>
          </a:prstGeom>
          <a:solidFill>
            <a:srgbClr val="E9EDEB"/>
          </a:solidFill>
          <a:ln w="12700">
            <a:solidFill>
              <a:srgbClr val="E9EDEB"/>
            </a:solidFill>
            <a:prstDash val="solid"/>
          </a:ln>
        </p:spPr>
      </p:sp>
      <p:sp>
        <p:nvSpPr>
          <p:cNvPr id="98" name="Shape 96"/>
          <p:cNvSpPr/>
          <p:nvPr/>
        </p:nvSpPr>
        <p:spPr>
          <a:xfrm>
            <a:off x="9072563" y="2449068"/>
            <a:ext cx="142761" cy="97231"/>
          </a:xfrm>
          <a:prstGeom prst="rect">
            <a:avLst/>
          </a:prstGeom>
          <a:solidFill>
            <a:srgbClr val="E9EDEB"/>
          </a:solidFill>
          <a:ln w="12700">
            <a:solidFill>
              <a:srgbClr val="E9EDEB"/>
            </a:solidFill>
            <a:prstDash val="solid"/>
          </a:ln>
        </p:spPr>
      </p:sp>
      <p:sp>
        <p:nvSpPr>
          <p:cNvPr id="99" name="Shape 97"/>
          <p:cNvSpPr/>
          <p:nvPr/>
        </p:nvSpPr>
        <p:spPr>
          <a:xfrm>
            <a:off x="1417320" y="2566416"/>
            <a:ext cx="142761" cy="97231"/>
          </a:xfrm>
          <a:prstGeom prst="rect">
            <a:avLst/>
          </a:prstGeom>
          <a:solidFill>
            <a:srgbClr val="E9EDEB"/>
          </a:solidFill>
          <a:ln w="12700">
            <a:solidFill>
              <a:srgbClr val="E9EDEB"/>
            </a:solidFill>
            <a:prstDash val="solid"/>
          </a:ln>
        </p:spPr>
      </p:sp>
      <p:sp>
        <p:nvSpPr>
          <p:cNvPr id="100" name="Shape 98"/>
          <p:cNvSpPr/>
          <p:nvPr/>
        </p:nvSpPr>
        <p:spPr>
          <a:xfrm>
            <a:off x="1580198" y="2566416"/>
            <a:ext cx="142761" cy="97231"/>
          </a:xfrm>
          <a:prstGeom prst="rect">
            <a:avLst/>
          </a:prstGeom>
          <a:solidFill>
            <a:srgbClr val="E9EDEB"/>
          </a:solidFill>
          <a:ln w="12700">
            <a:solidFill>
              <a:srgbClr val="E9EDEB"/>
            </a:solidFill>
            <a:prstDash val="solid"/>
          </a:ln>
        </p:spPr>
      </p:sp>
      <p:sp>
        <p:nvSpPr>
          <p:cNvPr id="101" name="Shape 99"/>
          <p:cNvSpPr/>
          <p:nvPr/>
        </p:nvSpPr>
        <p:spPr>
          <a:xfrm>
            <a:off x="1743075" y="2566416"/>
            <a:ext cx="142761" cy="97231"/>
          </a:xfrm>
          <a:prstGeom prst="rect">
            <a:avLst/>
          </a:prstGeom>
          <a:solidFill>
            <a:srgbClr val="E9EDEB"/>
          </a:solidFill>
          <a:ln w="12700">
            <a:solidFill>
              <a:srgbClr val="E9EDEB"/>
            </a:solidFill>
            <a:prstDash val="solid"/>
          </a:ln>
        </p:spPr>
      </p:sp>
      <p:sp>
        <p:nvSpPr>
          <p:cNvPr id="102" name="Shape 100"/>
          <p:cNvSpPr/>
          <p:nvPr/>
        </p:nvSpPr>
        <p:spPr>
          <a:xfrm>
            <a:off x="1905953" y="2566416"/>
            <a:ext cx="142761" cy="97231"/>
          </a:xfrm>
          <a:prstGeom prst="rect">
            <a:avLst/>
          </a:prstGeom>
          <a:solidFill>
            <a:srgbClr val="E9EDEB"/>
          </a:solidFill>
          <a:ln w="12700">
            <a:solidFill>
              <a:srgbClr val="E9EDEB"/>
            </a:solidFill>
            <a:prstDash val="solid"/>
          </a:ln>
        </p:spPr>
      </p:sp>
      <p:sp>
        <p:nvSpPr>
          <p:cNvPr id="103" name="Shape 101"/>
          <p:cNvSpPr/>
          <p:nvPr/>
        </p:nvSpPr>
        <p:spPr>
          <a:xfrm>
            <a:off x="2068830" y="2566416"/>
            <a:ext cx="142761" cy="97231"/>
          </a:xfrm>
          <a:prstGeom prst="rect">
            <a:avLst/>
          </a:prstGeom>
          <a:solidFill>
            <a:srgbClr val="E9EDEB"/>
          </a:solidFill>
          <a:ln w="12700">
            <a:solidFill>
              <a:srgbClr val="E9EDEB"/>
            </a:solidFill>
            <a:prstDash val="solid"/>
          </a:ln>
        </p:spPr>
      </p:sp>
      <p:sp>
        <p:nvSpPr>
          <p:cNvPr id="104" name="Shape 102"/>
          <p:cNvSpPr/>
          <p:nvPr/>
        </p:nvSpPr>
        <p:spPr>
          <a:xfrm>
            <a:off x="2231708" y="2566416"/>
            <a:ext cx="142761" cy="97231"/>
          </a:xfrm>
          <a:prstGeom prst="rect">
            <a:avLst/>
          </a:prstGeom>
          <a:solidFill>
            <a:srgbClr val="E9EDEB"/>
          </a:solidFill>
          <a:ln w="12700">
            <a:solidFill>
              <a:srgbClr val="E9EDEB"/>
            </a:solidFill>
            <a:prstDash val="solid"/>
          </a:ln>
        </p:spPr>
      </p:sp>
      <p:sp>
        <p:nvSpPr>
          <p:cNvPr id="105" name="Shape 103"/>
          <p:cNvSpPr/>
          <p:nvPr/>
        </p:nvSpPr>
        <p:spPr>
          <a:xfrm>
            <a:off x="2394585" y="2566416"/>
            <a:ext cx="142761" cy="97231"/>
          </a:xfrm>
          <a:prstGeom prst="rect">
            <a:avLst/>
          </a:prstGeom>
          <a:solidFill>
            <a:srgbClr val="E9EDEB"/>
          </a:solidFill>
          <a:ln w="12700">
            <a:solidFill>
              <a:srgbClr val="E9EDEB"/>
            </a:solidFill>
            <a:prstDash val="solid"/>
          </a:ln>
        </p:spPr>
      </p:sp>
      <p:sp>
        <p:nvSpPr>
          <p:cNvPr id="106" name="Shape 104"/>
          <p:cNvSpPr/>
          <p:nvPr/>
        </p:nvSpPr>
        <p:spPr>
          <a:xfrm>
            <a:off x="2557463" y="2566416"/>
            <a:ext cx="142761" cy="97231"/>
          </a:xfrm>
          <a:prstGeom prst="rect">
            <a:avLst/>
          </a:prstGeom>
          <a:solidFill>
            <a:srgbClr val="E9EDEB"/>
          </a:solidFill>
          <a:ln w="12700">
            <a:solidFill>
              <a:srgbClr val="E9EDEB"/>
            </a:solidFill>
            <a:prstDash val="solid"/>
          </a:ln>
        </p:spPr>
      </p:sp>
      <p:sp>
        <p:nvSpPr>
          <p:cNvPr id="107" name="Shape 105"/>
          <p:cNvSpPr/>
          <p:nvPr/>
        </p:nvSpPr>
        <p:spPr>
          <a:xfrm>
            <a:off x="2720340" y="2566416"/>
            <a:ext cx="142761" cy="97231"/>
          </a:xfrm>
          <a:prstGeom prst="rect">
            <a:avLst/>
          </a:prstGeom>
          <a:solidFill>
            <a:srgbClr val="E9EDEB"/>
          </a:solidFill>
          <a:ln w="12700">
            <a:solidFill>
              <a:srgbClr val="E9EDEB"/>
            </a:solidFill>
            <a:prstDash val="solid"/>
          </a:ln>
        </p:spPr>
      </p:sp>
      <p:sp>
        <p:nvSpPr>
          <p:cNvPr id="108" name="Shape 106"/>
          <p:cNvSpPr/>
          <p:nvPr/>
        </p:nvSpPr>
        <p:spPr>
          <a:xfrm>
            <a:off x="2883218" y="2566416"/>
            <a:ext cx="142761" cy="97231"/>
          </a:xfrm>
          <a:prstGeom prst="rect">
            <a:avLst/>
          </a:prstGeom>
          <a:solidFill>
            <a:srgbClr val="E9EDEB"/>
          </a:solidFill>
          <a:ln w="12700">
            <a:solidFill>
              <a:srgbClr val="E9EDEB"/>
            </a:solidFill>
            <a:prstDash val="solid"/>
          </a:ln>
        </p:spPr>
      </p:sp>
      <p:sp>
        <p:nvSpPr>
          <p:cNvPr id="109" name="Shape 107"/>
          <p:cNvSpPr/>
          <p:nvPr/>
        </p:nvSpPr>
        <p:spPr>
          <a:xfrm>
            <a:off x="3046095" y="2566416"/>
            <a:ext cx="142761" cy="97231"/>
          </a:xfrm>
          <a:prstGeom prst="rect">
            <a:avLst/>
          </a:prstGeom>
          <a:solidFill>
            <a:srgbClr val="E9EDEB"/>
          </a:solidFill>
          <a:ln w="12700">
            <a:solidFill>
              <a:srgbClr val="E9EDEB"/>
            </a:solidFill>
            <a:prstDash val="solid"/>
          </a:ln>
        </p:spPr>
      </p:sp>
      <p:sp>
        <p:nvSpPr>
          <p:cNvPr id="110" name="Shape 108"/>
          <p:cNvSpPr/>
          <p:nvPr/>
        </p:nvSpPr>
        <p:spPr>
          <a:xfrm>
            <a:off x="3208972" y="2566416"/>
            <a:ext cx="142761" cy="97231"/>
          </a:xfrm>
          <a:prstGeom prst="rect">
            <a:avLst/>
          </a:prstGeom>
          <a:solidFill>
            <a:srgbClr val="E9EDEB"/>
          </a:solidFill>
          <a:ln w="12700">
            <a:solidFill>
              <a:srgbClr val="E9EDEB"/>
            </a:solidFill>
            <a:prstDash val="solid"/>
          </a:ln>
        </p:spPr>
      </p:sp>
      <p:sp>
        <p:nvSpPr>
          <p:cNvPr id="111" name="Shape 109"/>
          <p:cNvSpPr/>
          <p:nvPr/>
        </p:nvSpPr>
        <p:spPr>
          <a:xfrm>
            <a:off x="3371850" y="2566416"/>
            <a:ext cx="142761" cy="97231"/>
          </a:xfrm>
          <a:prstGeom prst="rect">
            <a:avLst/>
          </a:prstGeom>
          <a:solidFill>
            <a:srgbClr val="E9EDEB"/>
          </a:solidFill>
          <a:ln w="12700">
            <a:solidFill>
              <a:srgbClr val="E9EDEB"/>
            </a:solidFill>
            <a:prstDash val="solid"/>
          </a:ln>
        </p:spPr>
      </p:sp>
      <p:sp>
        <p:nvSpPr>
          <p:cNvPr id="112" name="Shape 110"/>
          <p:cNvSpPr/>
          <p:nvPr/>
        </p:nvSpPr>
        <p:spPr>
          <a:xfrm>
            <a:off x="3534727" y="2566416"/>
            <a:ext cx="142761" cy="97231"/>
          </a:xfrm>
          <a:prstGeom prst="rect">
            <a:avLst/>
          </a:prstGeom>
          <a:solidFill>
            <a:srgbClr val="E9EDEB"/>
          </a:solidFill>
          <a:ln w="12700">
            <a:solidFill>
              <a:srgbClr val="E9EDEB"/>
            </a:solidFill>
            <a:prstDash val="solid"/>
          </a:ln>
        </p:spPr>
      </p:sp>
      <p:sp>
        <p:nvSpPr>
          <p:cNvPr id="113" name="Shape 111"/>
          <p:cNvSpPr/>
          <p:nvPr/>
        </p:nvSpPr>
        <p:spPr>
          <a:xfrm>
            <a:off x="3697605" y="2566416"/>
            <a:ext cx="142761" cy="97231"/>
          </a:xfrm>
          <a:prstGeom prst="rect">
            <a:avLst/>
          </a:prstGeom>
          <a:solidFill>
            <a:srgbClr val="E9EDEB"/>
          </a:solidFill>
          <a:ln w="12700">
            <a:solidFill>
              <a:srgbClr val="E9EDEB"/>
            </a:solidFill>
            <a:prstDash val="solid"/>
          </a:ln>
        </p:spPr>
      </p:sp>
      <p:sp>
        <p:nvSpPr>
          <p:cNvPr id="114" name="Shape 112"/>
          <p:cNvSpPr/>
          <p:nvPr/>
        </p:nvSpPr>
        <p:spPr>
          <a:xfrm>
            <a:off x="3860483" y="2566416"/>
            <a:ext cx="142761" cy="97231"/>
          </a:xfrm>
          <a:prstGeom prst="rect">
            <a:avLst/>
          </a:prstGeom>
          <a:solidFill>
            <a:srgbClr val="E9EDEB"/>
          </a:solidFill>
          <a:ln w="12700">
            <a:solidFill>
              <a:srgbClr val="E9EDEB"/>
            </a:solidFill>
            <a:prstDash val="solid"/>
          </a:ln>
        </p:spPr>
      </p:sp>
      <p:sp>
        <p:nvSpPr>
          <p:cNvPr id="115" name="Shape 113"/>
          <p:cNvSpPr/>
          <p:nvPr/>
        </p:nvSpPr>
        <p:spPr>
          <a:xfrm>
            <a:off x="4023360" y="2566416"/>
            <a:ext cx="142761" cy="97231"/>
          </a:xfrm>
          <a:prstGeom prst="rect">
            <a:avLst/>
          </a:prstGeom>
          <a:solidFill>
            <a:srgbClr val="E9EDEB"/>
          </a:solidFill>
          <a:ln w="12700">
            <a:solidFill>
              <a:srgbClr val="E9EDEB"/>
            </a:solidFill>
            <a:prstDash val="solid"/>
          </a:ln>
        </p:spPr>
      </p:sp>
      <p:sp>
        <p:nvSpPr>
          <p:cNvPr id="116" name="Shape 114"/>
          <p:cNvSpPr/>
          <p:nvPr/>
        </p:nvSpPr>
        <p:spPr>
          <a:xfrm>
            <a:off x="4186238" y="2566416"/>
            <a:ext cx="142761" cy="97231"/>
          </a:xfrm>
          <a:prstGeom prst="rect">
            <a:avLst/>
          </a:prstGeom>
          <a:solidFill>
            <a:srgbClr val="E9EDEB"/>
          </a:solidFill>
          <a:ln w="12700">
            <a:solidFill>
              <a:srgbClr val="E9EDEB"/>
            </a:solidFill>
            <a:prstDash val="solid"/>
          </a:ln>
        </p:spPr>
      </p:sp>
      <p:sp>
        <p:nvSpPr>
          <p:cNvPr id="117" name="Shape 115"/>
          <p:cNvSpPr/>
          <p:nvPr/>
        </p:nvSpPr>
        <p:spPr>
          <a:xfrm>
            <a:off x="4349115" y="2566416"/>
            <a:ext cx="142761" cy="97231"/>
          </a:xfrm>
          <a:prstGeom prst="rect">
            <a:avLst/>
          </a:prstGeom>
          <a:solidFill>
            <a:srgbClr val="E9EDEB"/>
          </a:solidFill>
          <a:ln w="12700">
            <a:solidFill>
              <a:srgbClr val="E9EDEB"/>
            </a:solidFill>
            <a:prstDash val="solid"/>
          </a:ln>
        </p:spPr>
      </p:sp>
      <p:sp>
        <p:nvSpPr>
          <p:cNvPr id="118" name="Shape 116"/>
          <p:cNvSpPr/>
          <p:nvPr/>
        </p:nvSpPr>
        <p:spPr>
          <a:xfrm>
            <a:off x="4511992" y="2566416"/>
            <a:ext cx="142761" cy="97231"/>
          </a:xfrm>
          <a:prstGeom prst="rect">
            <a:avLst/>
          </a:prstGeom>
          <a:solidFill>
            <a:srgbClr val="E9EDEB"/>
          </a:solidFill>
          <a:ln w="12700">
            <a:solidFill>
              <a:srgbClr val="E9EDEB"/>
            </a:solidFill>
            <a:prstDash val="solid"/>
          </a:ln>
        </p:spPr>
      </p:sp>
      <p:sp>
        <p:nvSpPr>
          <p:cNvPr id="119" name="Shape 117"/>
          <p:cNvSpPr/>
          <p:nvPr/>
        </p:nvSpPr>
        <p:spPr>
          <a:xfrm>
            <a:off x="4674870" y="2566416"/>
            <a:ext cx="142761" cy="97231"/>
          </a:xfrm>
          <a:prstGeom prst="rect">
            <a:avLst/>
          </a:prstGeom>
          <a:solidFill>
            <a:srgbClr val="E9EDEB"/>
          </a:solidFill>
          <a:ln w="12700">
            <a:solidFill>
              <a:srgbClr val="E9EDEB"/>
            </a:solidFill>
            <a:prstDash val="solid"/>
          </a:ln>
        </p:spPr>
      </p:sp>
      <p:sp>
        <p:nvSpPr>
          <p:cNvPr id="120" name="Shape 118"/>
          <p:cNvSpPr/>
          <p:nvPr/>
        </p:nvSpPr>
        <p:spPr>
          <a:xfrm>
            <a:off x="4837747" y="2566416"/>
            <a:ext cx="142761" cy="97231"/>
          </a:xfrm>
          <a:prstGeom prst="rect">
            <a:avLst/>
          </a:prstGeom>
          <a:solidFill>
            <a:srgbClr val="E9EDEB"/>
          </a:solidFill>
          <a:ln w="12700">
            <a:solidFill>
              <a:srgbClr val="E9EDEB"/>
            </a:solidFill>
            <a:prstDash val="solid"/>
          </a:ln>
        </p:spPr>
      </p:sp>
      <p:sp>
        <p:nvSpPr>
          <p:cNvPr id="121" name="Shape 119"/>
          <p:cNvSpPr/>
          <p:nvPr/>
        </p:nvSpPr>
        <p:spPr>
          <a:xfrm>
            <a:off x="5000625" y="2566416"/>
            <a:ext cx="142761" cy="97231"/>
          </a:xfrm>
          <a:prstGeom prst="rect">
            <a:avLst/>
          </a:prstGeom>
          <a:solidFill>
            <a:srgbClr val="E9EDEB"/>
          </a:solidFill>
          <a:ln w="12700">
            <a:solidFill>
              <a:srgbClr val="E9EDEB"/>
            </a:solidFill>
            <a:prstDash val="solid"/>
          </a:ln>
        </p:spPr>
      </p:sp>
      <p:sp>
        <p:nvSpPr>
          <p:cNvPr id="122" name="Shape 120"/>
          <p:cNvSpPr/>
          <p:nvPr/>
        </p:nvSpPr>
        <p:spPr>
          <a:xfrm>
            <a:off x="5163503" y="2566416"/>
            <a:ext cx="142761" cy="97231"/>
          </a:xfrm>
          <a:prstGeom prst="rect">
            <a:avLst/>
          </a:prstGeom>
          <a:solidFill>
            <a:srgbClr val="E9EDEB"/>
          </a:solidFill>
          <a:ln w="12700">
            <a:solidFill>
              <a:srgbClr val="E9EDEB"/>
            </a:solidFill>
            <a:prstDash val="solid"/>
          </a:ln>
        </p:spPr>
      </p:sp>
      <p:sp>
        <p:nvSpPr>
          <p:cNvPr id="123" name="Shape 121"/>
          <p:cNvSpPr/>
          <p:nvPr/>
        </p:nvSpPr>
        <p:spPr>
          <a:xfrm>
            <a:off x="5326380" y="2566416"/>
            <a:ext cx="142761" cy="97231"/>
          </a:xfrm>
          <a:prstGeom prst="rect">
            <a:avLst/>
          </a:prstGeom>
          <a:solidFill>
            <a:srgbClr val="E9EDEB"/>
          </a:solidFill>
          <a:ln w="12700">
            <a:solidFill>
              <a:srgbClr val="E9EDEB"/>
            </a:solidFill>
            <a:prstDash val="solid"/>
          </a:ln>
        </p:spPr>
      </p:sp>
      <p:sp>
        <p:nvSpPr>
          <p:cNvPr id="124" name="Shape 122"/>
          <p:cNvSpPr/>
          <p:nvPr/>
        </p:nvSpPr>
        <p:spPr>
          <a:xfrm>
            <a:off x="5489257" y="2566416"/>
            <a:ext cx="142761" cy="97231"/>
          </a:xfrm>
          <a:prstGeom prst="rect">
            <a:avLst/>
          </a:prstGeom>
          <a:solidFill>
            <a:srgbClr val="E9EDEB"/>
          </a:solidFill>
          <a:ln w="12700">
            <a:solidFill>
              <a:srgbClr val="E9EDEB"/>
            </a:solidFill>
            <a:prstDash val="solid"/>
          </a:ln>
        </p:spPr>
      </p:sp>
      <p:sp>
        <p:nvSpPr>
          <p:cNvPr id="125" name="Shape 123"/>
          <p:cNvSpPr/>
          <p:nvPr/>
        </p:nvSpPr>
        <p:spPr>
          <a:xfrm>
            <a:off x="5652135" y="2566416"/>
            <a:ext cx="142761" cy="97231"/>
          </a:xfrm>
          <a:prstGeom prst="rect">
            <a:avLst/>
          </a:prstGeom>
          <a:solidFill>
            <a:srgbClr val="E9EDEB"/>
          </a:solidFill>
          <a:ln w="12700">
            <a:solidFill>
              <a:srgbClr val="E9EDEB"/>
            </a:solidFill>
            <a:prstDash val="solid"/>
          </a:ln>
        </p:spPr>
      </p:sp>
      <p:sp>
        <p:nvSpPr>
          <p:cNvPr id="126" name="Shape 124"/>
          <p:cNvSpPr/>
          <p:nvPr/>
        </p:nvSpPr>
        <p:spPr>
          <a:xfrm>
            <a:off x="5815012" y="2566416"/>
            <a:ext cx="142761" cy="97231"/>
          </a:xfrm>
          <a:prstGeom prst="rect">
            <a:avLst/>
          </a:prstGeom>
          <a:solidFill>
            <a:srgbClr val="E9EDEB"/>
          </a:solidFill>
          <a:ln w="12700">
            <a:solidFill>
              <a:srgbClr val="E9EDEB"/>
            </a:solidFill>
            <a:prstDash val="solid"/>
          </a:ln>
        </p:spPr>
      </p:sp>
      <p:sp>
        <p:nvSpPr>
          <p:cNvPr id="127" name="Shape 125"/>
          <p:cNvSpPr/>
          <p:nvPr/>
        </p:nvSpPr>
        <p:spPr>
          <a:xfrm>
            <a:off x="5977890" y="2566416"/>
            <a:ext cx="142761" cy="97231"/>
          </a:xfrm>
          <a:prstGeom prst="rect">
            <a:avLst/>
          </a:prstGeom>
          <a:solidFill>
            <a:srgbClr val="E9EDEB"/>
          </a:solidFill>
          <a:ln w="12700">
            <a:solidFill>
              <a:srgbClr val="E9EDEB"/>
            </a:solidFill>
            <a:prstDash val="solid"/>
          </a:ln>
        </p:spPr>
      </p:sp>
      <p:sp>
        <p:nvSpPr>
          <p:cNvPr id="128" name="Shape 126"/>
          <p:cNvSpPr/>
          <p:nvPr/>
        </p:nvSpPr>
        <p:spPr>
          <a:xfrm>
            <a:off x="6140767" y="2566416"/>
            <a:ext cx="142761" cy="97231"/>
          </a:xfrm>
          <a:prstGeom prst="rect">
            <a:avLst/>
          </a:prstGeom>
          <a:solidFill>
            <a:srgbClr val="E9EDEB"/>
          </a:solidFill>
          <a:ln w="12700">
            <a:solidFill>
              <a:srgbClr val="E9EDEB"/>
            </a:solidFill>
            <a:prstDash val="solid"/>
          </a:ln>
        </p:spPr>
      </p:sp>
      <p:sp>
        <p:nvSpPr>
          <p:cNvPr id="129" name="Shape 127"/>
          <p:cNvSpPr/>
          <p:nvPr/>
        </p:nvSpPr>
        <p:spPr>
          <a:xfrm>
            <a:off x="6303645" y="2566416"/>
            <a:ext cx="142761" cy="97231"/>
          </a:xfrm>
          <a:prstGeom prst="rect">
            <a:avLst/>
          </a:prstGeom>
          <a:solidFill>
            <a:srgbClr val="E9EDEB"/>
          </a:solidFill>
          <a:ln w="12700">
            <a:solidFill>
              <a:srgbClr val="E9EDEB"/>
            </a:solidFill>
            <a:prstDash val="solid"/>
          </a:ln>
        </p:spPr>
      </p:sp>
      <p:sp>
        <p:nvSpPr>
          <p:cNvPr id="130" name="Shape 128"/>
          <p:cNvSpPr/>
          <p:nvPr/>
        </p:nvSpPr>
        <p:spPr>
          <a:xfrm>
            <a:off x="6466522" y="2566416"/>
            <a:ext cx="142761" cy="97231"/>
          </a:xfrm>
          <a:prstGeom prst="rect">
            <a:avLst/>
          </a:prstGeom>
          <a:solidFill>
            <a:srgbClr val="E9EDEB"/>
          </a:solidFill>
          <a:ln w="12700">
            <a:solidFill>
              <a:srgbClr val="E9EDEB"/>
            </a:solidFill>
            <a:prstDash val="solid"/>
          </a:ln>
        </p:spPr>
      </p:sp>
      <p:sp>
        <p:nvSpPr>
          <p:cNvPr id="131" name="Shape 129"/>
          <p:cNvSpPr/>
          <p:nvPr/>
        </p:nvSpPr>
        <p:spPr>
          <a:xfrm>
            <a:off x="6629400" y="2566416"/>
            <a:ext cx="142761" cy="97231"/>
          </a:xfrm>
          <a:prstGeom prst="rect">
            <a:avLst/>
          </a:prstGeom>
          <a:solidFill>
            <a:srgbClr val="E9EDEB"/>
          </a:solidFill>
          <a:ln w="12700">
            <a:solidFill>
              <a:srgbClr val="E9EDEB"/>
            </a:solidFill>
            <a:prstDash val="solid"/>
          </a:ln>
        </p:spPr>
      </p:sp>
      <p:sp>
        <p:nvSpPr>
          <p:cNvPr id="132" name="Shape 130"/>
          <p:cNvSpPr/>
          <p:nvPr/>
        </p:nvSpPr>
        <p:spPr>
          <a:xfrm>
            <a:off x="6792277" y="2566416"/>
            <a:ext cx="142761" cy="97231"/>
          </a:xfrm>
          <a:prstGeom prst="rect">
            <a:avLst/>
          </a:prstGeom>
          <a:solidFill>
            <a:srgbClr val="E9EDEB"/>
          </a:solidFill>
          <a:ln w="12700">
            <a:solidFill>
              <a:srgbClr val="E9EDEB"/>
            </a:solidFill>
            <a:prstDash val="solid"/>
          </a:ln>
        </p:spPr>
      </p:sp>
      <p:sp>
        <p:nvSpPr>
          <p:cNvPr id="133" name="Shape 131"/>
          <p:cNvSpPr/>
          <p:nvPr/>
        </p:nvSpPr>
        <p:spPr>
          <a:xfrm>
            <a:off x="6955155" y="2566416"/>
            <a:ext cx="142761" cy="97231"/>
          </a:xfrm>
          <a:prstGeom prst="rect">
            <a:avLst/>
          </a:prstGeom>
          <a:solidFill>
            <a:srgbClr val="E9EDEB"/>
          </a:solidFill>
          <a:ln w="12700">
            <a:solidFill>
              <a:srgbClr val="E9EDEB"/>
            </a:solidFill>
            <a:prstDash val="solid"/>
          </a:ln>
        </p:spPr>
      </p:sp>
      <p:sp>
        <p:nvSpPr>
          <p:cNvPr id="134" name="Shape 132"/>
          <p:cNvSpPr/>
          <p:nvPr/>
        </p:nvSpPr>
        <p:spPr>
          <a:xfrm>
            <a:off x="7118032" y="2566416"/>
            <a:ext cx="142761" cy="97231"/>
          </a:xfrm>
          <a:prstGeom prst="rect">
            <a:avLst/>
          </a:prstGeom>
          <a:solidFill>
            <a:srgbClr val="E9EDEB"/>
          </a:solidFill>
          <a:ln w="12700">
            <a:solidFill>
              <a:srgbClr val="E9EDEB"/>
            </a:solidFill>
            <a:prstDash val="solid"/>
          </a:ln>
        </p:spPr>
      </p:sp>
      <p:sp>
        <p:nvSpPr>
          <p:cNvPr id="135" name="Shape 133"/>
          <p:cNvSpPr/>
          <p:nvPr/>
        </p:nvSpPr>
        <p:spPr>
          <a:xfrm>
            <a:off x="7280910" y="2566416"/>
            <a:ext cx="142761" cy="97231"/>
          </a:xfrm>
          <a:prstGeom prst="rect">
            <a:avLst/>
          </a:prstGeom>
          <a:solidFill>
            <a:srgbClr val="E9EDEB"/>
          </a:solidFill>
          <a:ln w="12700">
            <a:solidFill>
              <a:srgbClr val="E9EDEB"/>
            </a:solidFill>
            <a:prstDash val="solid"/>
          </a:ln>
        </p:spPr>
      </p:sp>
      <p:sp>
        <p:nvSpPr>
          <p:cNvPr id="136" name="Shape 134"/>
          <p:cNvSpPr/>
          <p:nvPr/>
        </p:nvSpPr>
        <p:spPr>
          <a:xfrm>
            <a:off x="7443788" y="2566416"/>
            <a:ext cx="142761" cy="97231"/>
          </a:xfrm>
          <a:prstGeom prst="rect">
            <a:avLst/>
          </a:prstGeom>
          <a:solidFill>
            <a:srgbClr val="E9EDEB"/>
          </a:solidFill>
          <a:ln w="12700">
            <a:solidFill>
              <a:srgbClr val="E9EDEB"/>
            </a:solidFill>
            <a:prstDash val="solid"/>
          </a:ln>
        </p:spPr>
      </p:sp>
      <p:sp>
        <p:nvSpPr>
          <p:cNvPr id="137" name="Shape 135"/>
          <p:cNvSpPr/>
          <p:nvPr/>
        </p:nvSpPr>
        <p:spPr>
          <a:xfrm>
            <a:off x="7606665" y="2566416"/>
            <a:ext cx="142761" cy="97231"/>
          </a:xfrm>
          <a:prstGeom prst="rect">
            <a:avLst/>
          </a:prstGeom>
          <a:solidFill>
            <a:srgbClr val="E9EDEB"/>
          </a:solidFill>
          <a:ln w="12700">
            <a:solidFill>
              <a:srgbClr val="E9EDEB"/>
            </a:solidFill>
            <a:prstDash val="solid"/>
          </a:ln>
        </p:spPr>
      </p:sp>
      <p:sp>
        <p:nvSpPr>
          <p:cNvPr id="138" name="Shape 136"/>
          <p:cNvSpPr/>
          <p:nvPr/>
        </p:nvSpPr>
        <p:spPr>
          <a:xfrm>
            <a:off x="7769542" y="2566416"/>
            <a:ext cx="142761" cy="97231"/>
          </a:xfrm>
          <a:prstGeom prst="rect">
            <a:avLst/>
          </a:prstGeom>
          <a:solidFill>
            <a:srgbClr val="E9EDEB"/>
          </a:solidFill>
          <a:ln w="12700">
            <a:solidFill>
              <a:srgbClr val="E9EDEB"/>
            </a:solidFill>
            <a:prstDash val="solid"/>
          </a:ln>
        </p:spPr>
      </p:sp>
      <p:sp>
        <p:nvSpPr>
          <p:cNvPr id="139" name="Shape 137"/>
          <p:cNvSpPr/>
          <p:nvPr/>
        </p:nvSpPr>
        <p:spPr>
          <a:xfrm>
            <a:off x="7932420" y="2566416"/>
            <a:ext cx="142761" cy="97231"/>
          </a:xfrm>
          <a:prstGeom prst="rect">
            <a:avLst/>
          </a:prstGeom>
          <a:solidFill>
            <a:srgbClr val="E9EDEB"/>
          </a:solidFill>
          <a:ln w="12700">
            <a:solidFill>
              <a:srgbClr val="E9EDEB"/>
            </a:solidFill>
            <a:prstDash val="solid"/>
          </a:ln>
        </p:spPr>
      </p:sp>
      <p:sp>
        <p:nvSpPr>
          <p:cNvPr id="140" name="Shape 138"/>
          <p:cNvSpPr/>
          <p:nvPr/>
        </p:nvSpPr>
        <p:spPr>
          <a:xfrm>
            <a:off x="8095297" y="2566416"/>
            <a:ext cx="142761" cy="97231"/>
          </a:xfrm>
          <a:prstGeom prst="rect">
            <a:avLst/>
          </a:prstGeom>
          <a:solidFill>
            <a:srgbClr val="E9EDEB"/>
          </a:solidFill>
          <a:ln w="12700">
            <a:solidFill>
              <a:srgbClr val="E9EDEB"/>
            </a:solidFill>
            <a:prstDash val="solid"/>
          </a:ln>
        </p:spPr>
      </p:sp>
      <p:sp>
        <p:nvSpPr>
          <p:cNvPr id="141" name="Shape 139"/>
          <p:cNvSpPr/>
          <p:nvPr/>
        </p:nvSpPr>
        <p:spPr>
          <a:xfrm>
            <a:off x="8258175" y="2566416"/>
            <a:ext cx="142761" cy="97231"/>
          </a:xfrm>
          <a:prstGeom prst="rect">
            <a:avLst/>
          </a:prstGeom>
          <a:solidFill>
            <a:srgbClr val="E9EDEB"/>
          </a:solidFill>
          <a:ln w="12700">
            <a:solidFill>
              <a:srgbClr val="E9EDEB"/>
            </a:solidFill>
            <a:prstDash val="solid"/>
          </a:ln>
        </p:spPr>
      </p:sp>
      <p:sp>
        <p:nvSpPr>
          <p:cNvPr id="142" name="Shape 140"/>
          <p:cNvSpPr/>
          <p:nvPr/>
        </p:nvSpPr>
        <p:spPr>
          <a:xfrm>
            <a:off x="8421053" y="2566416"/>
            <a:ext cx="142761" cy="97231"/>
          </a:xfrm>
          <a:prstGeom prst="rect">
            <a:avLst/>
          </a:prstGeom>
          <a:solidFill>
            <a:srgbClr val="E9EDEB"/>
          </a:solidFill>
          <a:ln w="12700">
            <a:solidFill>
              <a:srgbClr val="E9EDEB"/>
            </a:solidFill>
            <a:prstDash val="solid"/>
          </a:ln>
        </p:spPr>
      </p:sp>
      <p:sp>
        <p:nvSpPr>
          <p:cNvPr id="143" name="Shape 141"/>
          <p:cNvSpPr/>
          <p:nvPr/>
        </p:nvSpPr>
        <p:spPr>
          <a:xfrm>
            <a:off x="8583930" y="2566416"/>
            <a:ext cx="142761" cy="97231"/>
          </a:xfrm>
          <a:prstGeom prst="rect">
            <a:avLst/>
          </a:prstGeom>
          <a:solidFill>
            <a:srgbClr val="E9EDEB"/>
          </a:solidFill>
          <a:ln w="12700">
            <a:solidFill>
              <a:srgbClr val="E9EDEB"/>
            </a:solidFill>
            <a:prstDash val="solid"/>
          </a:ln>
        </p:spPr>
      </p:sp>
      <p:sp>
        <p:nvSpPr>
          <p:cNvPr id="144" name="Shape 142"/>
          <p:cNvSpPr/>
          <p:nvPr/>
        </p:nvSpPr>
        <p:spPr>
          <a:xfrm>
            <a:off x="8746807" y="2566416"/>
            <a:ext cx="142761" cy="97231"/>
          </a:xfrm>
          <a:prstGeom prst="rect">
            <a:avLst/>
          </a:prstGeom>
          <a:solidFill>
            <a:srgbClr val="E9EDEB"/>
          </a:solidFill>
          <a:ln w="12700">
            <a:solidFill>
              <a:srgbClr val="E9EDEB"/>
            </a:solidFill>
            <a:prstDash val="solid"/>
          </a:ln>
        </p:spPr>
      </p:sp>
      <p:sp>
        <p:nvSpPr>
          <p:cNvPr id="145" name="Shape 143"/>
          <p:cNvSpPr/>
          <p:nvPr/>
        </p:nvSpPr>
        <p:spPr>
          <a:xfrm>
            <a:off x="8909685" y="2566416"/>
            <a:ext cx="142761" cy="97231"/>
          </a:xfrm>
          <a:prstGeom prst="rect">
            <a:avLst/>
          </a:prstGeom>
          <a:solidFill>
            <a:srgbClr val="E9EDEB"/>
          </a:solidFill>
          <a:ln w="12700">
            <a:solidFill>
              <a:srgbClr val="E9EDEB"/>
            </a:solidFill>
            <a:prstDash val="solid"/>
          </a:ln>
        </p:spPr>
      </p:sp>
      <p:sp>
        <p:nvSpPr>
          <p:cNvPr id="146" name="Shape 144"/>
          <p:cNvSpPr/>
          <p:nvPr/>
        </p:nvSpPr>
        <p:spPr>
          <a:xfrm>
            <a:off x="9072563" y="2566416"/>
            <a:ext cx="142761" cy="97231"/>
          </a:xfrm>
          <a:prstGeom prst="rect">
            <a:avLst/>
          </a:prstGeom>
          <a:solidFill>
            <a:srgbClr val="E9EDEB"/>
          </a:solidFill>
          <a:ln w="12700">
            <a:solidFill>
              <a:srgbClr val="E9EDEB"/>
            </a:solidFill>
            <a:prstDash val="solid"/>
          </a:ln>
        </p:spPr>
      </p:sp>
      <p:sp>
        <p:nvSpPr>
          <p:cNvPr id="147" name="Shape 145"/>
          <p:cNvSpPr/>
          <p:nvPr/>
        </p:nvSpPr>
        <p:spPr>
          <a:xfrm>
            <a:off x="1417320" y="2683764"/>
            <a:ext cx="142761" cy="97231"/>
          </a:xfrm>
          <a:prstGeom prst="rect">
            <a:avLst/>
          </a:prstGeom>
          <a:solidFill>
            <a:srgbClr val="E9EDEB"/>
          </a:solidFill>
          <a:ln w="12700">
            <a:solidFill>
              <a:srgbClr val="E9EDEB"/>
            </a:solidFill>
            <a:prstDash val="solid"/>
          </a:ln>
        </p:spPr>
      </p:sp>
      <p:sp>
        <p:nvSpPr>
          <p:cNvPr id="148" name="Shape 146"/>
          <p:cNvSpPr/>
          <p:nvPr/>
        </p:nvSpPr>
        <p:spPr>
          <a:xfrm>
            <a:off x="1580198" y="2683764"/>
            <a:ext cx="142761" cy="97231"/>
          </a:xfrm>
          <a:prstGeom prst="rect">
            <a:avLst/>
          </a:prstGeom>
          <a:solidFill>
            <a:srgbClr val="E9EDEB"/>
          </a:solidFill>
          <a:ln w="12700">
            <a:solidFill>
              <a:srgbClr val="E9EDEB"/>
            </a:solidFill>
            <a:prstDash val="solid"/>
          </a:ln>
        </p:spPr>
      </p:sp>
      <p:sp>
        <p:nvSpPr>
          <p:cNvPr id="149" name="Shape 147"/>
          <p:cNvSpPr/>
          <p:nvPr/>
        </p:nvSpPr>
        <p:spPr>
          <a:xfrm>
            <a:off x="1743075" y="2683764"/>
            <a:ext cx="142761" cy="97231"/>
          </a:xfrm>
          <a:prstGeom prst="rect">
            <a:avLst/>
          </a:prstGeom>
          <a:solidFill>
            <a:srgbClr val="E9EDEB"/>
          </a:solidFill>
          <a:ln w="12700">
            <a:solidFill>
              <a:srgbClr val="E9EDEB"/>
            </a:solidFill>
            <a:prstDash val="solid"/>
          </a:ln>
        </p:spPr>
      </p:sp>
      <p:sp>
        <p:nvSpPr>
          <p:cNvPr id="150" name="Shape 148"/>
          <p:cNvSpPr/>
          <p:nvPr/>
        </p:nvSpPr>
        <p:spPr>
          <a:xfrm>
            <a:off x="1905953" y="2683764"/>
            <a:ext cx="142761" cy="97231"/>
          </a:xfrm>
          <a:prstGeom prst="rect">
            <a:avLst/>
          </a:prstGeom>
          <a:solidFill>
            <a:srgbClr val="E9EDEB"/>
          </a:solidFill>
          <a:ln w="12700">
            <a:solidFill>
              <a:srgbClr val="E9EDEB"/>
            </a:solidFill>
            <a:prstDash val="solid"/>
          </a:ln>
        </p:spPr>
      </p:sp>
      <p:sp>
        <p:nvSpPr>
          <p:cNvPr id="151" name="Shape 149"/>
          <p:cNvSpPr/>
          <p:nvPr/>
        </p:nvSpPr>
        <p:spPr>
          <a:xfrm>
            <a:off x="2068830" y="2683764"/>
            <a:ext cx="142761" cy="97231"/>
          </a:xfrm>
          <a:prstGeom prst="rect">
            <a:avLst/>
          </a:prstGeom>
          <a:solidFill>
            <a:srgbClr val="E9EDEB"/>
          </a:solidFill>
          <a:ln w="12700">
            <a:solidFill>
              <a:srgbClr val="E9EDEB"/>
            </a:solidFill>
            <a:prstDash val="solid"/>
          </a:ln>
        </p:spPr>
      </p:sp>
      <p:sp>
        <p:nvSpPr>
          <p:cNvPr id="152" name="Shape 150"/>
          <p:cNvSpPr/>
          <p:nvPr/>
        </p:nvSpPr>
        <p:spPr>
          <a:xfrm>
            <a:off x="2231708" y="2683764"/>
            <a:ext cx="142761" cy="97231"/>
          </a:xfrm>
          <a:prstGeom prst="rect">
            <a:avLst/>
          </a:prstGeom>
          <a:solidFill>
            <a:srgbClr val="E9EDEB"/>
          </a:solidFill>
          <a:ln w="12700">
            <a:solidFill>
              <a:srgbClr val="E9EDEB"/>
            </a:solidFill>
            <a:prstDash val="solid"/>
          </a:ln>
        </p:spPr>
      </p:sp>
      <p:sp>
        <p:nvSpPr>
          <p:cNvPr id="153" name="Shape 151"/>
          <p:cNvSpPr/>
          <p:nvPr/>
        </p:nvSpPr>
        <p:spPr>
          <a:xfrm>
            <a:off x="2394585" y="2683764"/>
            <a:ext cx="142761" cy="97231"/>
          </a:xfrm>
          <a:prstGeom prst="rect">
            <a:avLst/>
          </a:prstGeom>
          <a:solidFill>
            <a:srgbClr val="E9EDEB"/>
          </a:solidFill>
          <a:ln w="12700">
            <a:solidFill>
              <a:srgbClr val="E9EDEB"/>
            </a:solidFill>
            <a:prstDash val="solid"/>
          </a:ln>
        </p:spPr>
      </p:sp>
      <p:sp>
        <p:nvSpPr>
          <p:cNvPr id="154" name="Shape 152"/>
          <p:cNvSpPr/>
          <p:nvPr/>
        </p:nvSpPr>
        <p:spPr>
          <a:xfrm>
            <a:off x="2557463" y="2683764"/>
            <a:ext cx="142761" cy="97231"/>
          </a:xfrm>
          <a:prstGeom prst="rect">
            <a:avLst/>
          </a:prstGeom>
          <a:solidFill>
            <a:srgbClr val="E9EDEB"/>
          </a:solidFill>
          <a:ln w="12700">
            <a:solidFill>
              <a:srgbClr val="E9EDEB"/>
            </a:solidFill>
            <a:prstDash val="solid"/>
          </a:ln>
        </p:spPr>
      </p:sp>
      <p:sp>
        <p:nvSpPr>
          <p:cNvPr id="155" name="Shape 153"/>
          <p:cNvSpPr/>
          <p:nvPr/>
        </p:nvSpPr>
        <p:spPr>
          <a:xfrm>
            <a:off x="2720340" y="2683764"/>
            <a:ext cx="142761" cy="97231"/>
          </a:xfrm>
          <a:prstGeom prst="rect">
            <a:avLst/>
          </a:prstGeom>
          <a:solidFill>
            <a:srgbClr val="E9EDEB"/>
          </a:solidFill>
          <a:ln w="12700">
            <a:solidFill>
              <a:srgbClr val="E9EDEB"/>
            </a:solidFill>
            <a:prstDash val="solid"/>
          </a:ln>
        </p:spPr>
      </p:sp>
      <p:sp>
        <p:nvSpPr>
          <p:cNvPr id="156" name="Shape 154"/>
          <p:cNvSpPr/>
          <p:nvPr/>
        </p:nvSpPr>
        <p:spPr>
          <a:xfrm>
            <a:off x="2883218" y="2683764"/>
            <a:ext cx="142761" cy="97231"/>
          </a:xfrm>
          <a:prstGeom prst="rect">
            <a:avLst/>
          </a:prstGeom>
          <a:solidFill>
            <a:srgbClr val="E9EDEB"/>
          </a:solidFill>
          <a:ln w="12700">
            <a:solidFill>
              <a:srgbClr val="E9EDEB"/>
            </a:solidFill>
            <a:prstDash val="solid"/>
          </a:ln>
        </p:spPr>
      </p:sp>
      <p:sp>
        <p:nvSpPr>
          <p:cNvPr id="157" name="Shape 155"/>
          <p:cNvSpPr/>
          <p:nvPr/>
        </p:nvSpPr>
        <p:spPr>
          <a:xfrm>
            <a:off x="3046095" y="2683764"/>
            <a:ext cx="142761" cy="97231"/>
          </a:xfrm>
          <a:prstGeom prst="rect">
            <a:avLst/>
          </a:prstGeom>
          <a:solidFill>
            <a:srgbClr val="E9EDEB"/>
          </a:solidFill>
          <a:ln w="12700">
            <a:solidFill>
              <a:srgbClr val="E9EDEB"/>
            </a:solidFill>
            <a:prstDash val="solid"/>
          </a:ln>
        </p:spPr>
      </p:sp>
      <p:sp>
        <p:nvSpPr>
          <p:cNvPr id="158" name="Shape 156"/>
          <p:cNvSpPr/>
          <p:nvPr/>
        </p:nvSpPr>
        <p:spPr>
          <a:xfrm>
            <a:off x="3208972" y="2683764"/>
            <a:ext cx="142761" cy="97231"/>
          </a:xfrm>
          <a:prstGeom prst="rect">
            <a:avLst/>
          </a:prstGeom>
          <a:solidFill>
            <a:srgbClr val="E9EDEB"/>
          </a:solidFill>
          <a:ln w="12700">
            <a:solidFill>
              <a:srgbClr val="E9EDEB"/>
            </a:solidFill>
            <a:prstDash val="solid"/>
          </a:ln>
        </p:spPr>
      </p:sp>
      <p:sp>
        <p:nvSpPr>
          <p:cNvPr id="159" name="Shape 157"/>
          <p:cNvSpPr/>
          <p:nvPr/>
        </p:nvSpPr>
        <p:spPr>
          <a:xfrm>
            <a:off x="3371850" y="2683764"/>
            <a:ext cx="142761" cy="97231"/>
          </a:xfrm>
          <a:prstGeom prst="rect">
            <a:avLst/>
          </a:prstGeom>
          <a:solidFill>
            <a:srgbClr val="E9EDEB"/>
          </a:solidFill>
          <a:ln w="12700">
            <a:solidFill>
              <a:srgbClr val="E9EDEB"/>
            </a:solidFill>
            <a:prstDash val="solid"/>
          </a:ln>
        </p:spPr>
      </p:sp>
      <p:sp>
        <p:nvSpPr>
          <p:cNvPr id="160" name="Shape 158"/>
          <p:cNvSpPr/>
          <p:nvPr/>
        </p:nvSpPr>
        <p:spPr>
          <a:xfrm>
            <a:off x="3534727" y="2683764"/>
            <a:ext cx="142761" cy="97231"/>
          </a:xfrm>
          <a:prstGeom prst="rect">
            <a:avLst/>
          </a:prstGeom>
          <a:solidFill>
            <a:srgbClr val="E9EDEB"/>
          </a:solidFill>
          <a:ln w="12700">
            <a:solidFill>
              <a:srgbClr val="E9EDEB"/>
            </a:solidFill>
            <a:prstDash val="solid"/>
          </a:ln>
        </p:spPr>
      </p:sp>
      <p:sp>
        <p:nvSpPr>
          <p:cNvPr id="161" name="Shape 159"/>
          <p:cNvSpPr/>
          <p:nvPr/>
        </p:nvSpPr>
        <p:spPr>
          <a:xfrm>
            <a:off x="3697605" y="2683764"/>
            <a:ext cx="142761" cy="97231"/>
          </a:xfrm>
          <a:prstGeom prst="rect">
            <a:avLst/>
          </a:prstGeom>
          <a:solidFill>
            <a:srgbClr val="E9EDEB"/>
          </a:solidFill>
          <a:ln w="12700">
            <a:solidFill>
              <a:srgbClr val="E9EDEB"/>
            </a:solidFill>
            <a:prstDash val="solid"/>
          </a:ln>
        </p:spPr>
      </p:sp>
      <p:sp>
        <p:nvSpPr>
          <p:cNvPr id="162" name="Shape 160"/>
          <p:cNvSpPr/>
          <p:nvPr/>
        </p:nvSpPr>
        <p:spPr>
          <a:xfrm>
            <a:off x="3860483" y="2683764"/>
            <a:ext cx="142761" cy="97231"/>
          </a:xfrm>
          <a:prstGeom prst="rect">
            <a:avLst/>
          </a:prstGeom>
          <a:solidFill>
            <a:srgbClr val="E9EDEB"/>
          </a:solidFill>
          <a:ln w="12700">
            <a:solidFill>
              <a:srgbClr val="E9EDEB"/>
            </a:solidFill>
            <a:prstDash val="solid"/>
          </a:ln>
        </p:spPr>
      </p:sp>
      <p:sp>
        <p:nvSpPr>
          <p:cNvPr id="163" name="Shape 161"/>
          <p:cNvSpPr/>
          <p:nvPr/>
        </p:nvSpPr>
        <p:spPr>
          <a:xfrm>
            <a:off x="4023360" y="2683764"/>
            <a:ext cx="142761" cy="97231"/>
          </a:xfrm>
          <a:prstGeom prst="rect">
            <a:avLst/>
          </a:prstGeom>
          <a:solidFill>
            <a:srgbClr val="E9EDEB"/>
          </a:solidFill>
          <a:ln w="12700">
            <a:solidFill>
              <a:srgbClr val="E9EDEB"/>
            </a:solidFill>
            <a:prstDash val="solid"/>
          </a:ln>
        </p:spPr>
      </p:sp>
      <p:sp>
        <p:nvSpPr>
          <p:cNvPr id="164" name="Shape 162"/>
          <p:cNvSpPr/>
          <p:nvPr/>
        </p:nvSpPr>
        <p:spPr>
          <a:xfrm>
            <a:off x="4186238" y="2683764"/>
            <a:ext cx="142761" cy="97231"/>
          </a:xfrm>
          <a:prstGeom prst="rect">
            <a:avLst/>
          </a:prstGeom>
          <a:solidFill>
            <a:srgbClr val="E9EDEB"/>
          </a:solidFill>
          <a:ln w="12700">
            <a:solidFill>
              <a:srgbClr val="E9EDEB"/>
            </a:solidFill>
            <a:prstDash val="solid"/>
          </a:ln>
        </p:spPr>
      </p:sp>
      <p:sp>
        <p:nvSpPr>
          <p:cNvPr id="165" name="Shape 163"/>
          <p:cNvSpPr/>
          <p:nvPr/>
        </p:nvSpPr>
        <p:spPr>
          <a:xfrm>
            <a:off x="4349115" y="2683764"/>
            <a:ext cx="142761" cy="97231"/>
          </a:xfrm>
          <a:prstGeom prst="rect">
            <a:avLst/>
          </a:prstGeom>
          <a:solidFill>
            <a:srgbClr val="E9EDEB"/>
          </a:solidFill>
          <a:ln w="12700">
            <a:solidFill>
              <a:srgbClr val="E9EDEB"/>
            </a:solidFill>
            <a:prstDash val="solid"/>
          </a:ln>
        </p:spPr>
      </p:sp>
      <p:sp>
        <p:nvSpPr>
          <p:cNvPr id="166" name="Shape 164"/>
          <p:cNvSpPr/>
          <p:nvPr/>
        </p:nvSpPr>
        <p:spPr>
          <a:xfrm>
            <a:off x="4511992" y="2683764"/>
            <a:ext cx="142761" cy="97231"/>
          </a:xfrm>
          <a:prstGeom prst="rect">
            <a:avLst/>
          </a:prstGeom>
          <a:solidFill>
            <a:srgbClr val="E9EDEB"/>
          </a:solidFill>
          <a:ln w="12700">
            <a:solidFill>
              <a:srgbClr val="E9EDEB"/>
            </a:solidFill>
            <a:prstDash val="solid"/>
          </a:ln>
        </p:spPr>
      </p:sp>
      <p:sp>
        <p:nvSpPr>
          <p:cNvPr id="167" name="Shape 165"/>
          <p:cNvSpPr/>
          <p:nvPr/>
        </p:nvSpPr>
        <p:spPr>
          <a:xfrm>
            <a:off x="4674870" y="2683764"/>
            <a:ext cx="142761" cy="97231"/>
          </a:xfrm>
          <a:prstGeom prst="rect">
            <a:avLst/>
          </a:prstGeom>
          <a:solidFill>
            <a:srgbClr val="E9EDEB"/>
          </a:solidFill>
          <a:ln w="12700">
            <a:solidFill>
              <a:srgbClr val="E9EDEB"/>
            </a:solidFill>
            <a:prstDash val="solid"/>
          </a:ln>
        </p:spPr>
      </p:sp>
      <p:sp>
        <p:nvSpPr>
          <p:cNvPr id="168" name="Shape 166"/>
          <p:cNvSpPr/>
          <p:nvPr/>
        </p:nvSpPr>
        <p:spPr>
          <a:xfrm>
            <a:off x="4837747" y="2683764"/>
            <a:ext cx="142761" cy="97231"/>
          </a:xfrm>
          <a:prstGeom prst="rect">
            <a:avLst/>
          </a:prstGeom>
          <a:solidFill>
            <a:srgbClr val="E9EDEB"/>
          </a:solidFill>
          <a:ln w="12700">
            <a:solidFill>
              <a:srgbClr val="E9EDEB"/>
            </a:solidFill>
            <a:prstDash val="solid"/>
          </a:ln>
        </p:spPr>
      </p:sp>
      <p:sp>
        <p:nvSpPr>
          <p:cNvPr id="169" name="Shape 167"/>
          <p:cNvSpPr/>
          <p:nvPr/>
        </p:nvSpPr>
        <p:spPr>
          <a:xfrm>
            <a:off x="5000625" y="2683764"/>
            <a:ext cx="142761" cy="97231"/>
          </a:xfrm>
          <a:prstGeom prst="rect">
            <a:avLst/>
          </a:prstGeom>
          <a:solidFill>
            <a:srgbClr val="E9EDEB"/>
          </a:solidFill>
          <a:ln w="12700">
            <a:solidFill>
              <a:srgbClr val="E9EDEB"/>
            </a:solidFill>
            <a:prstDash val="solid"/>
          </a:ln>
        </p:spPr>
      </p:sp>
      <p:sp>
        <p:nvSpPr>
          <p:cNvPr id="170" name="Shape 168"/>
          <p:cNvSpPr/>
          <p:nvPr/>
        </p:nvSpPr>
        <p:spPr>
          <a:xfrm>
            <a:off x="5163503" y="2683764"/>
            <a:ext cx="142761" cy="97231"/>
          </a:xfrm>
          <a:prstGeom prst="rect">
            <a:avLst/>
          </a:prstGeom>
          <a:solidFill>
            <a:srgbClr val="E9EDEB"/>
          </a:solidFill>
          <a:ln w="12700">
            <a:solidFill>
              <a:srgbClr val="E9EDEB"/>
            </a:solidFill>
            <a:prstDash val="solid"/>
          </a:ln>
        </p:spPr>
      </p:sp>
      <p:sp>
        <p:nvSpPr>
          <p:cNvPr id="171" name="Shape 169"/>
          <p:cNvSpPr/>
          <p:nvPr/>
        </p:nvSpPr>
        <p:spPr>
          <a:xfrm>
            <a:off x="5326380" y="2683764"/>
            <a:ext cx="142761" cy="97231"/>
          </a:xfrm>
          <a:prstGeom prst="rect">
            <a:avLst/>
          </a:prstGeom>
          <a:solidFill>
            <a:srgbClr val="E9EDEB"/>
          </a:solidFill>
          <a:ln w="12700">
            <a:solidFill>
              <a:srgbClr val="E9EDEB"/>
            </a:solidFill>
            <a:prstDash val="solid"/>
          </a:ln>
        </p:spPr>
      </p:sp>
      <p:sp>
        <p:nvSpPr>
          <p:cNvPr id="172" name="Shape 170"/>
          <p:cNvSpPr/>
          <p:nvPr/>
        </p:nvSpPr>
        <p:spPr>
          <a:xfrm>
            <a:off x="5489257" y="2683764"/>
            <a:ext cx="142761" cy="97231"/>
          </a:xfrm>
          <a:prstGeom prst="rect">
            <a:avLst/>
          </a:prstGeom>
          <a:solidFill>
            <a:srgbClr val="E9EDEB"/>
          </a:solidFill>
          <a:ln w="12700">
            <a:solidFill>
              <a:srgbClr val="E9EDEB"/>
            </a:solidFill>
            <a:prstDash val="solid"/>
          </a:ln>
        </p:spPr>
      </p:sp>
      <p:sp>
        <p:nvSpPr>
          <p:cNvPr id="173" name="Shape 171"/>
          <p:cNvSpPr/>
          <p:nvPr/>
        </p:nvSpPr>
        <p:spPr>
          <a:xfrm>
            <a:off x="5652135" y="2683764"/>
            <a:ext cx="142761" cy="97231"/>
          </a:xfrm>
          <a:prstGeom prst="rect">
            <a:avLst/>
          </a:prstGeom>
          <a:solidFill>
            <a:srgbClr val="E9EDEB"/>
          </a:solidFill>
          <a:ln w="12700">
            <a:solidFill>
              <a:srgbClr val="E9EDEB"/>
            </a:solidFill>
            <a:prstDash val="solid"/>
          </a:ln>
        </p:spPr>
      </p:sp>
      <p:sp>
        <p:nvSpPr>
          <p:cNvPr id="174" name="Shape 172"/>
          <p:cNvSpPr/>
          <p:nvPr/>
        </p:nvSpPr>
        <p:spPr>
          <a:xfrm>
            <a:off x="5815012" y="2683764"/>
            <a:ext cx="142761" cy="97231"/>
          </a:xfrm>
          <a:prstGeom prst="rect">
            <a:avLst/>
          </a:prstGeom>
          <a:solidFill>
            <a:srgbClr val="E9EDEB"/>
          </a:solidFill>
          <a:ln w="12700">
            <a:solidFill>
              <a:srgbClr val="E9EDEB"/>
            </a:solidFill>
            <a:prstDash val="solid"/>
          </a:ln>
        </p:spPr>
      </p:sp>
      <p:sp>
        <p:nvSpPr>
          <p:cNvPr id="175" name="Shape 173"/>
          <p:cNvSpPr/>
          <p:nvPr/>
        </p:nvSpPr>
        <p:spPr>
          <a:xfrm>
            <a:off x="5977890" y="2683764"/>
            <a:ext cx="142761" cy="97231"/>
          </a:xfrm>
          <a:prstGeom prst="rect">
            <a:avLst/>
          </a:prstGeom>
          <a:solidFill>
            <a:srgbClr val="E9EDEB"/>
          </a:solidFill>
          <a:ln w="12700">
            <a:solidFill>
              <a:srgbClr val="E9EDEB"/>
            </a:solidFill>
            <a:prstDash val="solid"/>
          </a:ln>
        </p:spPr>
      </p:sp>
      <p:sp>
        <p:nvSpPr>
          <p:cNvPr id="176" name="Shape 174"/>
          <p:cNvSpPr/>
          <p:nvPr/>
        </p:nvSpPr>
        <p:spPr>
          <a:xfrm>
            <a:off x="6140767" y="2683764"/>
            <a:ext cx="142761" cy="97231"/>
          </a:xfrm>
          <a:prstGeom prst="rect">
            <a:avLst/>
          </a:prstGeom>
          <a:solidFill>
            <a:srgbClr val="E9EDEB"/>
          </a:solidFill>
          <a:ln w="12700">
            <a:solidFill>
              <a:srgbClr val="E9EDEB"/>
            </a:solidFill>
            <a:prstDash val="solid"/>
          </a:ln>
        </p:spPr>
      </p:sp>
      <p:sp>
        <p:nvSpPr>
          <p:cNvPr id="177" name="Shape 175"/>
          <p:cNvSpPr/>
          <p:nvPr/>
        </p:nvSpPr>
        <p:spPr>
          <a:xfrm>
            <a:off x="6303645" y="2683764"/>
            <a:ext cx="142761" cy="97231"/>
          </a:xfrm>
          <a:prstGeom prst="rect">
            <a:avLst/>
          </a:prstGeom>
          <a:solidFill>
            <a:srgbClr val="E9EDEB"/>
          </a:solidFill>
          <a:ln w="12700">
            <a:solidFill>
              <a:srgbClr val="E9EDEB"/>
            </a:solidFill>
            <a:prstDash val="solid"/>
          </a:ln>
        </p:spPr>
      </p:sp>
      <p:sp>
        <p:nvSpPr>
          <p:cNvPr id="178" name="Shape 176"/>
          <p:cNvSpPr/>
          <p:nvPr/>
        </p:nvSpPr>
        <p:spPr>
          <a:xfrm>
            <a:off x="6466522" y="2683764"/>
            <a:ext cx="142761" cy="97231"/>
          </a:xfrm>
          <a:prstGeom prst="rect">
            <a:avLst/>
          </a:prstGeom>
          <a:solidFill>
            <a:srgbClr val="E9EDEB"/>
          </a:solidFill>
          <a:ln w="12700">
            <a:solidFill>
              <a:srgbClr val="E9EDEB"/>
            </a:solidFill>
            <a:prstDash val="solid"/>
          </a:ln>
        </p:spPr>
      </p:sp>
      <p:sp>
        <p:nvSpPr>
          <p:cNvPr id="179" name="Shape 177"/>
          <p:cNvSpPr/>
          <p:nvPr/>
        </p:nvSpPr>
        <p:spPr>
          <a:xfrm>
            <a:off x="6629400" y="2683764"/>
            <a:ext cx="142761" cy="97231"/>
          </a:xfrm>
          <a:prstGeom prst="rect">
            <a:avLst/>
          </a:prstGeom>
          <a:solidFill>
            <a:srgbClr val="E9EDEB"/>
          </a:solidFill>
          <a:ln w="12700">
            <a:solidFill>
              <a:srgbClr val="E9EDEB"/>
            </a:solidFill>
            <a:prstDash val="solid"/>
          </a:ln>
        </p:spPr>
      </p:sp>
      <p:sp>
        <p:nvSpPr>
          <p:cNvPr id="180" name="Shape 178"/>
          <p:cNvSpPr/>
          <p:nvPr/>
        </p:nvSpPr>
        <p:spPr>
          <a:xfrm>
            <a:off x="6792277" y="2683764"/>
            <a:ext cx="142761" cy="97231"/>
          </a:xfrm>
          <a:prstGeom prst="rect">
            <a:avLst/>
          </a:prstGeom>
          <a:solidFill>
            <a:srgbClr val="E9EDEB"/>
          </a:solidFill>
          <a:ln w="12700">
            <a:solidFill>
              <a:srgbClr val="E9EDEB"/>
            </a:solidFill>
            <a:prstDash val="solid"/>
          </a:ln>
        </p:spPr>
      </p:sp>
      <p:sp>
        <p:nvSpPr>
          <p:cNvPr id="181" name="Shape 179"/>
          <p:cNvSpPr/>
          <p:nvPr/>
        </p:nvSpPr>
        <p:spPr>
          <a:xfrm>
            <a:off x="6955155" y="2683764"/>
            <a:ext cx="142761" cy="97231"/>
          </a:xfrm>
          <a:prstGeom prst="rect">
            <a:avLst/>
          </a:prstGeom>
          <a:solidFill>
            <a:srgbClr val="E9EDEB"/>
          </a:solidFill>
          <a:ln w="12700">
            <a:solidFill>
              <a:srgbClr val="E9EDEB"/>
            </a:solidFill>
            <a:prstDash val="solid"/>
          </a:ln>
        </p:spPr>
      </p:sp>
      <p:sp>
        <p:nvSpPr>
          <p:cNvPr id="182" name="Shape 180"/>
          <p:cNvSpPr/>
          <p:nvPr/>
        </p:nvSpPr>
        <p:spPr>
          <a:xfrm>
            <a:off x="7118032" y="2683764"/>
            <a:ext cx="142761" cy="97231"/>
          </a:xfrm>
          <a:prstGeom prst="rect">
            <a:avLst/>
          </a:prstGeom>
          <a:solidFill>
            <a:srgbClr val="E9EDEB"/>
          </a:solidFill>
          <a:ln w="12700">
            <a:solidFill>
              <a:srgbClr val="E9EDEB"/>
            </a:solidFill>
            <a:prstDash val="solid"/>
          </a:ln>
        </p:spPr>
      </p:sp>
      <p:sp>
        <p:nvSpPr>
          <p:cNvPr id="183" name="Shape 181"/>
          <p:cNvSpPr/>
          <p:nvPr/>
        </p:nvSpPr>
        <p:spPr>
          <a:xfrm>
            <a:off x="7280910" y="2683764"/>
            <a:ext cx="142761" cy="97231"/>
          </a:xfrm>
          <a:prstGeom prst="rect">
            <a:avLst/>
          </a:prstGeom>
          <a:solidFill>
            <a:srgbClr val="E9EDEB"/>
          </a:solidFill>
          <a:ln w="12700">
            <a:solidFill>
              <a:srgbClr val="E9EDEB"/>
            </a:solidFill>
            <a:prstDash val="solid"/>
          </a:ln>
        </p:spPr>
      </p:sp>
      <p:sp>
        <p:nvSpPr>
          <p:cNvPr id="184" name="Shape 182"/>
          <p:cNvSpPr/>
          <p:nvPr/>
        </p:nvSpPr>
        <p:spPr>
          <a:xfrm>
            <a:off x="7443788" y="2683764"/>
            <a:ext cx="142761" cy="97231"/>
          </a:xfrm>
          <a:prstGeom prst="rect">
            <a:avLst/>
          </a:prstGeom>
          <a:solidFill>
            <a:srgbClr val="E9EDEB"/>
          </a:solidFill>
          <a:ln w="12700">
            <a:solidFill>
              <a:srgbClr val="E9EDEB"/>
            </a:solidFill>
            <a:prstDash val="solid"/>
          </a:ln>
        </p:spPr>
      </p:sp>
      <p:sp>
        <p:nvSpPr>
          <p:cNvPr id="185" name="Shape 183"/>
          <p:cNvSpPr/>
          <p:nvPr/>
        </p:nvSpPr>
        <p:spPr>
          <a:xfrm>
            <a:off x="7606665" y="2683764"/>
            <a:ext cx="142761" cy="97231"/>
          </a:xfrm>
          <a:prstGeom prst="rect">
            <a:avLst/>
          </a:prstGeom>
          <a:solidFill>
            <a:srgbClr val="E9EDEB"/>
          </a:solidFill>
          <a:ln w="12700">
            <a:solidFill>
              <a:srgbClr val="E9EDEB"/>
            </a:solidFill>
            <a:prstDash val="solid"/>
          </a:ln>
        </p:spPr>
      </p:sp>
      <p:sp>
        <p:nvSpPr>
          <p:cNvPr id="186" name="Shape 184"/>
          <p:cNvSpPr/>
          <p:nvPr/>
        </p:nvSpPr>
        <p:spPr>
          <a:xfrm>
            <a:off x="7769542" y="2683764"/>
            <a:ext cx="142761" cy="97231"/>
          </a:xfrm>
          <a:prstGeom prst="rect">
            <a:avLst/>
          </a:prstGeom>
          <a:solidFill>
            <a:srgbClr val="E9EDEB"/>
          </a:solidFill>
          <a:ln w="12700">
            <a:solidFill>
              <a:srgbClr val="E9EDEB"/>
            </a:solidFill>
            <a:prstDash val="solid"/>
          </a:ln>
        </p:spPr>
      </p:sp>
      <p:sp>
        <p:nvSpPr>
          <p:cNvPr id="187" name="Shape 185"/>
          <p:cNvSpPr/>
          <p:nvPr/>
        </p:nvSpPr>
        <p:spPr>
          <a:xfrm>
            <a:off x="7932420" y="2683764"/>
            <a:ext cx="142761" cy="97231"/>
          </a:xfrm>
          <a:prstGeom prst="rect">
            <a:avLst/>
          </a:prstGeom>
          <a:solidFill>
            <a:srgbClr val="E9EDEB"/>
          </a:solidFill>
          <a:ln w="12700">
            <a:solidFill>
              <a:srgbClr val="E9EDEB"/>
            </a:solidFill>
            <a:prstDash val="solid"/>
          </a:ln>
        </p:spPr>
      </p:sp>
      <p:sp>
        <p:nvSpPr>
          <p:cNvPr id="188" name="Shape 186"/>
          <p:cNvSpPr/>
          <p:nvPr/>
        </p:nvSpPr>
        <p:spPr>
          <a:xfrm>
            <a:off x="8095297" y="2683764"/>
            <a:ext cx="142761" cy="97231"/>
          </a:xfrm>
          <a:prstGeom prst="rect">
            <a:avLst/>
          </a:prstGeom>
          <a:solidFill>
            <a:srgbClr val="E9EDEB"/>
          </a:solidFill>
          <a:ln w="12700">
            <a:solidFill>
              <a:srgbClr val="E9EDEB"/>
            </a:solidFill>
            <a:prstDash val="solid"/>
          </a:ln>
        </p:spPr>
      </p:sp>
      <p:sp>
        <p:nvSpPr>
          <p:cNvPr id="189" name="Shape 187"/>
          <p:cNvSpPr/>
          <p:nvPr/>
        </p:nvSpPr>
        <p:spPr>
          <a:xfrm>
            <a:off x="8258175" y="2683764"/>
            <a:ext cx="142761" cy="97231"/>
          </a:xfrm>
          <a:prstGeom prst="rect">
            <a:avLst/>
          </a:prstGeom>
          <a:solidFill>
            <a:srgbClr val="E9EDEB"/>
          </a:solidFill>
          <a:ln w="12700">
            <a:solidFill>
              <a:srgbClr val="E9EDEB"/>
            </a:solidFill>
            <a:prstDash val="solid"/>
          </a:ln>
        </p:spPr>
      </p:sp>
      <p:sp>
        <p:nvSpPr>
          <p:cNvPr id="190" name="Shape 188"/>
          <p:cNvSpPr/>
          <p:nvPr/>
        </p:nvSpPr>
        <p:spPr>
          <a:xfrm>
            <a:off x="8421053" y="2683764"/>
            <a:ext cx="142761" cy="97231"/>
          </a:xfrm>
          <a:prstGeom prst="rect">
            <a:avLst/>
          </a:prstGeom>
          <a:solidFill>
            <a:srgbClr val="E9EDEB"/>
          </a:solidFill>
          <a:ln w="12700">
            <a:solidFill>
              <a:srgbClr val="E9EDEB"/>
            </a:solidFill>
            <a:prstDash val="solid"/>
          </a:ln>
        </p:spPr>
      </p:sp>
      <p:sp>
        <p:nvSpPr>
          <p:cNvPr id="191" name="Shape 189"/>
          <p:cNvSpPr/>
          <p:nvPr/>
        </p:nvSpPr>
        <p:spPr>
          <a:xfrm>
            <a:off x="8583930" y="2683764"/>
            <a:ext cx="142761" cy="97231"/>
          </a:xfrm>
          <a:prstGeom prst="rect">
            <a:avLst/>
          </a:prstGeom>
          <a:solidFill>
            <a:srgbClr val="E9EDEB"/>
          </a:solidFill>
          <a:ln w="12700">
            <a:solidFill>
              <a:srgbClr val="E9EDEB"/>
            </a:solidFill>
            <a:prstDash val="solid"/>
          </a:ln>
        </p:spPr>
      </p:sp>
      <p:sp>
        <p:nvSpPr>
          <p:cNvPr id="192" name="Shape 190"/>
          <p:cNvSpPr/>
          <p:nvPr/>
        </p:nvSpPr>
        <p:spPr>
          <a:xfrm>
            <a:off x="8746807" y="2683764"/>
            <a:ext cx="142761" cy="97231"/>
          </a:xfrm>
          <a:prstGeom prst="rect">
            <a:avLst/>
          </a:prstGeom>
          <a:solidFill>
            <a:srgbClr val="E9EDEB"/>
          </a:solidFill>
          <a:ln w="12700">
            <a:solidFill>
              <a:srgbClr val="E9EDEB"/>
            </a:solidFill>
            <a:prstDash val="solid"/>
          </a:ln>
        </p:spPr>
      </p:sp>
      <p:sp>
        <p:nvSpPr>
          <p:cNvPr id="193" name="Shape 191"/>
          <p:cNvSpPr/>
          <p:nvPr/>
        </p:nvSpPr>
        <p:spPr>
          <a:xfrm>
            <a:off x="8909685" y="2683764"/>
            <a:ext cx="142761" cy="97231"/>
          </a:xfrm>
          <a:prstGeom prst="rect">
            <a:avLst/>
          </a:prstGeom>
          <a:solidFill>
            <a:srgbClr val="E9EDEB"/>
          </a:solidFill>
          <a:ln w="12700">
            <a:solidFill>
              <a:srgbClr val="E9EDEB"/>
            </a:solidFill>
            <a:prstDash val="solid"/>
          </a:ln>
        </p:spPr>
      </p:sp>
      <p:sp>
        <p:nvSpPr>
          <p:cNvPr id="194" name="Shape 192"/>
          <p:cNvSpPr/>
          <p:nvPr/>
        </p:nvSpPr>
        <p:spPr>
          <a:xfrm>
            <a:off x="9072563" y="2683764"/>
            <a:ext cx="142761" cy="97231"/>
          </a:xfrm>
          <a:prstGeom prst="rect">
            <a:avLst/>
          </a:prstGeom>
          <a:solidFill>
            <a:srgbClr val="E9EDEB"/>
          </a:solidFill>
          <a:ln w="12700">
            <a:solidFill>
              <a:srgbClr val="E9EDEB"/>
            </a:solidFill>
            <a:prstDash val="solid"/>
          </a:ln>
        </p:spPr>
      </p:sp>
      <p:sp>
        <p:nvSpPr>
          <p:cNvPr id="195" name="Shape 193"/>
          <p:cNvSpPr/>
          <p:nvPr/>
        </p:nvSpPr>
        <p:spPr>
          <a:xfrm>
            <a:off x="1417320" y="2801112"/>
            <a:ext cx="142761" cy="97231"/>
          </a:xfrm>
          <a:prstGeom prst="rect">
            <a:avLst/>
          </a:prstGeom>
          <a:solidFill>
            <a:srgbClr val="E9EDEB"/>
          </a:solidFill>
          <a:ln w="12700">
            <a:solidFill>
              <a:srgbClr val="E9EDEB"/>
            </a:solidFill>
            <a:prstDash val="solid"/>
          </a:ln>
        </p:spPr>
      </p:sp>
      <p:sp>
        <p:nvSpPr>
          <p:cNvPr id="196" name="Shape 194"/>
          <p:cNvSpPr/>
          <p:nvPr/>
        </p:nvSpPr>
        <p:spPr>
          <a:xfrm>
            <a:off x="1580198" y="2801112"/>
            <a:ext cx="142761" cy="97231"/>
          </a:xfrm>
          <a:prstGeom prst="rect">
            <a:avLst/>
          </a:prstGeom>
          <a:solidFill>
            <a:srgbClr val="E9EDEB"/>
          </a:solidFill>
          <a:ln w="12700">
            <a:solidFill>
              <a:srgbClr val="E9EDEB"/>
            </a:solidFill>
            <a:prstDash val="solid"/>
          </a:ln>
        </p:spPr>
      </p:sp>
      <p:sp>
        <p:nvSpPr>
          <p:cNvPr id="197" name="Shape 195"/>
          <p:cNvSpPr/>
          <p:nvPr/>
        </p:nvSpPr>
        <p:spPr>
          <a:xfrm>
            <a:off x="1743075" y="2801112"/>
            <a:ext cx="142761" cy="97231"/>
          </a:xfrm>
          <a:prstGeom prst="rect">
            <a:avLst/>
          </a:prstGeom>
          <a:solidFill>
            <a:srgbClr val="E9EDEB"/>
          </a:solidFill>
          <a:ln w="12700">
            <a:solidFill>
              <a:srgbClr val="E9EDEB"/>
            </a:solidFill>
            <a:prstDash val="solid"/>
          </a:ln>
        </p:spPr>
      </p:sp>
      <p:sp>
        <p:nvSpPr>
          <p:cNvPr id="198" name="Shape 196"/>
          <p:cNvSpPr/>
          <p:nvPr/>
        </p:nvSpPr>
        <p:spPr>
          <a:xfrm>
            <a:off x="1905953" y="2801112"/>
            <a:ext cx="142761" cy="97231"/>
          </a:xfrm>
          <a:prstGeom prst="rect">
            <a:avLst/>
          </a:prstGeom>
          <a:solidFill>
            <a:srgbClr val="E9EDEB"/>
          </a:solidFill>
          <a:ln w="12700">
            <a:solidFill>
              <a:srgbClr val="E9EDEB"/>
            </a:solidFill>
            <a:prstDash val="solid"/>
          </a:ln>
        </p:spPr>
      </p:sp>
      <p:sp>
        <p:nvSpPr>
          <p:cNvPr id="199" name="Shape 197"/>
          <p:cNvSpPr/>
          <p:nvPr/>
        </p:nvSpPr>
        <p:spPr>
          <a:xfrm>
            <a:off x="2068830" y="2801112"/>
            <a:ext cx="142761" cy="97231"/>
          </a:xfrm>
          <a:prstGeom prst="rect">
            <a:avLst/>
          </a:prstGeom>
          <a:solidFill>
            <a:srgbClr val="E9EDEB"/>
          </a:solidFill>
          <a:ln w="12700">
            <a:solidFill>
              <a:srgbClr val="E9EDEB"/>
            </a:solidFill>
            <a:prstDash val="solid"/>
          </a:ln>
        </p:spPr>
      </p:sp>
      <p:sp>
        <p:nvSpPr>
          <p:cNvPr id="200" name="Shape 198"/>
          <p:cNvSpPr/>
          <p:nvPr/>
        </p:nvSpPr>
        <p:spPr>
          <a:xfrm>
            <a:off x="2231708" y="2801112"/>
            <a:ext cx="142761" cy="97231"/>
          </a:xfrm>
          <a:prstGeom prst="rect">
            <a:avLst/>
          </a:prstGeom>
          <a:solidFill>
            <a:srgbClr val="E9EDEB"/>
          </a:solidFill>
          <a:ln w="12700">
            <a:solidFill>
              <a:srgbClr val="E9EDEB"/>
            </a:solidFill>
            <a:prstDash val="solid"/>
          </a:ln>
        </p:spPr>
      </p:sp>
      <p:sp>
        <p:nvSpPr>
          <p:cNvPr id="201" name="Shape 199"/>
          <p:cNvSpPr/>
          <p:nvPr/>
        </p:nvSpPr>
        <p:spPr>
          <a:xfrm>
            <a:off x="2394585" y="2801112"/>
            <a:ext cx="142761" cy="97231"/>
          </a:xfrm>
          <a:prstGeom prst="rect">
            <a:avLst/>
          </a:prstGeom>
          <a:solidFill>
            <a:srgbClr val="E9EDEB"/>
          </a:solidFill>
          <a:ln w="12700">
            <a:solidFill>
              <a:srgbClr val="E9EDEB"/>
            </a:solidFill>
            <a:prstDash val="solid"/>
          </a:ln>
        </p:spPr>
      </p:sp>
      <p:sp>
        <p:nvSpPr>
          <p:cNvPr id="202" name="Shape 200"/>
          <p:cNvSpPr/>
          <p:nvPr/>
        </p:nvSpPr>
        <p:spPr>
          <a:xfrm>
            <a:off x="2557463" y="2801112"/>
            <a:ext cx="142761" cy="97231"/>
          </a:xfrm>
          <a:prstGeom prst="rect">
            <a:avLst/>
          </a:prstGeom>
          <a:solidFill>
            <a:srgbClr val="E9EDEB"/>
          </a:solidFill>
          <a:ln w="12700">
            <a:solidFill>
              <a:srgbClr val="E9EDEB"/>
            </a:solidFill>
            <a:prstDash val="solid"/>
          </a:ln>
        </p:spPr>
      </p:sp>
      <p:sp>
        <p:nvSpPr>
          <p:cNvPr id="203" name="Shape 201"/>
          <p:cNvSpPr/>
          <p:nvPr/>
        </p:nvSpPr>
        <p:spPr>
          <a:xfrm>
            <a:off x="2720340" y="2801112"/>
            <a:ext cx="142761" cy="97231"/>
          </a:xfrm>
          <a:prstGeom prst="rect">
            <a:avLst/>
          </a:prstGeom>
          <a:solidFill>
            <a:srgbClr val="E9EDEB"/>
          </a:solidFill>
          <a:ln w="12700">
            <a:solidFill>
              <a:srgbClr val="E9EDEB"/>
            </a:solidFill>
            <a:prstDash val="solid"/>
          </a:ln>
        </p:spPr>
      </p:sp>
      <p:sp>
        <p:nvSpPr>
          <p:cNvPr id="204" name="Shape 202"/>
          <p:cNvSpPr/>
          <p:nvPr/>
        </p:nvSpPr>
        <p:spPr>
          <a:xfrm>
            <a:off x="2883218" y="2801112"/>
            <a:ext cx="142761" cy="97231"/>
          </a:xfrm>
          <a:prstGeom prst="rect">
            <a:avLst/>
          </a:prstGeom>
          <a:solidFill>
            <a:srgbClr val="E9EDEB"/>
          </a:solidFill>
          <a:ln w="12700">
            <a:solidFill>
              <a:srgbClr val="E9EDEB"/>
            </a:solidFill>
            <a:prstDash val="solid"/>
          </a:ln>
        </p:spPr>
      </p:sp>
      <p:sp>
        <p:nvSpPr>
          <p:cNvPr id="205" name="Shape 203"/>
          <p:cNvSpPr/>
          <p:nvPr/>
        </p:nvSpPr>
        <p:spPr>
          <a:xfrm>
            <a:off x="3046095" y="2801112"/>
            <a:ext cx="142761" cy="97231"/>
          </a:xfrm>
          <a:prstGeom prst="rect">
            <a:avLst/>
          </a:prstGeom>
          <a:solidFill>
            <a:srgbClr val="7CC4A1"/>
          </a:solidFill>
          <a:ln w="12700">
            <a:solidFill>
              <a:srgbClr val="7CC4A1"/>
            </a:solidFill>
            <a:prstDash val="solid"/>
          </a:ln>
        </p:spPr>
      </p:sp>
      <p:sp>
        <p:nvSpPr>
          <p:cNvPr id="206" name="Shape 204"/>
          <p:cNvSpPr/>
          <p:nvPr/>
        </p:nvSpPr>
        <p:spPr>
          <a:xfrm>
            <a:off x="3208972" y="2801112"/>
            <a:ext cx="142761" cy="97231"/>
          </a:xfrm>
          <a:prstGeom prst="rect">
            <a:avLst/>
          </a:prstGeom>
          <a:solidFill>
            <a:srgbClr val="7CC4A1"/>
          </a:solidFill>
          <a:ln w="12700">
            <a:solidFill>
              <a:srgbClr val="7CC4A1"/>
            </a:solidFill>
            <a:prstDash val="solid"/>
          </a:ln>
        </p:spPr>
      </p:sp>
      <p:sp>
        <p:nvSpPr>
          <p:cNvPr id="207" name="Shape 205"/>
          <p:cNvSpPr/>
          <p:nvPr/>
        </p:nvSpPr>
        <p:spPr>
          <a:xfrm>
            <a:off x="3371850" y="2801112"/>
            <a:ext cx="142761" cy="97231"/>
          </a:xfrm>
          <a:prstGeom prst="rect">
            <a:avLst/>
          </a:prstGeom>
          <a:solidFill>
            <a:srgbClr val="E9EDEB"/>
          </a:solidFill>
          <a:ln w="12700">
            <a:solidFill>
              <a:srgbClr val="E9EDEB"/>
            </a:solidFill>
            <a:prstDash val="solid"/>
          </a:ln>
        </p:spPr>
      </p:sp>
      <p:sp>
        <p:nvSpPr>
          <p:cNvPr id="208" name="Shape 206"/>
          <p:cNvSpPr/>
          <p:nvPr/>
        </p:nvSpPr>
        <p:spPr>
          <a:xfrm>
            <a:off x="3534727" y="2801112"/>
            <a:ext cx="142761" cy="97231"/>
          </a:xfrm>
          <a:prstGeom prst="rect">
            <a:avLst/>
          </a:prstGeom>
          <a:solidFill>
            <a:srgbClr val="7CC4A1"/>
          </a:solidFill>
          <a:ln w="12700">
            <a:solidFill>
              <a:srgbClr val="7CC4A1"/>
            </a:solidFill>
            <a:prstDash val="solid"/>
          </a:ln>
        </p:spPr>
      </p:sp>
      <p:sp>
        <p:nvSpPr>
          <p:cNvPr id="209" name="Shape 207"/>
          <p:cNvSpPr/>
          <p:nvPr/>
        </p:nvSpPr>
        <p:spPr>
          <a:xfrm>
            <a:off x="3697605" y="2801112"/>
            <a:ext cx="142761" cy="97231"/>
          </a:xfrm>
          <a:prstGeom prst="rect">
            <a:avLst/>
          </a:prstGeom>
          <a:solidFill>
            <a:srgbClr val="7CC4A1"/>
          </a:solidFill>
          <a:ln w="12700">
            <a:solidFill>
              <a:srgbClr val="7CC4A1"/>
            </a:solidFill>
            <a:prstDash val="solid"/>
          </a:ln>
        </p:spPr>
      </p:sp>
      <p:sp>
        <p:nvSpPr>
          <p:cNvPr id="210" name="Shape 208"/>
          <p:cNvSpPr/>
          <p:nvPr/>
        </p:nvSpPr>
        <p:spPr>
          <a:xfrm>
            <a:off x="3860483" y="2801112"/>
            <a:ext cx="142761" cy="97231"/>
          </a:xfrm>
          <a:prstGeom prst="rect">
            <a:avLst/>
          </a:prstGeom>
          <a:solidFill>
            <a:srgbClr val="7CC4A1"/>
          </a:solidFill>
          <a:ln w="12700">
            <a:solidFill>
              <a:srgbClr val="7CC4A1"/>
            </a:solidFill>
            <a:prstDash val="solid"/>
          </a:ln>
        </p:spPr>
      </p:sp>
      <p:sp>
        <p:nvSpPr>
          <p:cNvPr id="211" name="Shape 209"/>
          <p:cNvSpPr/>
          <p:nvPr/>
        </p:nvSpPr>
        <p:spPr>
          <a:xfrm>
            <a:off x="4023360" y="2801112"/>
            <a:ext cx="142761" cy="97231"/>
          </a:xfrm>
          <a:prstGeom prst="rect">
            <a:avLst/>
          </a:prstGeom>
          <a:solidFill>
            <a:srgbClr val="7CC4A1"/>
          </a:solidFill>
          <a:ln w="12700">
            <a:solidFill>
              <a:srgbClr val="7CC4A1"/>
            </a:solidFill>
            <a:prstDash val="solid"/>
          </a:ln>
        </p:spPr>
      </p:sp>
      <p:sp>
        <p:nvSpPr>
          <p:cNvPr id="212" name="Shape 210"/>
          <p:cNvSpPr/>
          <p:nvPr/>
        </p:nvSpPr>
        <p:spPr>
          <a:xfrm>
            <a:off x="4186238" y="2801112"/>
            <a:ext cx="142761" cy="97231"/>
          </a:xfrm>
          <a:prstGeom prst="rect">
            <a:avLst/>
          </a:prstGeom>
          <a:solidFill>
            <a:srgbClr val="7CC4A1"/>
          </a:solidFill>
          <a:ln w="12700">
            <a:solidFill>
              <a:srgbClr val="7CC4A1"/>
            </a:solidFill>
            <a:prstDash val="solid"/>
          </a:ln>
        </p:spPr>
      </p:sp>
      <p:sp>
        <p:nvSpPr>
          <p:cNvPr id="213" name="Shape 211"/>
          <p:cNvSpPr/>
          <p:nvPr/>
        </p:nvSpPr>
        <p:spPr>
          <a:xfrm>
            <a:off x="4349115" y="2801112"/>
            <a:ext cx="142761" cy="97231"/>
          </a:xfrm>
          <a:prstGeom prst="rect">
            <a:avLst/>
          </a:prstGeom>
          <a:solidFill>
            <a:srgbClr val="7CC4A1"/>
          </a:solidFill>
          <a:ln w="12700">
            <a:solidFill>
              <a:srgbClr val="7CC4A1"/>
            </a:solidFill>
            <a:prstDash val="solid"/>
          </a:ln>
        </p:spPr>
      </p:sp>
      <p:sp>
        <p:nvSpPr>
          <p:cNvPr id="214" name="Shape 212"/>
          <p:cNvSpPr/>
          <p:nvPr/>
        </p:nvSpPr>
        <p:spPr>
          <a:xfrm>
            <a:off x="4511992" y="2801112"/>
            <a:ext cx="142761" cy="97231"/>
          </a:xfrm>
          <a:prstGeom prst="rect">
            <a:avLst/>
          </a:prstGeom>
          <a:solidFill>
            <a:srgbClr val="7CC4A1"/>
          </a:solidFill>
          <a:ln w="12700">
            <a:solidFill>
              <a:srgbClr val="7CC4A1"/>
            </a:solidFill>
            <a:prstDash val="solid"/>
          </a:ln>
        </p:spPr>
      </p:sp>
      <p:sp>
        <p:nvSpPr>
          <p:cNvPr id="215" name="Shape 213"/>
          <p:cNvSpPr/>
          <p:nvPr/>
        </p:nvSpPr>
        <p:spPr>
          <a:xfrm>
            <a:off x="4674870" y="2801112"/>
            <a:ext cx="142761" cy="97231"/>
          </a:xfrm>
          <a:prstGeom prst="rect">
            <a:avLst/>
          </a:prstGeom>
          <a:solidFill>
            <a:srgbClr val="E9EDEB"/>
          </a:solidFill>
          <a:ln w="12700">
            <a:solidFill>
              <a:srgbClr val="E9EDEB"/>
            </a:solidFill>
            <a:prstDash val="solid"/>
          </a:ln>
        </p:spPr>
      </p:sp>
      <p:sp>
        <p:nvSpPr>
          <p:cNvPr id="216" name="Shape 214"/>
          <p:cNvSpPr/>
          <p:nvPr/>
        </p:nvSpPr>
        <p:spPr>
          <a:xfrm>
            <a:off x="4837747" y="2801112"/>
            <a:ext cx="142761" cy="97231"/>
          </a:xfrm>
          <a:prstGeom prst="rect">
            <a:avLst/>
          </a:prstGeom>
          <a:solidFill>
            <a:srgbClr val="7CC4A1"/>
          </a:solidFill>
          <a:ln w="12700">
            <a:solidFill>
              <a:srgbClr val="7CC4A1"/>
            </a:solidFill>
            <a:prstDash val="solid"/>
          </a:ln>
        </p:spPr>
      </p:sp>
      <p:sp>
        <p:nvSpPr>
          <p:cNvPr id="217" name="Shape 215"/>
          <p:cNvSpPr/>
          <p:nvPr/>
        </p:nvSpPr>
        <p:spPr>
          <a:xfrm>
            <a:off x="5000625" y="2801112"/>
            <a:ext cx="142761" cy="97231"/>
          </a:xfrm>
          <a:prstGeom prst="rect">
            <a:avLst/>
          </a:prstGeom>
          <a:solidFill>
            <a:srgbClr val="7CC4A1"/>
          </a:solidFill>
          <a:ln w="12700">
            <a:solidFill>
              <a:srgbClr val="7CC4A1"/>
            </a:solidFill>
            <a:prstDash val="solid"/>
          </a:ln>
        </p:spPr>
      </p:sp>
      <p:sp>
        <p:nvSpPr>
          <p:cNvPr id="218" name="Shape 216"/>
          <p:cNvSpPr/>
          <p:nvPr/>
        </p:nvSpPr>
        <p:spPr>
          <a:xfrm>
            <a:off x="5163503" y="2801112"/>
            <a:ext cx="142761" cy="97231"/>
          </a:xfrm>
          <a:prstGeom prst="rect">
            <a:avLst/>
          </a:prstGeom>
          <a:solidFill>
            <a:srgbClr val="7CC4A1"/>
          </a:solidFill>
          <a:ln w="12700">
            <a:solidFill>
              <a:srgbClr val="7CC4A1"/>
            </a:solidFill>
            <a:prstDash val="solid"/>
          </a:ln>
        </p:spPr>
      </p:sp>
      <p:sp>
        <p:nvSpPr>
          <p:cNvPr id="219" name="Shape 217"/>
          <p:cNvSpPr/>
          <p:nvPr/>
        </p:nvSpPr>
        <p:spPr>
          <a:xfrm>
            <a:off x="5326380" y="2801112"/>
            <a:ext cx="142761" cy="97231"/>
          </a:xfrm>
          <a:prstGeom prst="rect">
            <a:avLst/>
          </a:prstGeom>
          <a:solidFill>
            <a:srgbClr val="E9EDEB"/>
          </a:solidFill>
          <a:ln w="12700">
            <a:solidFill>
              <a:srgbClr val="E9EDEB"/>
            </a:solidFill>
            <a:prstDash val="solid"/>
          </a:ln>
        </p:spPr>
      </p:sp>
      <p:sp>
        <p:nvSpPr>
          <p:cNvPr id="220" name="Shape 218"/>
          <p:cNvSpPr/>
          <p:nvPr/>
        </p:nvSpPr>
        <p:spPr>
          <a:xfrm>
            <a:off x="5489257" y="2801112"/>
            <a:ext cx="142761" cy="97231"/>
          </a:xfrm>
          <a:prstGeom prst="rect">
            <a:avLst/>
          </a:prstGeom>
          <a:solidFill>
            <a:srgbClr val="E9EDEB"/>
          </a:solidFill>
          <a:ln w="12700">
            <a:solidFill>
              <a:srgbClr val="E9EDEB"/>
            </a:solidFill>
            <a:prstDash val="solid"/>
          </a:ln>
        </p:spPr>
      </p:sp>
      <p:sp>
        <p:nvSpPr>
          <p:cNvPr id="221" name="Shape 219"/>
          <p:cNvSpPr/>
          <p:nvPr/>
        </p:nvSpPr>
        <p:spPr>
          <a:xfrm>
            <a:off x="5652135" y="2801112"/>
            <a:ext cx="142761" cy="97231"/>
          </a:xfrm>
          <a:prstGeom prst="rect">
            <a:avLst/>
          </a:prstGeom>
          <a:solidFill>
            <a:srgbClr val="E9EDEB"/>
          </a:solidFill>
          <a:ln w="12700">
            <a:solidFill>
              <a:srgbClr val="E9EDEB"/>
            </a:solidFill>
            <a:prstDash val="solid"/>
          </a:ln>
        </p:spPr>
      </p:sp>
      <p:sp>
        <p:nvSpPr>
          <p:cNvPr id="222" name="Shape 220"/>
          <p:cNvSpPr/>
          <p:nvPr/>
        </p:nvSpPr>
        <p:spPr>
          <a:xfrm>
            <a:off x="5815012" y="2801112"/>
            <a:ext cx="142761" cy="97231"/>
          </a:xfrm>
          <a:prstGeom prst="rect">
            <a:avLst/>
          </a:prstGeom>
          <a:solidFill>
            <a:srgbClr val="E9EDEB"/>
          </a:solidFill>
          <a:ln w="12700">
            <a:solidFill>
              <a:srgbClr val="E9EDEB"/>
            </a:solidFill>
            <a:prstDash val="solid"/>
          </a:ln>
        </p:spPr>
      </p:sp>
      <p:sp>
        <p:nvSpPr>
          <p:cNvPr id="223" name="Shape 221"/>
          <p:cNvSpPr/>
          <p:nvPr/>
        </p:nvSpPr>
        <p:spPr>
          <a:xfrm>
            <a:off x="5977890" y="2801112"/>
            <a:ext cx="142761" cy="97231"/>
          </a:xfrm>
          <a:prstGeom prst="rect">
            <a:avLst/>
          </a:prstGeom>
          <a:solidFill>
            <a:srgbClr val="E9EDEB"/>
          </a:solidFill>
          <a:ln w="12700">
            <a:solidFill>
              <a:srgbClr val="E9EDEB"/>
            </a:solidFill>
            <a:prstDash val="solid"/>
          </a:ln>
        </p:spPr>
      </p:sp>
      <p:sp>
        <p:nvSpPr>
          <p:cNvPr id="224" name="Shape 222"/>
          <p:cNvSpPr/>
          <p:nvPr/>
        </p:nvSpPr>
        <p:spPr>
          <a:xfrm>
            <a:off x="6140767" y="2801112"/>
            <a:ext cx="142761" cy="97231"/>
          </a:xfrm>
          <a:prstGeom prst="rect">
            <a:avLst/>
          </a:prstGeom>
          <a:solidFill>
            <a:srgbClr val="E9EDEB"/>
          </a:solidFill>
          <a:ln w="12700">
            <a:solidFill>
              <a:srgbClr val="E9EDEB"/>
            </a:solidFill>
            <a:prstDash val="solid"/>
          </a:ln>
        </p:spPr>
      </p:sp>
      <p:sp>
        <p:nvSpPr>
          <p:cNvPr id="225" name="Shape 223"/>
          <p:cNvSpPr/>
          <p:nvPr/>
        </p:nvSpPr>
        <p:spPr>
          <a:xfrm>
            <a:off x="6303645" y="2801112"/>
            <a:ext cx="142761" cy="97231"/>
          </a:xfrm>
          <a:prstGeom prst="rect">
            <a:avLst/>
          </a:prstGeom>
          <a:solidFill>
            <a:srgbClr val="E9EDEB"/>
          </a:solidFill>
          <a:ln w="12700">
            <a:solidFill>
              <a:srgbClr val="E9EDEB"/>
            </a:solidFill>
            <a:prstDash val="solid"/>
          </a:ln>
        </p:spPr>
      </p:sp>
      <p:sp>
        <p:nvSpPr>
          <p:cNvPr id="226" name="Shape 224"/>
          <p:cNvSpPr/>
          <p:nvPr/>
        </p:nvSpPr>
        <p:spPr>
          <a:xfrm>
            <a:off x="6466522" y="2801112"/>
            <a:ext cx="142761" cy="97231"/>
          </a:xfrm>
          <a:prstGeom prst="rect">
            <a:avLst/>
          </a:prstGeom>
          <a:solidFill>
            <a:srgbClr val="E9EDEB"/>
          </a:solidFill>
          <a:ln w="12700">
            <a:solidFill>
              <a:srgbClr val="E9EDEB"/>
            </a:solidFill>
            <a:prstDash val="solid"/>
          </a:ln>
        </p:spPr>
      </p:sp>
      <p:sp>
        <p:nvSpPr>
          <p:cNvPr id="227" name="Shape 225"/>
          <p:cNvSpPr/>
          <p:nvPr/>
        </p:nvSpPr>
        <p:spPr>
          <a:xfrm>
            <a:off x="6629400" y="2801112"/>
            <a:ext cx="142761" cy="97231"/>
          </a:xfrm>
          <a:prstGeom prst="rect">
            <a:avLst/>
          </a:prstGeom>
          <a:solidFill>
            <a:srgbClr val="E9EDEB"/>
          </a:solidFill>
          <a:ln w="12700">
            <a:solidFill>
              <a:srgbClr val="E9EDEB"/>
            </a:solidFill>
            <a:prstDash val="solid"/>
          </a:ln>
        </p:spPr>
      </p:sp>
      <p:sp>
        <p:nvSpPr>
          <p:cNvPr id="228" name="Shape 226"/>
          <p:cNvSpPr/>
          <p:nvPr/>
        </p:nvSpPr>
        <p:spPr>
          <a:xfrm>
            <a:off x="6792277" y="2801112"/>
            <a:ext cx="142761" cy="97231"/>
          </a:xfrm>
          <a:prstGeom prst="rect">
            <a:avLst/>
          </a:prstGeom>
          <a:solidFill>
            <a:srgbClr val="7CC4A1"/>
          </a:solidFill>
          <a:ln w="12700">
            <a:solidFill>
              <a:srgbClr val="7CC4A1"/>
            </a:solidFill>
            <a:prstDash val="solid"/>
          </a:ln>
        </p:spPr>
      </p:sp>
      <p:sp>
        <p:nvSpPr>
          <p:cNvPr id="229" name="Shape 227"/>
          <p:cNvSpPr/>
          <p:nvPr/>
        </p:nvSpPr>
        <p:spPr>
          <a:xfrm>
            <a:off x="6955155" y="2801112"/>
            <a:ext cx="142761" cy="97231"/>
          </a:xfrm>
          <a:prstGeom prst="rect">
            <a:avLst/>
          </a:prstGeom>
          <a:solidFill>
            <a:srgbClr val="7CC4A1"/>
          </a:solidFill>
          <a:ln w="12700">
            <a:solidFill>
              <a:srgbClr val="7CC4A1"/>
            </a:solidFill>
            <a:prstDash val="solid"/>
          </a:ln>
        </p:spPr>
      </p:sp>
      <p:sp>
        <p:nvSpPr>
          <p:cNvPr id="230" name="Shape 228"/>
          <p:cNvSpPr/>
          <p:nvPr/>
        </p:nvSpPr>
        <p:spPr>
          <a:xfrm>
            <a:off x="7118032" y="2801112"/>
            <a:ext cx="142761" cy="97231"/>
          </a:xfrm>
          <a:prstGeom prst="rect">
            <a:avLst/>
          </a:prstGeom>
          <a:solidFill>
            <a:srgbClr val="4FAA82"/>
          </a:solidFill>
          <a:ln w="12700">
            <a:solidFill>
              <a:srgbClr val="4FAA82"/>
            </a:solidFill>
            <a:prstDash val="solid"/>
          </a:ln>
        </p:spPr>
      </p:sp>
      <p:sp>
        <p:nvSpPr>
          <p:cNvPr id="231" name="Shape 229"/>
          <p:cNvSpPr/>
          <p:nvPr/>
        </p:nvSpPr>
        <p:spPr>
          <a:xfrm>
            <a:off x="7280910" y="2801112"/>
            <a:ext cx="142761" cy="97231"/>
          </a:xfrm>
          <a:prstGeom prst="rect">
            <a:avLst/>
          </a:prstGeom>
          <a:solidFill>
            <a:srgbClr val="7CC4A1"/>
          </a:solidFill>
          <a:ln w="12700">
            <a:solidFill>
              <a:srgbClr val="7CC4A1"/>
            </a:solidFill>
            <a:prstDash val="solid"/>
          </a:ln>
        </p:spPr>
      </p:sp>
      <p:sp>
        <p:nvSpPr>
          <p:cNvPr id="232" name="Shape 230"/>
          <p:cNvSpPr/>
          <p:nvPr/>
        </p:nvSpPr>
        <p:spPr>
          <a:xfrm>
            <a:off x="7443788" y="2801112"/>
            <a:ext cx="142761" cy="97231"/>
          </a:xfrm>
          <a:prstGeom prst="rect">
            <a:avLst/>
          </a:prstGeom>
          <a:solidFill>
            <a:srgbClr val="7CC4A1"/>
          </a:solidFill>
          <a:ln w="12700">
            <a:solidFill>
              <a:srgbClr val="7CC4A1"/>
            </a:solidFill>
            <a:prstDash val="solid"/>
          </a:ln>
        </p:spPr>
      </p:sp>
      <p:sp>
        <p:nvSpPr>
          <p:cNvPr id="233" name="Shape 231"/>
          <p:cNvSpPr/>
          <p:nvPr/>
        </p:nvSpPr>
        <p:spPr>
          <a:xfrm>
            <a:off x="7606665" y="2801112"/>
            <a:ext cx="142761" cy="97231"/>
          </a:xfrm>
          <a:prstGeom prst="rect">
            <a:avLst/>
          </a:prstGeom>
          <a:solidFill>
            <a:srgbClr val="4FAA82"/>
          </a:solidFill>
          <a:ln w="12700">
            <a:solidFill>
              <a:srgbClr val="4FAA82"/>
            </a:solidFill>
            <a:prstDash val="solid"/>
          </a:ln>
        </p:spPr>
      </p:sp>
      <p:sp>
        <p:nvSpPr>
          <p:cNvPr id="234" name="Shape 232"/>
          <p:cNvSpPr/>
          <p:nvPr/>
        </p:nvSpPr>
        <p:spPr>
          <a:xfrm>
            <a:off x="7769542" y="2801112"/>
            <a:ext cx="142761" cy="97231"/>
          </a:xfrm>
          <a:prstGeom prst="rect">
            <a:avLst/>
          </a:prstGeom>
          <a:solidFill>
            <a:srgbClr val="4FAA82"/>
          </a:solidFill>
          <a:ln w="12700">
            <a:solidFill>
              <a:srgbClr val="4FAA82"/>
            </a:solidFill>
            <a:prstDash val="solid"/>
          </a:ln>
        </p:spPr>
      </p:sp>
      <p:sp>
        <p:nvSpPr>
          <p:cNvPr id="235" name="Shape 233"/>
          <p:cNvSpPr/>
          <p:nvPr/>
        </p:nvSpPr>
        <p:spPr>
          <a:xfrm>
            <a:off x="7932420" y="2801112"/>
            <a:ext cx="142761" cy="97231"/>
          </a:xfrm>
          <a:prstGeom prst="rect">
            <a:avLst/>
          </a:prstGeom>
          <a:solidFill>
            <a:srgbClr val="4FAA82"/>
          </a:solidFill>
          <a:ln w="12700">
            <a:solidFill>
              <a:srgbClr val="4FAA82"/>
            </a:solidFill>
            <a:prstDash val="solid"/>
          </a:ln>
        </p:spPr>
      </p:sp>
      <p:sp>
        <p:nvSpPr>
          <p:cNvPr id="236" name="Shape 234"/>
          <p:cNvSpPr/>
          <p:nvPr/>
        </p:nvSpPr>
        <p:spPr>
          <a:xfrm>
            <a:off x="8095297" y="2801112"/>
            <a:ext cx="142761" cy="97231"/>
          </a:xfrm>
          <a:prstGeom prst="rect">
            <a:avLst/>
          </a:prstGeom>
          <a:solidFill>
            <a:srgbClr val="4FAA82"/>
          </a:solidFill>
          <a:ln w="12700">
            <a:solidFill>
              <a:srgbClr val="4FAA82"/>
            </a:solidFill>
            <a:prstDash val="solid"/>
          </a:ln>
        </p:spPr>
      </p:sp>
      <p:sp>
        <p:nvSpPr>
          <p:cNvPr id="237" name="Shape 235"/>
          <p:cNvSpPr/>
          <p:nvPr/>
        </p:nvSpPr>
        <p:spPr>
          <a:xfrm>
            <a:off x="8258175" y="2801112"/>
            <a:ext cx="142761" cy="97231"/>
          </a:xfrm>
          <a:prstGeom prst="rect">
            <a:avLst/>
          </a:prstGeom>
          <a:solidFill>
            <a:srgbClr val="4FAA82"/>
          </a:solidFill>
          <a:ln w="12700">
            <a:solidFill>
              <a:srgbClr val="4FAA82"/>
            </a:solidFill>
            <a:prstDash val="solid"/>
          </a:ln>
        </p:spPr>
      </p:sp>
      <p:sp>
        <p:nvSpPr>
          <p:cNvPr id="238" name="Shape 236"/>
          <p:cNvSpPr/>
          <p:nvPr/>
        </p:nvSpPr>
        <p:spPr>
          <a:xfrm>
            <a:off x="8421053" y="2801112"/>
            <a:ext cx="142761" cy="97231"/>
          </a:xfrm>
          <a:prstGeom prst="rect">
            <a:avLst/>
          </a:prstGeom>
          <a:solidFill>
            <a:srgbClr val="7CC4A1"/>
          </a:solidFill>
          <a:ln w="12700">
            <a:solidFill>
              <a:srgbClr val="7CC4A1"/>
            </a:solidFill>
            <a:prstDash val="solid"/>
          </a:ln>
        </p:spPr>
      </p:sp>
      <p:sp>
        <p:nvSpPr>
          <p:cNvPr id="239" name="Shape 237"/>
          <p:cNvSpPr/>
          <p:nvPr/>
        </p:nvSpPr>
        <p:spPr>
          <a:xfrm>
            <a:off x="8583930" y="2801112"/>
            <a:ext cx="142761" cy="97231"/>
          </a:xfrm>
          <a:prstGeom prst="rect">
            <a:avLst/>
          </a:prstGeom>
          <a:solidFill>
            <a:srgbClr val="E9EDEB"/>
          </a:solidFill>
          <a:ln w="12700">
            <a:solidFill>
              <a:srgbClr val="E9EDEB"/>
            </a:solidFill>
            <a:prstDash val="solid"/>
          </a:ln>
        </p:spPr>
      </p:sp>
      <p:sp>
        <p:nvSpPr>
          <p:cNvPr id="240" name="Shape 238"/>
          <p:cNvSpPr/>
          <p:nvPr/>
        </p:nvSpPr>
        <p:spPr>
          <a:xfrm>
            <a:off x="8746807" y="2801112"/>
            <a:ext cx="142761" cy="97231"/>
          </a:xfrm>
          <a:prstGeom prst="rect">
            <a:avLst/>
          </a:prstGeom>
          <a:solidFill>
            <a:srgbClr val="7CC4A1"/>
          </a:solidFill>
          <a:ln w="12700">
            <a:solidFill>
              <a:srgbClr val="7CC4A1"/>
            </a:solidFill>
            <a:prstDash val="solid"/>
          </a:ln>
        </p:spPr>
      </p:sp>
      <p:sp>
        <p:nvSpPr>
          <p:cNvPr id="241" name="Shape 239"/>
          <p:cNvSpPr/>
          <p:nvPr/>
        </p:nvSpPr>
        <p:spPr>
          <a:xfrm>
            <a:off x="8909685" y="2801112"/>
            <a:ext cx="142761" cy="97231"/>
          </a:xfrm>
          <a:prstGeom prst="rect">
            <a:avLst/>
          </a:prstGeom>
          <a:solidFill>
            <a:srgbClr val="7CC4A1"/>
          </a:solidFill>
          <a:ln w="12700">
            <a:solidFill>
              <a:srgbClr val="7CC4A1"/>
            </a:solidFill>
            <a:prstDash val="solid"/>
          </a:ln>
        </p:spPr>
      </p:sp>
      <p:sp>
        <p:nvSpPr>
          <p:cNvPr id="242" name="Shape 240"/>
          <p:cNvSpPr/>
          <p:nvPr/>
        </p:nvSpPr>
        <p:spPr>
          <a:xfrm>
            <a:off x="9072563" y="2801112"/>
            <a:ext cx="142761" cy="97231"/>
          </a:xfrm>
          <a:prstGeom prst="rect">
            <a:avLst/>
          </a:prstGeom>
          <a:solidFill>
            <a:srgbClr val="4FAA82"/>
          </a:solidFill>
          <a:ln w="12700">
            <a:solidFill>
              <a:srgbClr val="4FAA82"/>
            </a:solidFill>
            <a:prstDash val="solid"/>
          </a:ln>
        </p:spPr>
      </p:sp>
      <p:sp>
        <p:nvSpPr>
          <p:cNvPr id="243" name="Shape 241"/>
          <p:cNvSpPr/>
          <p:nvPr/>
        </p:nvSpPr>
        <p:spPr>
          <a:xfrm>
            <a:off x="1417320" y="2918460"/>
            <a:ext cx="142761" cy="97231"/>
          </a:xfrm>
          <a:prstGeom prst="rect">
            <a:avLst/>
          </a:prstGeom>
          <a:solidFill>
            <a:srgbClr val="4FAA82"/>
          </a:solidFill>
          <a:ln w="12700">
            <a:solidFill>
              <a:srgbClr val="4FAA82"/>
            </a:solidFill>
            <a:prstDash val="solid"/>
          </a:ln>
        </p:spPr>
      </p:sp>
      <p:sp>
        <p:nvSpPr>
          <p:cNvPr id="244" name="Shape 242"/>
          <p:cNvSpPr/>
          <p:nvPr/>
        </p:nvSpPr>
        <p:spPr>
          <a:xfrm>
            <a:off x="1580198" y="2918460"/>
            <a:ext cx="142761" cy="97231"/>
          </a:xfrm>
          <a:prstGeom prst="rect">
            <a:avLst/>
          </a:prstGeom>
          <a:solidFill>
            <a:srgbClr val="4FAA82"/>
          </a:solidFill>
          <a:ln w="12700">
            <a:solidFill>
              <a:srgbClr val="4FAA82"/>
            </a:solidFill>
            <a:prstDash val="solid"/>
          </a:ln>
        </p:spPr>
      </p:sp>
      <p:sp>
        <p:nvSpPr>
          <p:cNvPr id="245" name="Shape 243"/>
          <p:cNvSpPr/>
          <p:nvPr/>
        </p:nvSpPr>
        <p:spPr>
          <a:xfrm>
            <a:off x="1743075" y="2918460"/>
            <a:ext cx="142761" cy="97231"/>
          </a:xfrm>
          <a:prstGeom prst="rect">
            <a:avLst/>
          </a:prstGeom>
          <a:solidFill>
            <a:srgbClr val="4FAA82"/>
          </a:solidFill>
          <a:ln w="12700">
            <a:solidFill>
              <a:srgbClr val="4FAA82"/>
            </a:solidFill>
            <a:prstDash val="solid"/>
          </a:ln>
        </p:spPr>
      </p:sp>
      <p:sp>
        <p:nvSpPr>
          <p:cNvPr id="246" name="Shape 244"/>
          <p:cNvSpPr/>
          <p:nvPr/>
        </p:nvSpPr>
        <p:spPr>
          <a:xfrm>
            <a:off x="1905953" y="2918460"/>
            <a:ext cx="142761" cy="97231"/>
          </a:xfrm>
          <a:prstGeom prst="rect">
            <a:avLst/>
          </a:prstGeom>
          <a:solidFill>
            <a:srgbClr val="4FAA82"/>
          </a:solidFill>
          <a:ln w="12700">
            <a:solidFill>
              <a:srgbClr val="4FAA82"/>
            </a:solidFill>
            <a:prstDash val="solid"/>
          </a:ln>
        </p:spPr>
      </p:sp>
      <p:sp>
        <p:nvSpPr>
          <p:cNvPr id="247" name="Shape 245"/>
          <p:cNvSpPr/>
          <p:nvPr/>
        </p:nvSpPr>
        <p:spPr>
          <a:xfrm>
            <a:off x="2068830" y="2918460"/>
            <a:ext cx="142761" cy="97231"/>
          </a:xfrm>
          <a:prstGeom prst="rect">
            <a:avLst/>
          </a:prstGeom>
          <a:solidFill>
            <a:srgbClr val="7CC4A1"/>
          </a:solidFill>
          <a:ln w="12700">
            <a:solidFill>
              <a:srgbClr val="7CC4A1"/>
            </a:solidFill>
            <a:prstDash val="solid"/>
          </a:ln>
        </p:spPr>
      </p:sp>
      <p:sp>
        <p:nvSpPr>
          <p:cNvPr id="248" name="Shape 246"/>
          <p:cNvSpPr/>
          <p:nvPr/>
        </p:nvSpPr>
        <p:spPr>
          <a:xfrm>
            <a:off x="2231708" y="2918460"/>
            <a:ext cx="142761" cy="97231"/>
          </a:xfrm>
          <a:prstGeom prst="rect">
            <a:avLst/>
          </a:prstGeom>
          <a:solidFill>
            <a:srgbClr val="7CC4A1"/>
          </a:solidFill>
          <a:ln w="12700">
            <a:solidFill>
              <a:srgbClr val="7CC4A1"/>
            </a:solidFill>
            <a:prstDash val="solid"/>
          </a:ln>
        </p:spPr>
      </p:sp>
      <p:sp>
        <p:nvSpPr>
          <p:cNvPr id="249" name="Shape 247"/>
          <p:cNvSpPr/>
          <p:nvPr/>
        </p:nvSpPr>
        <p:spPr>
          <a:xfrm>
            <a:off x="2394585" y="2918460"/>
            <a:ext cx="142761" cy="97231"/>
          </a:xfrm>
          <a:prstGeom prst="rect">
            <a:avLst/>
          </a:prstGeom>
          <a:solidFill>
            <a:srgbClr val="4FAA82"/>
          </a:solidFill>
          <a:ln w="12700">
            <a:solidFill>
              <a:srgbClr val="4FAA82"/>
            </a:solidFill>
            <a:prstDash val="solid"/>
          </a:ln>
        </p:spPr>
      </p:sp>
      <p:sp>
        <p:nvSpPr>
          <p:cNvPr id="250" name="Shape 248"/>
          <p:cNvSpPr/>
          <p:nvPr/>
        </p:nvSpPr>
        <p:spPr>
          <a:xfrm>
            <a:off x="2557463" y="2918460"/>
            <a:ext cx="142761" cy="97231"/>
          </a:xfrm>
          <a:prstGeom prst="rect">
            <a:avLst/>
          </a:prstGeom>
          <a:solidFill>
            <a:srgbClr val="4FAA82"/>
          </a:solidFill>
          <a:ln w="12700">
            <a:solidFill>
              <a:srgbClr val="4FAA82"/>
            </a:solidFill>
            <a:prstDash val="solid"/>
          </a:ln>
        </p:spPr>
      </p:sp>
      <p:sp>
        <p:nvSpPr>
          <p:cNvPr id="251" name="Shape 249"/>
          <p:cNvSpPr/>
          <p:nvPr/>
        </p:nvSpPr>
        <p:spPr>
          <a:xfrm>
            <a:off x="2720340" y="2918460"/>
            <a:ext cx="142761" cy="97231"/>
          </a:xfrm>
          <a:prstGeom prst="rect">
            <a:avLst/>
          </a:prstGeom>
          <a:solidFill>
            <a:srgbClr val="7CC4A1"/>
          </a:solidFill>
          <a:ln w="12700">
            <a:solidFill>
              <a:srgbClr val="7CC4A1"/>
            </a:solidFill>
            <a:prstDash val="solid"/>
          </a:ln>
        </p:spPr>
      </p:sp>
      <p:sp>
        <p:nvSpPr>
          <p:cNvPr id="252" name="Shape 250"/>
          <p:cNvSpPr/>
          <p:nvPr/>
        </p:nvSpPr>
        <p:spPr>
          <a:xfrm>
            <a:off x="2883218" y="2918460"/>
            <a:ext cx="142761" cy="97231"/>
          </a:xfrm>
          <a:prstGeom prst="rect">
            <a:avLst/>
          </a:prstGeom>
          <a:solidFill>
            <a:srgbClr val="7CC4A1"/>
          </a:solidFill>
          <a:ln w="12700">
            <a:solidFill>
              <a:srgbClr val="7CC4A1"/>
            </a:solidFill>
            <a:prstDash val="solid"/>
          </a:ln>
        </p:spPr>
      </p:sp>
      <p:sp>
        <p:nvSpPr>
          <p:cNvPr id="253" name="Shape 251"/>
          <p:cNvSpPr/>
          <p:nvPr/>
        </p:nvSpPr>
        <p:spPr>
          <a:xfrm>
            <a:off x="3046095" y="2918460"/>
            <a:ext cx="142761" cy="97231"/>
          </a:xfrm>
          <a:prstGeom prst="rect">
            <a:avLst/>
          </a:prstGeom>
          <a:solidFill>
            <a:srgbClr val="E9EDEB"/>
          </a:solidFill>
          <a:ln w="12700">
            <a:solidFill>
              <a:srgbClr val="E9EDEB"/>
            </a:solidFill>
            <a:prstDash val="solid"/>
          </a:ln>
        </p:spPr>
      </p:sp>
      <p:sp>
        <p:nvSpPr>
          <p:cNvPr id="254" name="Shape 252"/>
          <p:cNvSpPr/>
          <p:nvPr/>
        </p:nvSpPr>
        <p:spPr>
          <a:xfrm>
            <a:off x="3208972" y="2918460"/>
            <a:ext cx="142761" cy="97231"/>
          </a:xfrm>
          <a:prstGeom prst="rect">
            <a:avLst/>
          </a:prstGeom>
          <a:solidFill>
            <a:srgbClr val="E9EDEB"/>
          </a:solidFill>
          <a:ln w="12700">
            <a:solidFill>
              <a:srgbClr val="E9EDEB"/>
            </a:solidFill>
            <a:prstDash val="solid"/>
          </a:ln>
        </p:spPr>
      </p:sp>
      <p:sp>
        <p:nvSpPr>
          <p:cNvPr id="255" name="Shape 253"/>
          <p:cNvSpPr/>
          <p:nvPr/>
        </p:nvSpPr>
        <p:spPr>
          <a:xfrm>
            <a:off x="3371850" y="2918460"/>
            <a:ext cx="142761" cy="97231"/>
          </a:xfrm>
          <a:prstGeom prst="rect">
            <a:avLst/>
          </a:prstGeom>
          <a:solidFill>
            <a:srgbClr val="E9EDEB"/>
          </a:solidFill>
          <a:ln w="12700">
            <a:solidFill>
              <a:srgbClr val="E9EDEB"/>
            </a:solidFill>
            <a:prstDash val="solid"/>
          </a:ln>
        </p:spPr>
      </p:sp>
      <p:sp>
        <p:nvSpPr>
          <p:cNvPr id="256" name="Shape 254"/>
          <p:cNvSpPr/>
          <p:nvPr/>
        </p:nvSpPr>
        <p:spPr>
          <a:xfrm>
            <a:off x="3534727" y="2918460"/>
            <a:ext cx="142761" cy="97231"/>
          </a:xfrm>
          <a:prstGeom prst="rect">
            <a:avLst/>
          </a:prstGeom>
          <a:solidFill>
            <a:srgbClr val="E9EDEB"/>
          </a:solidFill>
          <a:ln w="12700">
            <a:solidFill>
              <a:srgbClr val="E9EDEB"/>
            </a:solidFill>
            <a:prstDash val="solid"/>
          </a:ln>
        </p:spPr>
      </p:sp>
      <p:sp>
        <p:nvSpPr>
          <p:cNvPr id="257" name="Shape 255"/>
          <p:cNvSpPr/>
          <p:nvPr/>
        </p:nvSpPr>
        <p:spPr>
          <a:xfrm>
            <a:off x="3697605" y="2918460"/>
            <a:ext cx="142761" cy="97231"/>
          </a:xfrm>
          <a:prstGeom prst="rect">
            <a:avLst/>
          </a:prstGeom>
          <a:solidFill>
            <a:srgbClr val="E9EDEB"/>
          </a:solidFill>
          <a:ln w="12700">
            <a:solidFill>
              <a:srgbClr val="E9EDEB"/>
            </a:solidFill>
            <a:prstDash val="solid"/>
          </a:ln>
        </p:spPr>
      </p:sp>
      <p:sp>
        <p:nvSpPr>
          <p:cNvPr id="258" name="Shape 256"/>
          <p:cNvSpPr/>
          <p:nvPr/>
        </p:nvSpPr>
        <p:spPr>
          <a:xfrm>
            <a:off x="3860483" y="2918460"/>
            <a:ext cx="142761" cy="97231"/>
          </a:xfrm>
          <a:prstGeom prst="rect">
            <a:avLst/>
          </a:prstGeom>
          <a:solidFill>
            <a:srgbClr val="E9EDEB"/>
          </a:solidFill>
          <a:ln w="12700">
            <a:solidFill>
              <a:srgbClr val="E9EDEB"/>
            </a:solidFill>
            <a:prstDash val="solid"/>
          </a:ln>
        </p:spPr>
      </p:sp>
      <p:sp>
        <p:nvSpPr>
          <p:cNvPr id="259" name="Shape 257"/>
          <p:cNvSpPr/>
          <p:nvPr/>
        </p:nvSpPr>
        <p:spPr>
          <a:xfrm>
            <a:off x="4023360" y="2918460"/>
            <a:ext cx="142761" cy="97231"/>
          </a:xfrm>
          <a:prstGeom prst="rect">
            <a:avLst/>
          </a:prstGeom>
          <a:solidFill>
            <a:srgbClr val="E9EDEB"/>
          </a:solidFill>
          <a:ln w="12700">
            <a:solidFill>
              <a:srgbClr val="E9EDEB"/>
            </a:solidFill>
            <a:prstDash val="solid"/>
          </a:ln>
        </p:spPr>
      </p:sp>
      <p:sp>
        <p:nvSpPr>
          <p:cNvPr id="260" name="Shape 258"/>
          <p:cNvSpPr/>
          <p:nvPr/>
        </p:nvSpPr>
        <p:spPr>
          <a:xfrm>
            <a:off x="4186238" y="2918460"/>
            <a:ext cx="142761" cy="97231"/>
          </a:xfrm>
          <a:prstGeom prst="rect">
            <a:avLst/>
          </a:prstGeom>
          <a:solidFill>
            <a:srgbClr val="E9EDEB"/>
          </a:solidFill>
          <a:ln w="12700">
            <a:solidFill>
              <a:srgbClr val="E9EDEB"/>
            </a:solidFill>
            <a:prstDash val="solid"/>
          </a:ln>
        </p:spPr>
      </p:sp>
      <p:sp>
        <p:nvSpPr>
          <p:cNvPr id="261" name="Shape 259"/>
          <p:cNvSpPr/>
          <p:nvPr/>
        </p:nvSpPr>
        <p:spPr>
          <a:xfrm>
            <a:off x="4349115" y="2918460"/>
            <a:ext cx="142761" cy="97231"/>
          </a:xfrm>
          <a:prstGeom prst="rect">
            <a:avLst/>
          </a:prstGeom>
          <a:solidFill>
            <a:srgbClr val="E9EDEB"/>
          </a:solidFill>
          <a:ln w="12700">
            <a:solidFill>
              <a:srgbClr val="E9EDEB"/>
            </a:solidFill>
            <a:prstDash val="solid"/>
          </a:ln>
        </p:spPr>
      </p:sp>
      <p:sp>
        <p:nvSpPr>
          <p:cNvPr id="262" name="Shape 260"/>
          <p:cNvSpPr/>
          <p:nvPr/>
        </p:nvSpPr>
        <p:spPr>
          <a:xfrm>
            <a:off x="4511992" y="2918460"/>
            <a:ext cx="142761" cy="97231"/>
          </a:xfrm>
          <a:prstGeom prst="rect">
            <a:avLst/>
          </a:prstGeom>
          <a:solidFill>
            <a:srgbClr val="E9EDEB"/>
          </a:solidFill>
          <a:ln w="12700">
            <a:solidFill>
              <a:srgbClr val="E9EDEB"/>
            </a:solidFill>
            <a:prstDash val="solid"/>
          </a:ln>
        </p:spPr>
      </p:sp>
      <p:sp>
        <p:nvSpPr>
          <p:cNvPr id="263" name="Shape 261"/>
          <p:cNvSpPr/>
          <p:nvPr/>
        </p:nvSpPr>
        <p:spPr>
          <a:xfrm>
            <a:off x="4674870" y="2918460"/>
            <a:ext cx="142761" cy="97231"/>
          </a:xfrm>
          <a:prstGeom prst="rect">
            <a:avLst/>
          </a:prstGeom>
          <a:solidFill>
            <a:srgbClr val="E9EDEB"/>
          </a:solidFill>
          <a:ln w="12700">
            <a:solidFill>
              <a:srgbClr val="E9EDEB"/>
            </a:solidFill>
            <a:prstDash val="solid"/>
          </a:ln>
        </p:spPr>
      </p:sp>
      <p:sp>
        <p:nvSpPr>
          <p:cNvPr id="264" name="Shape 262"/>
          <p:cNvSpPr/>
          <p:nvPr/>
        </p:nvSpPr>
        <p:spPr>
          <a:xfrm>
            <a:off x="4837747" y="2918460"/>
            <a:ext cx="142761" cy="97231"/>
          </a:xfrm>
          <a:prstGeom prst="rect">
            <a:avLst/>
          </a:prstGeom>
          <a:solidFill>
            <a:srgbClr val="E9EDEB"/>
          </a:solidFill>
          <a:ln w="12700">
            <a:solidFill>
              <a:srgbClr val="E9EDEB"/>
            </a:solidFill>
            <a:prstDash val="solid"/>
          </a:ln>
        </p:spPr>
      </p:sp>
      <p:sp>
        <p:nvSpPr>
          <p:cNvPr id="265" name="Shape 263"/>
          <p:cNvSpPr/>
          <p:nvPr/>
        </p:nvSpPr>
        <p:spPr>
          <a:xfrm>
            <a:off x="5000625" y="2918460"/>
            <a:ext cx="142761" cy="97231"/>
          </a:xfrm>
          <a:prstGeom prst="rect">
            <a:avLst/>
          </a:prstGeom>
          <a:solidFill>
            <a:srgbClr val="E9EDEB"/>
          </a:solidFill>
          <a:ln w="12700">
            <a:solidFill>
              <a:srgbClr val="E9EDEB"/>
            </a:solidFill>
            <a:prstDash val="solid"/>
          </a:ln>
        </p:spPr>
      </p:sp>
      <p:sp>
        <p:nvSpPr>
          <p:cNvPr id="266" name="Shape 264"/>
          <p:cNvSpPr/>
          <p:nvPr/>
        </p:nvSpPr>
        <p:spPr>
          <a:xfrm>
            <a:off x="5163503" y="2918460"/>
            <a:ext cx="142761" cy="97231"/>
          </a:xfrm>
          <a:prstGeom prst="rect">
            <a:avLst/>
          </a:prstGeom>
          <a:solidFill>
            <a:srgbClr val="E9EDEB"/>
          </a:solidFill>
          <a:ln w="12700">
            <a:solidFill>
              <a:srgbClr val="E9EDEB"/>
            </a:solidFill>
            <a:prstDash val="solid"/>
          </a:ln>
        </p:spPr>
      </p:sp>
      <p:sp>
        <p:nvSpPr>
          <p:cNvPr id="267" name="Shape 265"/>
          <p:cNvSpPr/>
          <p:nvPr/>
        </p:nvSpPr>
        <p:spPr>
          <a:xfrm>
            <a:off x="5326380" y="2918460"/>
            <a:ext cx="142761" cy="97231"/>
          </a:xfrm>
          <a:prstGeom prst="rect">
            <a:avLst/>
          </a:prstGeom>
          <a:solidFill>
            <a:srgbClr val="E9EDEB"/>
          </a:solidFill>
          <a:ln w="12700">
            <a:solidFill>
              <a:srgbClr val="E9EDEB"/>
            </a:solidFill>
            <a:prstDash val="solid"/>
          </a:ln>
        </p:spPr>
      </p:sp>
      <p:sp>
        <p:nvSpPr>
          <p:cNvPr id="268" name="Shape 266"/>
          <p:cNvSpPr/>
          <p:nvPr/>
        </p:nvSpPr>
        <p:spPr>
          <a:xfrm>
            <a:off x="5489257" y="2918460"/>
            <a:ext cx="142761" cy="97231"/>
          </a:xfrm>
          <a:prstGeom prst="rect">
            <a:avLst/>
          </a:prstGeom>
          <a:solidFill>
            <a:srgbClr val="E9EDEB"/>
          </a:solidFill>
          <a:ln w="12700">
            <a:solidFill>
              <a:srgbClr val="E9EDEB"/>
            </a:solidFill>
            <a:prstDash val="solid"/>
          </a:ln>
        </p:spPr>
      </p:sp>
      <p:sp>
        <p:nvSpPr>
          <p:cNvPr id="269" name="Shape 267"/>
          <p:cNvSpPr/>
          <p:nvPr/>
        </p:nvSpPr>
        <p:spPr>
          <a:xfrm>
            <a:off x="5652135" y="2918460"/>
            <a:ext cx="142761" cy="97231"/>
          </a:xfrm>
          <a:prstGeom prst="rect">
            <a:avLst/>
          </a:prstGeom>
          <a:solidFill>
            <a:srgbClr val="E9EDEB"/>
          </a:solidFill>
          <a:ln w="12700">
            <a:solidFill>
              <a:srgbClr val="E9EDEB"/>
            </a:solidFill>
            <a:prstDash val="solid"/>
          </a:ln>
        </p:spPr>
      </p:sp>
      <p:sp>
        <p:nvSpPr>
          <p:cNvPr id="270" name="Shape 268"/>
          <p:cNvSpPr/>
          <p:nvPr/>
        </p:nvSpPr>
        <p:spPr>
          <a:xfrm>
            <a:off x="5815012" y="2918460"/>
            <a:ext cx="142761" cy="97231"/>
          </a:xfrm>
          <a:prstGeom prst="rect">
            <a:avLst/>
          </a:prstGeom>
          <a:solidFill>
            <a:srgbClr val="E9EDEB"/>
          </a:solidFill>
          <a:ln w="12700">
            <a:solidFill>
              <a:srgbClr val="E9EDEB"/>
            </a:solidFill>
            <a:prstDash val="solid"/>
          </a:ln>
        </p:spPr>
      </p:sp>
      <p:sp>
        <p:nvSpPr>
          <p:cNvPr id="271" name="Shape 269"/>
          <p:cNvSpPr/>
          <p:nvPr/>
        </p:nvSpPr>
        <p:spPr>
          <a:xfrm>
            <a:off x="5977890" y="2918460"/>
            <a:ext cx="142761" cy="97231"/>
          </a:xfrm>
          <a:prstGeom prst="rect">
            <a:avLst/>
          </a:prstGeom>
          <a:solidFill>
            <a:srgbClr val="E9EDEB"/>
          </a:solidFill>
          <a:ln w="12700">
            <a:solidFill>
              <a:srgbClr val="E9EDEB"/>
            </a:solidFill>
            <a:prstDash val="solid"/>
          </a:ln>
        </p:spPr>
      </p:sp>
      <p:sp>
        <p:nvSpPr>
          <p:cNvPr id="272" name="Shape 270"/>
          <p:cNvSpPr/>
          <p:nvPr/>
        </p:nvSpPr>
        <p:spPr>
          <a:xfrm>
            <a:off x="6140767" y="2918460"/>
            <a:ext cx="142761" cy="97231"/>
          </a:xfrm>
          <a:prstGeom prst="rect">
            <a:avLst/>
          </a:prstGeom>
          <a:solidFill>
            <a:srgbClr val="E9EDEB"/>
          </a:solidFill>
          <a:ln w="12700">
            <a:solidFill>
              <a:srgbClr val="E9EDEB"/>
            </a:solidFill>
            <a:prstDash val="solid"/>
          </a:ln>
        </p:spPr>
      </p:sp>
      <p:sp>
        <p:nvSpPr>
          <p:cNvPr id="273" name="Shape 271"/>
          <p:cNvSpPr/>
          <p:nvPr/>
        </p:nvSpPr>
        <p:spPr>
          <a:xfrm>
            <a:off x="6303645" y="2918460"/>
            <a:ext cx="142761" cy="97231"/>
          </a:xfrm>
          <a:prstGeom prst="rect">
            <a:avLst/>
          </a:prstGeom>
          <a:solidFill>
            <a:srgbClr val="7CC4A1"/>
          </a:solidFill>
          <a:ln w="12700">
            <a:solidFill>
              <a:srgbClr val="7CC4A1"/>
            </a:solidFill>
            <a:prstDash val="solid"/>
          </a:ln>
        </p:spPr>
      </p:sp>
      <p:sp>
        <p:nvSpPr>
          <p:cNvPr id="274" name="Shape 272"/>
          <p:cNvSpPr/>
          <p:nvPr/>
        </p:nvSpPr>
        <p:spPr>
          <a:xfrm>
            <a:off x="6466522" y="2918460"/>
            <a:ext cx="142761" cy="97231"/>
          </a:xfrm>
          <a:prstGeom prst="rect">
            <a:avLst/>
          </a:prstGeom>
          <a:solidFill>
            <a:srgbClr val="4FAA82"/>
          </a:solidFill>
          <a:ln w="12700">
            <a:solidFill>
              <a:srgbClr val="4FAA82"/>
            </a:solidFill>
            <a:prstDash val="solid"/>
          </a:ln>
        </p:spPr>
      </p:sp>
      <p:sp>
        <p:nvSpPr>
          <p:cNvPr id="275" name="Shape 273"/>
          <p:cNvSpPr/>
          <p:nvPr/>
        </p:nvSpPr>
        <p:spPr>
          <a:xfrm>
            <a:off x="6629400" y="2918460"/>
            <a:ext cx="142761" cy="97231"/>
          </a:xfrm>
          <a:prstGeom prst="rect">
            <a:avLst/>
          </a:prstGeom>
          <a:solidFill>
            <a:srgbClr val="4FAA82"/>
          </a:solidFill>
          <a:ln w="12700">
            <a:solidFill>
              <a:srgbClr val="4FAA82"/>
            </a:solidFill>
            <a:prstDash val="solid"/>
          </a:ln>
        </p:spPr>
      </p:sp>
      <p:sp>
        <p:nvSpPr>
          <p:cNvPr id="276" name="Shape 274"/>
          <p:cNvSpPr/>
          <p:nvPr/>
        </p:nvSpPr>
        <p:spPr>
          <a:xfrm>
            <a:off x="6792277" y="2918460"/>
            <a:ext cx="142761" cy="97231"/>
          </a:xfrm>
          <a:prstGeom prst="rect">
            <a:avLst/>
          </a:prstGeom>
          <a:solidFill>
            <a:srgbClr val="7CC4A1"/>
          </a:solidFill>
          <a:ln w="12700">
            <a:solidFill>
              <a:srgbClr val="7CC4A1"/>
            </a:solidFill>
            <a:prstDash val="solid"/>
          </a:ln>
        </p:spPr>
      </p:sp>
      <p:sp>
        <p:nvSpPr>
          <p:cNvPr id="277" name="Shape 275"/>
          <p:cNvSpPr/>
          <p:nvPr/>
        </p:nvSpPr>
        <p:spPr>
          <a:xfrm>
            <a:off x="6955155" y="2918460"/>
            <a:ext cx="142761" cy="97231"/>
          </a:xfrm>
          <a:prstGeom prst="rect">
            <a:avLst/>
          </a:prstGeom>
          <a:solidFill>
            <a:srgbClr val="4FAA82"/>
          </a:solidFill>
          <a:ln w="12700">
            <a:solidFill>
              <a:srgbClr val="4FAA82"/>
            </a:solidFill>
            <a:prstDash val="solid"/>
          </a:ln>
        </p:spPr>
      </p:sp>
      <p:sp>
        <p:nvSpPr>
          <p:cNvPr id="278" name="Shape 276"/>
          <p:cNvSpPr/>
          <p:nvPr/>
        </p:nvSpPr>
        <p:spPr>
          <a:xfrm>
            <a:off x="7118032" y="2918460"/>
            <a:ext cx="142761" cy="97231"/>
          </a:xfrm>
          <a:prstGeom prst="rect">
            <a:avLst/>
          </a:prstGeom>
          <a:solidFill>
            <a:srgbClr val="7CC4A1"/>
          </a:solidFill>
          <a:ln w="12700">
            <a:solidFill>
              <a:srgbClr val="7CC4A1"/>
            </a:solidFill>
            <a:prstDash val="solid"/>
          </a:ln>
        </p:spPr>
      </p:sp>
      <p:sp>
        <p:nvSpPr>
          <p:cNvPr id="279" name="Shape 277"/>
          <p:cNvSpPr/>
          <p:nvPr/>
        </p:nvSpPr>
        <p:spPr>
          <a:xfrm>
            <a:off x="7280910" y="2918460"/>
            <a:ext cx="142761" cy="97231"/>
          </a:xfrm>
          <a:prstGeom prst="rect">
            <a:avLst/>
          </a:prstGeom>
          <a:solidFill>
            <a:srgbClr val="E9EDEB"/>
          </a:solidFill>
          <a:ln w="12700">
            <a:solidFill>
              <a:srgbClr val="E9EDEB"/>
            </a:solidFill>
            <a:prstDash val="solid"/>
          </a:ln>
        </p:spPr>
      </p:sp>
      <p:sp>
        <p:nvSpPr>
          <p:cNvPr id="280" name="Shape 278"/>
          <p:cNvSpPr/>
          <p:nvPr/>
        </p:nvSpPr>
        <p:spPr>
          <a:xfrm>
            <a:off x="7443788" y="2918460"/>
            <a:ext cx="142761" cy="97231"/>
          </a:xfrm>
          <a:prstGeom prst="rect">
            <a:avLst/>
          </a:prstGeom>
          <a:solidFill>
            <a:srgbClr val="E9EDEB"/>
          </a:solidFill>
          <a:ln w="12700">
            <a:solidFill>
              <a:srgbClr val="E9EDEB"/>
            </a:solidFill>
            <a:prstDash val="solid"/>
          </a:ln>
        </p:spPr>
      </p:sp>
      <p:sp>
        <p:nvSpPr>
          <p:cNvPr id="281" name="Shape 279"/>
          <p:cNvSpPr/>
          <p:nvPr/>
        </p:nvSpPr>
        <p:spPr>
          <a:xfrm>
            <a:off x="7606665" y="2918460"/>
            <a:ext cx="142761" cy="97231"/>
          </a:xfrm>
          <a:prstGeom prst="rect">
            <a:avLst/>
          </a:prstGeom>
          <a:solidFill>
            <a:srgbClr val="7CC4A1"/>
          </a:solidFill>
          <a:ln w="12700">
            <a:solidFill>
              <a:srgbClr val="7CC4A1"/>
            </a:solidFill>
            <a:prstDash val="solid"/>
          </a:ln>
        </p:spPr>
      </p:sp>
      <p:sp>
        <p:nvSpPr>
          <p:cNvPr id="282" name="Shape 280"/>
          <p:cNvSpPr/>
          <p:nvPr/>
        </p:nvSpPr>
        <p:spPr>
          <a:xfrm>
            <a:off x="7769542" y="2918460"/>
            <a:ext cx="142761" cy="97231"/>
          </a:xfrm>
          <a:prstGeom prst="rect">
            <a:avLst/>
          </a:prstGeom>
          <a:solidFill>
            <a:srgbClr val="7CC4A1"/>
          </a:solidFill>
          <a:ln w="12700">
            <a:solidFill>
              <a:srgbClr val="7CC4A1"/>
            </a:solidFill>
            <a:prstDash val="solid"/>
          </a:ln>
        </p:spPr>
      </p:sp>
      <p:sp>
        <p:nvSpPr>
          <p:cNvPr id="283" name="Shape 281"/>
          <p:cNvSpPr/>
          <p:nvPr/>
        </p:nvSpPr>
        <p:spPr>
          <a:xfrm>
            <a:off x="7932420" y="2918460"/>
            <a:ext cx="142761" cy="97231"/>
          </a:xfrm>
          <a:prstGeom prst="rect">
            <a:avLst/>
          </a:prstGeom>
          <a:solidFill>
            <a:srgbClr val="4FAA82"/>
          </a:solidFill>
          <a:ln w="12700">
            <a:solidFill>
              <a:srgbClr val="4FAA82"/>
            </a:solidFill>
            <a:prstDash val="solid"/>
          </a:ln>
        </p:spPr>
      </p:sp>
      <p:sp>
        <p:nvSpPr>
          <p:cNvPr id="284" name="Shape 282"/>
          <p:cNvSpPr/>
          <p:nvPr/>
        </p:nvSpPr>
        <p:spPr>
          <a:xfrm>
            <a:off x="8095297" y="2918460"/>
            <a:ext cx="142761" cy="97231"/>
          </a:xfrm>
          <a:prstGeom prst="rect">
            <a:avLst/>
          </a:prstGeom>
          <a:solidFill>
            <a:srgbClr val="7CC4A1"/>
          </a:solidFill>
          <a:ln w="12700">
            <a:solidFill>
              <a:srgbClr val="7CC4A1"/>
            </a:solidFill>
            <a:prstDash val="solid"/>
          </a:ln>
        </p:spPr>
      </p:sp>
      <p:sp>
        <p:nvSpPr>
          <p:cNvPr id="285" name="Shape 283"/>
          <p:cNvSpPr/>
          <p:nvPr/>
        </p:nvSpPr>
        <p:spPr>
          <a:xfrm>
            <a:off x="8258175" y="2918460"/>
            <a:ext cx="142761" cy="97231"/>
          </a:xfrm>
          <a:prstGeom prst="rect">
            <a:avLst/>
          </a:prstGeom>
          <a:solidFill>
            <a:srgbClr val="E9EDEB"/>
          </a:solidFill>
          <a:ln w="12700">
            <a:solidFill>
              <a:srgbClr val="E9EDEB"/>
            </a:solidFill>
            <a:prstDash val="solid"/>
          </a:ln>
        </p:spPr>
      </p:sp>
      <p:sp>
        <p:nvSpPr>
          <p:cNvPr id="286" name="Shape 284"/>
          <p:cNvSpPr/>
          <p:nvPr/>
        </p:nvSpPr>
        <p:spPr>
          <a:xfrm>
            <a:off x="8421053" y="2918460"/>
            <a:ext cx="142761" cy="97231"/>
          </a:xfrm>
          <a:prstGeom prst="rect">
            <a:avLst/>
          </a:prstGeom>
          <a:solidFill>
            <a:srgbClr val="E9EDEB"/>
          </a:solidFill>
          <a:ln w="12700">
            <a:solidFill>
              <a:srgbClr val="E9EDEB"/>
            </a:solidFill>
            <a:prstDash val="solid"/>
          </a:ln>
        </p:spPr>
      </p:sp>
      <p:sp>
        <p:nvSpPr>
          <p:cNvPr id="287" name="Shape 285"/>
          <p:cNvSpPr/>
          <p:nvPr/>
        </p:nvSpPr>
        <p:spPr>
          <a:xfrm>
            <a:off x="8583930" y="2918460"/>
            <a:ext cx="142761" cy="97231"/>
          </a:xfrm>
          <a:prstGeom prst="rect">
            <a:avLst/>
          </a:prstGeom>
          <a:solidFill>
            <a:srgbClr val="E9EDEB"/>
          </a:solidFill>
          <a:ln w="12700">
            <a:solidFill>
              <a:srgbClr val="E9EDEB"/>
            </a:solidFill>
            <a:prstDash val="solid"/>
          </a:ln>
        </p:spPr>
      </p:sp>
      <p:sp>
        <p:nvSpPr>
          <p:cNvPr id="288" name="Shape 286"/>
          <p:cNvSpPr/>
          <p:nvPr/>
        </p:nvSpPr>
        <p:spPr>
          <a:xfrm>
            <a:off x="8746807" y="2918460"/>
            <a:ext cx="142761" cy="97231"/>
          </a:xfrm>
          <a:prstGeom prst="rect">
            <a:avLst/>
          </a:prstGeom>
          <a:solidFill>
            <a:srgbClr val="7CC4A1"/>
          </a:solidFill>
          <a:ln w="12700">
            <a:solidFill>
              <a:srgbClr val="7CC4A1"/>
            </a:solidFill>
            <a:prstDash val="solid"/>
          </a:ln>
        </p:spPr>
      </p:sp>
      <p:sp>
        <p:nvSpPr>
          <p:cNvPr id="289" name="Shape 287"/>
          <p:cNvSpPr/>
          <p:nvPr/>
        </p:nvSpPr>
        <p:spPr>
          <a:xfrm>
            <a:off x="8909685" y="2918460"/>
            <a:ext cx="142761" cy="97231"/>
          </a:xfrm>
          <a:prstGeom prst="rect">
            <a:avLst/>
          </a:prstGeom>
          <a:solidFill>
            <a:srgbClr val="7CC4A1"/>
          </a:solidFill>
          <a:ln w="12700">
            <a:solidFill>
              <a:srgbClr val="7CC4A1"/>
            </a:solidFill>
            <a:prstDash val="solid"/>
          </a:ln>
        </p:spPr>
      </p:sp>
      <p:sp>
        <p:nvSpPr>
          <p:cNvPr id="290" name="Shape 288"/>
          <p:cNvSpPr/>
          <p:nvPr/>
        </p:nvSpPr>
        <p:spPr>
          <a:xfrm>
            <a:off x="9072563" y="2918460"/>
            <a:ext cx="142761" cy="97231"/>
          </a:xfrm>
          <a:prstGeom prst="rect">
            <a:avLst/>
          </a:prstGeom>
          <a:solidFill>
            <a:srgbClr val="E9EDEB"/>
          </a:solidFill>
          <a:ln w="12700">
            <a:solidFill>
              <a:srgbClr val="E9EDEB"/>
            </a:solidFill>
            <a:prstDash val="solid"/>
          </a:ln>
        </p:spPr>
      </p:sp>
      <p:sp>
        <p:nvSpPr>
          <p:cNvPr id="291" name="Shape 289"/>
          <p:cNvSpPr/>
          <p:nvPr/>
        </p:nvSpPr>
        <p:spPr>
          <a:xfrm>
            <a:off x="1417320" y="3035808"/>
            <a:ext cx="142761" cy="97231"/>
          </a:xfrm>
          <a:prstGeom prst="rect">
            <a:avLst/>
          </a:prstGeom>
          <a:solidFill>
            <a:srgbClr val="7CC4A1"/>
          </a:solidFill>
          <a:ln w="12700">
            <a:solidFill>
              <a:srgbClr val="7CC4A1"/>
            </a:solidFill>
            <a:prstDash val="solid"/>
          </a:ln>
        </p:spPr>
      </p:sp>
      <p:sp>
        <p:nvSpPr>
          <p:cNvPr id="292" name="Shape 290"/>
          <p:cNvSpPr/>
          <p:nvPr/>
        </p:nvSpPr>
        <p:spPr>
          <a:xfrm>
            <a:off x="1580198" y="3035808"/>
            <a:ext cx="142761" cy="97231"/>
          </a:xfrm>
          <a:prstGeom prst="rect">
            <a:avLst/>
          </a:prstGeom>
          <a:solidFill>
            <a:srgbClr val="E9EDEB"/>
          </a:solidFill>
          <a:ln w="12700">
            <a:solidFill>
              <a:srgbClr val="E9EDEB"/>
            </a:solidFill>
            <a:prstDash val="solid"/>
          </a:ln>
        </p:spPr>
      </p:sp>
      <p:sp>
        <p:nvSpPr>
          <p:cNvPr id="293" name="Shape 291"/>
          <p:cNvSpPr/>
          <p:nvPr/>
        </p:nvSpPr>
        <p:spPr>
          <a:xfrm>
            <a:off x="1743075" y="3035808"/>
            <a:ext cx="142761" cy="97231"/>
          </a:xfrm>
          <a:prstGeom prst="rect">
            <a:avLst/>
          </a:prstGeom>
          <a:solidFill>
            <a:srgbClr val="7CC4A1"/>
          </a:solidFill>
          <a:ln w="12700">
            <a:solidFill>
              <a:srgbClr val="7CC4A1"/>
            </a:solidFill>
            <a:prstDash val="solid"/>
          </a:ln>
        </p:spPr>
      </p:sp>
      <p:sp>
        <p:nvSpPr>
          <p:cNvPr id="294" name="Shape 292"/>
          <p:cNvSpPr/>
          <p:nvPr/>
        </p:nvSpPr>
        <p:spPr>
          <a:xfrm>
            <a:off x="1905953" y="3035808"/>
            <a:ext cx="142761" cy="97231"/>
          </a:xfrm>
          <a:prstGeom prst="rect">
            <a:avLst/>
          </a:prstGeom>
          <a:solidFill>
            <a:srgbClr val="E9EDEB"/>
          </a:solidFill>
          <a:ln w="12700">
            <a:solidFill>
              <a:srgbClr val="E9EDEB"/>
            </a:solidFill>
            <a:prstDash val="solid"/>
          </a:ln>
        </p:spPr>
      </p:sp>
      <p:sp>
        <p:nvSpPr>
          <p:cNvPr id="295" name="Shape 293"/>
          <p:cNvSpPr/>
          <p:nvPr/>
        </p:nvSpPr>
        <p:spPr>
          <a:xfrm>
            <a:off x="2068830" y="3035808"/>
            <a:ext cx="142761" cy="97231"/>
          </a:xfrm>
          <a:prstGeom prst="rect">
            <a:avLst/>
          </a:prstGeom>
          <a:solidFill>
            <a:srgbClr val="E9EDEB"/>
          </a:solidFill>
          <a:ln w="12700">
            <a:solidFill>
              <a:srgbClr val="E9EDEB"/>
            </a:solidFill>
            <a:prstDash val="solid"/>
          </a:ln>
        </p:spPr>
      </p:sp>
      <p:sp>
        <p:nvSpPr>
          <p:cNvPr id="296" name="Shape 294"/>
          <p:cNvSpPr/>
          <p:nvPr/>
        </p:nvSpPr>
        <p:spPr>
          <a:xfrm>
            <a:off x="2231708" y="3035808"/>
            <a:ext cx="142761" cy="97231"/>
          </a:xfrm>
          <a:prstGeom prst="rect">
            <a:avLst/>
          </a:prstGeom>
          <a:solidFill>
            <a:srgbClr val="E9EDEB"/>
          </a:solidFill>
          <a:ln w="12700">
            <a:solidFill>
              <a:srgbClr val="E9EDEB"/>
            </a:solidFill>
            <a:prstDash val="solid"/>
          </a:ln>
        </p:spPr>
      </p:sp>
      <p:sp>
        <p:nvSpPr>
          <p:cNvPr id="297" name="Shape 295"/>
          <p:cNvSpPr/>
          <p:nvPr/>
        </p:nvSpPr>
        <p:spPr>
          <a:xfrm>
            <a:off x="2394585" y="3035808"/>
            <a:ext cx="142761" cy="97231"/>
          </a:xfrm>
          <a:prstGeom prst="rect">
            <a:avLst/>
          </a:prstGeom>
          <a:solidFill>
            <a:srgbClr val="E9EDEB"/>
          </a:solidFill>
          <a:ln w="12700">
            <a:solidFill>
              <a:srgbClr val="E9EDEB"/>
            </a:solidFill>
            <a:prstDash val="solid"/>
          </a:ln>
        </p:spPr>
      </p:sp>
      <p:sp>
        <p:nvSpPr>
          <p:cNvPr id="298" name="Shape 296"/>
          <p:cNvSpPr/>
          <p:nvPr/>
        </p:nvSpPr>
        <p:spPr>
          <a:xfrm>
            <a:off x="2557463" y="3035808"/>
            <a:ext cx="142761" cy="97231"/>
          </a:xfrm>
          <a:prstGeom prst="rect">
            <a:avLst/>
          </a:prstGeom>
          <a:solidFill>
            <a:srgbClr val="E9EDEB"/>
          </a:solidFill>
          <a:ln w="12700">
            <a:solidFill>
              <a:srgbClr val="E9EDEB"/>
            </a:solidFill>
            <a:prstDash val="solid"/>
          </a:ln>
        </p:spPr>
      </p:sp>
      <p:sp>
        <p:nvSpPr>
          <p:cNvPr id="299" name="Shape 297"/>
          <p:cNvSpPr/>
          <p:nvPr/>
        </p:nvSpPr>
        <p:spPr>
          <a:xfrm>
            <a:off x="2720340" y="3035808"/>
            <a:ext cx="142761" cy="97231"/>
          </a:xfrm>
          <a:prstGeom prst="rect">
            <a:avLst/>
          </a:prstGeom>
          <a:solidFill>
            <a:srgbClr val="E9EDEB"/>
          </a:solidFill>
          <a:ln w="12700">
            <a:solidFill>
              <a:srgbClr val="E9EDEB"/>
            </a:solidFill>
            <a:prstDash val="solid"/>
          </a:ln>
        </p:spPr>
      </p:sp>
      <p:sp>
        <p:nvSpPr>
          <p:cNvPr id="300" name="Shape 298"/>
          <p:cNvSpPr/>
          <p:nvPr/>
        </p:nvSpPr>
        <p:spPr>
          <a:xfrm>
            <a:off x="2883218" y="3035808"/>
            <a:ext cx="142761" cy="97231"/>
          </a:xfrm>
          <a:prstGeom prst="rect">
            <a:avLst/>
          </a:prstGeom>
          <a:solidFill>
            <a:srgbClr val="E9EDEB"/>
          </a:solidFill>
          <a:ln w="12700">
            <a:solidFill>
              <a:srgbClr val="E9EDEB"/>
            </a:solidFill>
            <a:prstDash val="solid"/>
          </a:ln>
        </p:spPr>
      </p:sp>
      <p:sp>
        <p:nvSpPr>
          <p:cNvPr id="301" name="Shape 299"/>
          <p:cNvSpPr/>
          <p:nvPr/>
        </p:nvSpPr>
        <p:spPr>
          <a:xfrm>
            <a:off x="3046095" y="3035808"/>
            <a:ext cx="142761" cy="97231"/>
          </a:xfrm>
          <a:prstGeom prst="rect">
            <a:avLst/>
          </a:prstGeom>
          <a:solidFill>
            <a:srgbClr val="E9EDEB"/>
          </a:solidFill>
          <a:ln w="12700">
            <a:solidFill>
              <a:srgbClr val="E9EDEB"/>
            </a:solidFill>
            <a:prstDash val="solid"/>
          </a:ln>
        </p:spPr>
      </p:sp>
      <p:sp>
        <p:nvSpPr>
          <p:cNvPr id="302" name="Shape 300"/>
          <p:cNvSpPr/>
          <p:nvPr/>
        </p:nvSpPr>
        <p:spPr>
          <a:xfrm>
            <a:off x="3208972" y="3035808"/>
            <a:ext cx="142761" cy="97231"/>
          </a:xfrm>
          <a:prstGeom prst="rect">
            <a:avLst/>
          </a:prstGeom>
          <a:solidFill>
            <a:srgbClr val="E9EDEB"/>
          </a:solidFill>
          <a:ln w="12700">
            <a:solidFill>
              <a:srgbClr val="E9EDEB"/>
            </a:solidFill>
            <a:prstDash val="solid"/>
          </a:ln>
        </p:spPr>
      </p:sp>
      <p:sp>
        <p:nvSpPr>
          <p:cNvPr id="303" name="Shape 301"/>
          <p:cNvSpPr/>
          <p:nvPr/>
        </p:nvSpPr>
        <p:spPr>
          <a:xfrm>
            <a:off x="3371850" y="3035808"/>
            <a:ext cx="142761" cy="97231"/>
          </a:xfrm>
          <a:prstGeom prst="rect">
            <a:avLst/>
          </a:prstGeom>
          <a:solidFill>
            <a:srgbClr val="E9EDEB"/>
          </a:solidFill>
          <a:ln w="12700">
            <a:solidFill>
              <a:srgbClr val="E9EDEB"/>
            </a:solidFill>
            <a:prstDash val="solid"/>
          </a:ln>
        </p:spPr>
      </p:sp>
      <p:sp>
        <p:nvSpPr>
          <p:cNvPr id="304" name="Shape 302"/>
          <p:cNvSpPr/>
          <p:nvPr/>
        </p:nvSpPr>
        <p:spPr>
          <a:xfrm>
            <a:off x="3534727" y="3035808"/>
            <a:ext cx="142761" cy="97231"/>
          </a:xfrm>
          <a:prstGeom prst="rect">
            <a:avLst/>
          </a:prstGeom>
          <a:solidFill>
            <a:srgbClr val="E9EDEB"/>
          </a:solidFill>
          <a:ln w="12700">
            <a:solidFill>
              <a:srgbClr val="E9EDEB"/>
            </a:solidFill>
            <a:prstDash val="solid"/>
          </a:ln>
        </p:spPr>
      </p:sp>
      <p:sp>
        <p:nvSpPr>
          <p:cNvPr id="305" name="Shape 303"/>
          <p:cNvSpPr/>
          <p:nvPr/>
        </p:nvSpPr>
        <p:spPr>
          <a:xfrm>
            <a:off x="3697605" y="3035808"/>
            <a:ext cx="142761" cy="97231"/>
          </a:xfrm>
          <a:prstGeom prst="rect">
            <a:avLst/>
          </a:prstGeom>
          <a:solidFill>
            <a:srgbClr val="E9EDEB"/>
          </a:solidFill>
          <a:ln w="12700">
            <a:solidFill>
              <a:srgbClr val="E9EDEB"/>
            </a:solidFill>
            <a:prstDash val="solid"/>
          </a:ln>
        </p:spPr>
      </p:sp>
      <p:sp>
        <p:nvSpPr>
          <p:cNvPr id="306" name="Shape 304"/>
          <p:cNvSpPr/>
          <p:nvPr/>
        </p:nvSpPr>
        <p:spPr>
          <a:xfrm>
            <a:off x="3860483" y="3035808"/>
            <a:ext cx="142761" cy="97231"/>
          </a:xfrm>
          <a:prstGeom prst="rect">
            <a:avLst/>
          </a:prstGeom>
          <a:solidFill>
            <a:srgbClr val="E9EDEB"/>
          </a:solidFill>
          <a:ln w="12700">
            <a:solidFill>
              <a:srgbClr val="E9EDEB"/>
            </a:solidFill>
            <a:prstDash val="solid"/>
          </a:ln>
        </p:spPr>
      </p:sp>
      <p:sp>
        <p:nvSpPr>
          <p:cNvPr id="307" name="Shape 305"/>
          <p:cNvSpPr/>
          <p:nvPr/>
        </p:nvSpPr>
        <p:spPr>
          <a:xfrm>
            <a:off x="4023360" y="3035808"/>
            <a:ext cx="142761" cy="97231"/>
          </a:xfrm>
          <a:prstGeom prst="rect">
            <a:avLst/>
          </a:prstGeom>
          <a:solidFill>
            <a:srgbClr val="E9EDEB"/>
          </a:solidFill>
          <a:ln w="12700">
            <a:solidFill>
              <a:srgbClr val="E9EDEB"/>
            </a:solidFill>
            <a:prstDash val="solid"/>
          </a:ln>
        </p:spPr>
      </p:sp>
      <p:sp>
        <p:nvSpPr>
          <p:cNvPr id="308" name="Shape 306"/>
          <p:cNvSpPr/>
          <p:nvPr/>
        </p:nvSpPr>
        <p:spPr>
          <a:xfrm>
            <a:off x="4186238" y="3035808"/>
            <a:ext cx="142761" cy="97231"/>
          </a:xfrm>
          <a:prstGeom prst="rect">
            <a:avLst/>
          </a:prstGeom>
          <a:solidFill>
            <a:srgbClr val="E9EDEB"/>
          </a:solidFill>
          <a:ln w="12700">
            <a:solidFill>
              <a:srgbClr val="E9EDEB"/>
            </a:solidFill>
            <a:prstDash val="solid"/>
          </a:ln>
        </p:spPr>
      </p:sp>
      <p:sp>
        <p:nvSpPr>
          <p:cNvPr id="309" name="Shape 307"/>
          <p:cNvSpPr/>
          <p:nvPr/>
        </p:nvSpPr>
        <p:spPr>
          <a:xfrm>
            <a:off x="4349115" y="3035808"/>
            <a:ext cx="142761" cy="97231"/>
          </a:xfrm>
          <a:prstGeom prst="rect">
            <a:avLst/>
          </a:prstGeom>
          <a:solidFill>
            <a:srgbClr val="E9EDEB"/>
          </a:solidFill>
          <a:ln w="12700">
            <a:solidFill>
              <a:srgbClr val="E9EDEB"/>
            </a:solidFill>
            <a:prstDash val="solid"/>
          </a:ln>
        </p:spPr>
      </p:sp>
      <p:sp>
        <p:nvSpPr>
          <p:cNvPr id="310" name="Shape 308"/>
          <p:cNvSpPr/>
          <p:nvPr/>
        </p:nvSpPr>
        <p:spPr>
          <a:xfrm>
            <a:off x="4511992" y="3035808"/>
            <a:ext cx="142761" cy="97231"/>
          </a:xfrm>
          <a:prstGeom prst="rect">
            <a:avLst/>
          </a:prstGeom>
          <a:solidFill>
            <a:srgbClr val="E9EDEB"/>
          </a:solidFill>
          <a:ln w="12700">
            <a:solidFill>
              <a:srgbClr val="E9EDEB"/>
            </a:solidFill>
            <a:prstDash val="solid"/>
          </a:ln>
        </p:spPr>
      </p:sp>
      <p:sp>
        <p:nvSpPr>
          <p:cNvPr id="311" name="Shape 309"/>
          <p:cNvSpPr/>
          <p:nvPr/>
        </p:nvSpPr>
        <p:spPr>
          <a:xfrm>
            <a:off x="4674870" y="3035808"/>
            <a:ext cx="142761" cy="97231"/>
          </a:xfrm>
          <a:prstGeom prst="rect">
            <a:avLst/>
          </a:prstGeom>
          <a:solidFill>
            <a:srgbClr val="E9EDEB"/>
          </a:solidFill>
          <a:ln w="12700">
            <a:solidFill>
              <a:srgbClr val="E9EDEB"/>
            </a:solidFill>
            <a:prstDash val="solid"/>
          </a:ln>
        </p:spPr>
      </p:sp>
      <p:sp>
        <p:nvSpPr>
          <p:cNvPr id="312" name="Shape 310"/>
          <p:cNvSpPr/>
          <p:nvPr/>
        </p:nvSpPr>
        <p:spPr>
          <a:xfrm>
            <a:off x="4837747" y="3035808"/>
            <a:ext cx="142761" cy="97231"/>
          </a:xfrm>
          <a:prstGeom prst="rect">
            <a:avLst/>
          </a:prstGeom>
          <a:solidFill>
            <a:srgbClr val="E9EDEB"/>
          </a:solidFill>
          <a:ln w="12700">
            <a:solidFill>
              <a:srgbClr val="E9EDEB"/>
            </a:solidFill>
            <a:prstDash val="solid"/>
          </a:ln>
        </p:spPr>
      </p:sp>
      <p:sp>
        <p:nvSpPr>
          <p:cNvPr id="313" name="Shape 311"/>
          <p:cNvSpPr/>
          <p:nvPr/>
        </p:nvSpPr>
        <p:spPr>
          <a:xfrm>
            <a:off x="5000625" y="3035808"/>
            <a:ext cx="142761" cy="97231"/>
          </a:xfrm>
          <a:prstGeom prst="rect">
            <a:avLst/>
          </a:prstGeom>
          <a:solidFill>
            <a:srgbClr val="E9EDEB"/>
          </a:solidFill>
          <a:ln w="12700">
            <a:solidFill>
              <a:srgbClr val="E9EDEB"/>
            </a:solidFill>
            <a:prstDash val="solid"/>
          </a:ln>
        </p:spPr>
      </p:sp>
      <p:sp>
        <p:nvSpPr>
          <p:cNvPr id="314" name="Shape 312"/>
          <p:cNvSpPr/>
          <p:nvPr/>
        </p:nvSpPr>
        <p:spPr>
          <a:xfrm>
            <a:off x="5163503" y="3035808"/>
            <a:ext cx="142761" cy="97231"/>
          </a:xfrm>
          <a:prstGeom prst="rect">
            <a:avLst/>
          </a:prstGeom>
          <a:solidFill>
            <a:srgbClr val="E9EDEB"/>
          </a:solidFill>
          <a:ln w="12700">
            <a:solidFill>
              <a:srgbClr val="E9EDEB"/>
            </a:solidFill>
            <a:prstDash val="solid"/>
          </a:ln>
        </p:spPr>
      </p:sp>
      <p:sp>
        <p:nvSpPr>
          <p:cNvPr id="315" name="Shape 313"/>
          <p:cNvSpPr/>
          <p:nvPr/>
        </p:nvSpPr>
        <p:spPr>
          <a:xfrm>
            <a:off x="5326380" y="3035808"/>
            <a:ext cx="142761" cy="97231"/>
          </a:xfrm>
          <a:prstGeom prst="rect">
            <a:avLst/>
          </a:prstGeom>
          <a:solidFill>
            <a:srgbClr val="E9EDEB"/>
          </a:solidFill>
          <a:ln w="12700">
            <a:solidFill>
              <a:srgbClr val="E9EDEB"/>
            </a:solidFill>
            <a:prstDash val="solid"/>
          </a:ln>
        </p:spPr>
      </p:sp>
      <p:sp>
        <p:nvSpPr>
          <p:cNvPr id="316" name="Shape 314"/>
          <p:cNvSpPr/>
          <p:nvPr/>
        </p:nvSpPr>
        <p:spPr>
          <a:xfrm>
            <a:off x="5489257" y="3035808"/>
            <a:ext cx="142761" cy="97231"/>
          </a:xfrm>
          <a:prstGeom prst="rect">
            <a:avLst/>
          </a:prstGeom>
          <a:solidFill>
            <a:srgbClr val="E9EDEB"/>
          </a:solidFill>
          <a:ln w="12700">
            <a:solidFill>
              <a:srgbClr val="E9EDEB"/>
            </a:solidFill>
            <a:prstDash val="solid"/>
          </a:ln>
        </p:spPr>
      </p:sp>
      <p:sp>
        <p:nvSpPr>
          <p:cNvPr id="317" name="Shape 315"/>
          <p:cNvSpPr/>
          <p:nvPr/>
        </p:nvSpPr>
        <p:spPr>
          <a:xfrm>
            <a:off x="5652135" y="3035808"/>
            <a:ext cx="142761" cy="97231"/>
          </a:xfrm>
          <a:prstGeom prst="rect">
            <a:avLst/>
          </a:prstGeom>
          <a:solidFill>
            <a:srgbClr val="E9EDEB"/>
          </a:solidFill>
          <a:ln w="12700">
            <a:solidFill>
              <a:srgbClr val="E9EDEB"/>
            </a:solidFill>
            <a:prstDash val="solid"/>
          </a:ln>
        </p:spPr>
      </p:sp>
      <p:sp>
        <p:nvSpPr>
          <p:cNvPr id="318" name="Shape 316"/>
          <p:cNvSpPr/>
          <p:nvPr/>
        </p:nvSpPr>
        <p:spPr>
          <a:xfrm>
            <a:off x="5815012" y="3035808"/>
            <a:ext cx="142761" cy="97231"/>
          </a:xfrm>
          <a:prstGeom prst="rect">
            <a:avLst/>
          </a:prstGeom>
          <a:solidFill>
            <a:srgbClr val="E9EDEB"/>
          </a:solidFill>
          <a:ln w="12700">
            <a:solidFill>
              <a:srgbClr val="E9EDEB"/>
            </a:solidFill>
            <a:prstDash val="solid"/>
          </a:ln>
        </p:spPr>
      </p:sp>
      <p:sp>
        <p:nvSpPr>
          <p:cNvPr id="319" name="Shape 317"/>
          <p:cNvSpPr/>
          <p:nvPr/>
        </p:nvSpPr>
        <p:spPr>
          <a:xfrm>
            <a:off x="5977890" y="3035808"/>
            <a:ext cx="142761" cy="97231"/>
          </a:xfrm>
          <a:prstGeom prst="rect">
            <a:avLst/>
          </a:prstGeom>
          <a:solidFill>
            <a:srgbClr val="E9EDEB"/>
          </a:solidFill>
          <a:ln w="12700">
            <a:solidFill>
              <a:srgbClr val="E9EDEB"/>
            </a:solidFill>
            <a:prstDash val="solid"/>
          </a:ln>
        </p:spPr>
      </p:sp>
      <p:sp>
        <p:nvSpPr>
          <p:cNvPr id="320" name="Shape 318"/>
          <p:cNvSpPr/>
          <p:nvPr/>
        </p:nvSpPr>
        <p:spPr>
          <a:xfrm>
            <a:off x="6140767" y="3035808"/>
            <a:ext cx="142761" cy="97231"/>
          </a:xfrm>
          <a:prstGeom prst="rect">
            <a:avLst/>
          </a:prstGeom>
          <a:solidFill>
            <a:srgbClr val="E9EDEB"/>
          </a:solidFill>
          <a:ln w="12700">
            <a:solidFill>
              <a:srgbClr val="E9EDEB"/>
            </a:solidFill>
            <a:prstDash val="solid"/>
          </a:ln>
        </p:spPr>
      </p:sp>
      <p:sp>
        <p:nvSpPr>
          <p:cNvPr id="321" name="Shape 319"/>
          <p:cNvSpPr/>
          <p:nvPr/>
        </p:nvSpPr>
        <p:spPr>
          <a:xfrm>
            <a:off x="6303645" y="3035808"/>
            <a:ext cx="142761" cy="97231"/>
          </a:xfrm>
          <a:prstGeom prst="rect">
            <a:avLst/>
          </a:prstGeom>
          <a:solidFill>
            <a:srgbClr val="E9EDEB"/>
          </a:solidFill>
          <a:ln w="12700">
            <a:solidFill>
              <a:srgbClr val="E9EDEB"/>
            </a:solidFill>
            <a:prstDash val="solid"/>
          </a:ln>
        </p:spPr>
      </p:sp>
      <p:sp>
        <p:nvSpPr>
          <p:cNvPr id="322" name="Shape 320"/>
          <p:cNvSpPr/>
          <p:nvPr/>
        </p:nvSpPr>
        <p:spPr>
          <a:xfrm>
            <a:off x="6466522" y="3035808"/>
            <a:ext cx="142761" cy="97231"/>
          </a:xfrm>
          <a:prstGeom prst="rect">
            <a:avLst/>
          </a:prstGeom>
          <a:solidFill>
            <a:srgbClr val="E9EDEB"/>
          </a:solidFill>
          <a:ln w="12700">
            <a:solidFill>
              <a:srgbClr val="E9EDEB"/>
            </a:solidFill>
            <a:prstDash val="solid"/>
          </a:ln>
        </p:spPr>
      </p:sp>
      <p:sp>
        <p:nvSpPr>
          <p:cNvPr id="323" name="Shape 321"/>
          <p:cNvSpPr/>
          <p:nvPr/>
        </p:nvSpPr>
        <p:spPr>
          <a:xfrm>
            <a:off x="6629400" y="3035808"/>
            <a:ext cx="142761" cy="97231"/>
          </a:xfrm>
          <a:prstGeom prst="rect">
            <a:avLst/>
          </a:prstGeom>
          <a:solidFill>
            <a:srgbClr val="E9EDEB"/>
          </a:solidFill>
          <a:ln w="12700">
            <a:solidFill>
              <a:srgbClr val="E9EDEB"/>
            </a:solidFill>
            <a:prstDash val="solid"/>
          </a:ln>
        </p:spPr>
      </p:sp>
      <p:sp>
        <p:nvSpPr>
          <p:cNvPr id="324" name="Shape 322"/>
          <p:cNvSpPr/>
          <p:nvPr/>
        </p:nvSpPr>
        <p:spPr>
          <a:xfrm>
            <a:off x="6792277" y="3035808"/>
            <a:ext cx="142761" cy="97231"/>
          </a:xfrm>
          <a:prstGeom prst="rect">
            <a:avLst/>
          </a:prstGeom>
          <a:solidFill>
            <a:srgbClr val="E9EDEB"/>
          </a:solidFill>
          <a:ln w="12700">
            <a:solidFill>
              <a:srgbClr val="E9EDEB"/>
            </a:solidFill>
            <a:prstDash val="solid"/>
          </a:ln>
        </p:spPr>
      </p:sp>
      <p:sp>
        <p:nvSpPr>
          <p:cNvPr id="325" name="Shape 323"/>
          <p:cNvSpPr/>
          <p:nvPr/>
        </p:nvSpPr>
        <p:spPr>
          <a:xfrm>
            <a:off x="6955155" y="3035808"/>
            <a:ext cx="142761" cy="97231"/>
          </a:xfrm>
          <a:prstGeom prst="rect">
            <a:avLst/>
          </a:prstGeom>
          <a:solidFill>
            <a:srgbClr val="E9EDEB"/>
          </a:solidFill>
          <a:ln w="12700">
            <a:solidFill>
              <a:srgbClr val="E9EDEB"/>
            </a:solidFill>
            <a:prstDash val="solid"/>
          </a:ln>
        </p:spPr>
      </p:sp>
      <p:sp>
        <p:nvSpPr>
          <p:cNvPr id="326" name="Shape 324"/>
          <p:cNvSpPr/>
          <p:nvPr/>
        </p:nvSpPr>
        <p:spPr>
          <a:xfrm>
            <a:off x="7118032" y="3035808"/>
            <a:ext cx="142761" cy="97231"/>
          </a:xfrm>
          <a:prstGeom prst="rect">
            <a:avLst/>
          </a:prstGeom>
          <a:solidFill>
            <a:srgbClr val="E9EDEB"/>
          </a:solidFill>
          <a:ln w="12700">
            <a:solidFill>
              <a:srgbClr val="E9EDEB"/>
            </a:solidFill>
            <a:prstDash val="solid"/>
          </a:ln>
        </p:spPr>
      </p:sp>
      <p:sp>
        <p:nvSpPr>
          <p:cNvPr id="327" name="Shape 325"/>
          <p:cNvSpPr/>
          <p:nvPr/>
        </p:nvSpPr>
        <p:spPr>
          <a:xfrm>
            <a:off x="7280910" y="3035808"/>
            <a:ext cx="142761" cy="97231"/>
          </a:xfrm>
          <a:prstGeom prst="rect">
            <a:avLst/>
          </a:prstGeom>
          <a:solidFill>
            <a:srgbClr val="E9EDEB"/>
          </a:solidFill>
          <a:ln w="12700">
            <a:solidFill>
              <a:srgbClr val="E9EDEB"/>
            </a:solidFill>
            <a:prstDash val="solid"/>
          </a:ln>
        </p:spPr>
      </p:sp>
      <p:sp>
        <p:nvSpPr>
          <p:cNvPr id="328" name="Shape 326"/>
          <p:cNvSpPr/>
          <p:nvPr/>
        </p:nvSpPr>
        <p:spPr>
          <a:xfrm>
            <a:off x="7443788" y="3035808"/>
            <a:ext cx="142761" cy="97231"/>
          </a:xfrm>
          <a:prstGeom prst="rect">
            <a:avLst/>
          </a:prstGeom>
          <a:solidFill>
            <a:srgbClr val="E9EDEB"/>
          </a:solidFill>
          <a:ln w="12700">
            <a:solidFill>
              <a:srgbClr val="E9EDEB"/>
            </a:solidFill>
            <a:prstDash val="solid"/>
          </a:ln>
        </p:spPr>
      </p:sp>
      <p:sp>
        <p:nvSpPr>
          <p:cNvPr id="329" name="Shape 327"/>
          <p:cNvSpPr/>
          <p:nvPr/>
        </p:nvSpPr>
        <p:spPr>
          <a:xfrm>
            <a:off x="7606665" y="3035808"/>
            <a:ext cx="142761" cy="97231"/>
          </a:xfrm>
          <a:prstGeom prst="rect">
            <a:avLst/>
          </a:prstGeom>
          <a:solidFill>
            <a:srgbClr val="E9EDEB"/>
          </a:solidFill>
          <a:ln w="12700">
            <a:solidFill>
              <a:srgbClr val="E9EDEB"/>
            </a:solidFill>
            <a:prstDash val="solid"/>
          </a:ln>
        </p:spPr>
      </p:sp>
      <p:sp>
        <p:nvSpPr>
          <p:cNvPr id="330" name="Shape 328"/>
          <p:cNvSpPr/>
          <p:nvPr/>
        </p:nvSpPr>
        <p:spPr>
          <a:xfrm>
            <a:off x="7769542" y="3035808"/>
            <a:ext cx="142761" cy="97231"/>
          </a:xfrm>
          <a:prstGeom prst="rect">
            <a:avLst/>
          </a:prstGeom>
          <a:solidFill>
            <a:srgbClr val="E9EDEB"/>
          </a:solidFill>
          <a:ln w="12700">
            <a:solidFill>
              <a:srgbClr val="E9EDEB"/>
            </a:solidFill>
            <a:prstDash val="solid"/>
          </a:ln>
        </p:spPr>
      </p:sp>
      <p:sp>
        <p:nvSpPr>
          <p:cNvPr id="331" name="Shape 329"/>
          <p:cNvSpPr/>
          <p:nvPr/>
        </p:nvSpPr>
        <p:spPr>
          <a:xfrm>
            <a:off x="7932420" y="3035808"/>
            <a:ext cx="142761" cy="97231"/>
          </a:xfrm>
          <a:prstGeom prst="rect">
            <a:avLst/>
          </a:prstGeom>
          <a:solidFill>
            <a:srgbClr val="E9EDEB"/>
          </a:solidFill>
          <a:ln w="12700">
            <a:solidFill>
              <a:srgbClr val="E9EDEB"/>
            </a:solidFill>
            <a:prstDash val="solid"/>
          </a:ln>
        </p:spPr>
      </p:sp>
      <p:sp>
        <p:nvSpPr>
          <p:cNvPr id="332" name="Shape 330"/>
          <p:cNvSpPr/>
          <p:nvPr/>
        </p:nvSpPr>
        <p:spPr>
          <a:xfrm>
            <a:off x="8095297" y="3035808"/>
            <a:ext cx="142761" cy="97231"/>
          </a:xfrm>
          <a:prstGeom prst="rect">
            <a:avLst/>
          </a:prstGeom>
          <a:solidFill>
            <a:srgbClr val="E9EDEB"/>
          </a:solidFill>
          <a:ln w="12700">
            <a:solidFill>
              <a:srgbClr val="E9EDEB"/>
            </a:solidFill>
            <a:prstDash val="solid"/>
          </a:ln>
        </p:spPr>
      </p:sp>
      <p:sp>
        <p:nvSpPr>
          <p:cNvPr id="333" name="Shape 331"/>
          <p:cNvSpPr/>
          <p:nvPr/>
        </p:nvSpPr>
        <p:spPr>
          <a:xfrm>
            <a:off x="8258175" y="3035808"/>
            <a:ext cx="142761" cy="97231"/>
          </a:xfrm>
          <a:prstGeom prst="rect">
            <a:avLst/>
          </a:prstGeom>
          <a:solidFill>
            <a:srgbClr val="E9EDEB"/>
          </a:solidFill>
          <a:ln w="12700">
            <a:solidFill>
              <a:srgbClr val="E9EDEB"/>
            </a:solidFill>
            <a:prstDash val="solid"/>
          </a:ln>
        </p:spPr>
      </p:sp>
      <p:sp>
        <p:nvSpPr>
          <p:cNvPr id="334" name="Shape 332"/>
          <p:cNvSpPr/>
          <p:nvPr/>
        </p:nvSpPr>
        <p:spPr>
          <a:xfrm>
            <a:off x="8421053" y="3035808"/>
            <a:ext cx="142761" cy="97231"/>
          </a:xfrm>
          <a:prstGeom prst="rect">
            <a:avLst/>
          </a:prstGeom>
          <a:solidFill>
            <a:srgbClr val="E9EDEB"/>
          </a:solidFill>
          <a:ln w="12700">
            <a:solidFill>
              <a:srgbClr val="E9EDEB"/>
            </a:solidFill>
            <a:prstDash val="solid"/>
          </a:ln>
        </p:spPr>
      </p:sp>
      <p:sp>
        <p:nvSpPr>
          <p:cNvPr id="335" name="Shape 333"/>
          <p:cNvSpPr/>
          <p:nvPr/>
        </p:nvSpPr>
        <p:spPr>
          <a:xfrm>
            <a:off x="8583930" y="3035808"/>
            <a:ext cx="142761" cy="97231"/>
          </a:xfrm>
          <a:prstGeom prst="rect">
            <a:avLst/>
          </a:prstGeom>
          <a:solidFill>
            <a:srgbClr val="E9EDEB"/>
          </a:solidFill>
          <a:ln w="12700">
            <a:solidFill>
              <a:srgbClr val="E9EDEB"/>
            </a:solidFill>
            <a:prstDash val="solid"/>
          </a:ln>
        </p:spPr>
      </p:sp>
      <p:sp>
        <p:nvSpPr>
          <p:cNvPr id="336" name="Shape 334"/>
          <p:cNvSpPr/>
          <p:nvPr/>
        </p:nvSpPr>
        <p:spPr>
          <a:xfrm>
            <a:off x="8746807" y="3035808"/>
            <a:ext cx="142761" cy="97231"/>
          </a:xfrm>
          <a:prstGeom prst="rect">
            <a:avLst/>
          </a:prstGeom>
          <a:solidFill>
            <a:srgbClr val="E9EDEB"/>
          </a:solidFill>
          <a:ln w="12700">
            <a:solidFill>
              <a:srgbClr val="E9EDEB"/>
            </a:solidFill>
            <a:prstDash val="solid"/>
          </a:ln>
        </p:spPr>
      </p:sp>
      <p:sp>
        <p:nvSpPr>
          <p:cNvPr id="337" name="Shape 335"/>
          <p:cNvSpPr/>
          <p:nvPr/>
        </p:nvSpPr>
        <p:spPr>
          <a:xfrm>
            <a:off x="8909685" y="3035808"/>
            <a:ext cx="142761" cy="97231"/>
          </a:xfrm>
          <a:prstGeom prst="rect">
            <a:avLst/>
          </a:prstGeom>
          <a:solidFill>
            <a:srgbClr val="E9EDEB"/>
          </a:solidFill>
          <a:ln w="12700">
            <a:solidFill>
              <a:srgbClr val="E9EDEB"/>
            </a:solidFill>
            <a:prstDash val="solid"/>
          </a:ln>
        </p:spPr>
      </p:sp>
      <p:sp>
        <p:nvSpPr>
          <p:cNvPr id="338" name="Shape 336"/>
          <p:cNvSpPr/>
          <p:nvPr/>
        </p:nvSpPr>
        <p:spPr>
          <a:xfrm>
            <a:off x="9072563" y="3035808"/>
            <a:ext cx="142761" cy="97231"/>
          </a:xfrm>
          <a:prstGeom prst="rect">
            <a:avLst/>
          </a:prstGeom>
          <a:solidFill>
            <a:srgbClr val="E9EDEB"/>
          </a:solidFill>
          <a:ln w="12700">
            <a:solidFill>
              <a:srgbClr val="E9EDEB"/>
            </a:solidFill>
            <a:prstDash val="solid"/>
          </a:ln>
        </p:spPr>
      </p:sp>
      <p:sp>
        <p:nvSpPr>
          <p:cNvPr id="339" name="Shape 337"/>
          <p:cNvSpPr/>
          <p:nvPr/>
        </p:nvSpPr>
        <p:spPr>
          <a:xfrm>
            <a:off x="1417320" y="3153156"/>
            <a:ext cx="142761" cy="97231"/>
          </a:xfrm>
          <a:prstGeom prst="rect">
            <a:avLst/>
          </a:prstGeom>
          <a:solidFill>
            <a:srgbClr val="E9EDEB"/>
          </a:solidFill>
          <a:ln w="12700">
            <a:solidFill>
              <a:srgbClr val="E9EDEB"/>
            </a:solidFill>
            <a:prstDash val="solid"/>
          </a:ln>
        </p:spPr>
      </p:sp>
      <p:sp>
        <p:nvSpPr>
          <p:cNvPr id="340" name="Shape 338"/>
          <p:cNvSpPr/>
          <p:nvPr/>
        </p:nvSpPr>
        <p:spPr>
          <a:xfrm>
            <a:off x="1580198" y="3153156"/>
            <a:ext cx="142761" cy="97231"/>
          </a:xfrm>
          <a:prstGeom prst="rect">
            <a:avLst/>
          </a:prstGeom>
          <a:solidFill>
            <a:srgbClr val="E9EDEB"/>
          </a:solidFill>
          <a:ln w="12700">
            <a:solidFill>
              <a:srgbClr val="E9EDEB"/>
            </a:solidFill>
            <a:prstDash val="solid"/>
          </a:ln>
        </p:spPr>
      </p:sp>
      <p:sp>
        <p:nvSpPr>
          <p:cNvPr id="341" name="Shape 339"/>
          <p:cNvSpPr/>
          <p:nvPr/>
        </p:nvSpPr>
        <p:spPr>
          <a:xfrm>
            <a:off x="1743075" y="3153156"/>
            <a:ext cx="142761" cy="97231"/>
          </a:xfrm>
          <a:prstGeom prst="rect">
            <a:avLst/>
          </a:prstGeom>
          <a:solidFill>
            <a:srgbClr val="E9EDEB"/>
          </a:solidFill>
          <a:ln w="12700">
            <a:solidFill>
              <a:srgbClr val="E9EDEB"/>
            </a:solidFill>
            <a:prstDash val="solid"/>
          </a:ln>
        </p:spPr>
      </p:sp>
      <p:sp>
        <p:nvSpPr>
          <p:cNvPr id="342" name="Shape 340"/>
          <p:cNvSpPr/>
          <p:nvPr/>
        </p:nvSpPr>
        <p:spPr>
          <a:xfrm>
            <a:off x="1905953" y="3153156"/>
            <a:ext cx="142761" cy="97231"/>
          </a:xfrm>
          <a:prstGeom prst="rect">
            <a:avLst/>
          </a:prstGeom>
          <a:solidFill>
            <a:srgbClr val="E9EDEB"/>
          </a:solidFill>
          <a:ln w="12700">
            <a:solidFill>
              <a:srgbClr val="E9EDEB"/>
            </a:solidFill>
            <a:prstDash val="solid"/>
          </a:ln>
        </p:spPr>
      </p:sp>
      <p:sp>
        <p:nvSpPr>
          <p:cNvPr id="343" name="Shape 341"/>
          <p:cNvSpPr/>
          <p:nvPr/>
        </p:nvSpPr>
        <p:spPr>
          <a:xfrm>
            <a:off x="2068830" y="3153156"/>
            <a:ext cx="142761" cy="97231"/>
          </a:xfrm>
          <a:prstGeom prst="rect">
            <a:avLst/>
          </a:prstGeom>
          <a:solidFill>
            <a:srgbClr val="E9EDEB"/>
          </a:solidFill>
          <a:ln w="12700">
            <a:solidFill>
              <a:srgbClr val="E9EDEB"/>
            </a:solidFill>
            <a:prstDash val="solid"/>
          </a:ln>
        </p:spPr>
      </p:sp>
      <p:sp>
        <p:nvSpPr>
          <p:cNvPr id="344" name="Shape 342"/>
          <p:cNvSpPr/>
          <p:nvPr/>
        </p:nvSpPr>
        <p:spPr>
          <a:xfrm>
            <a:off x="2231708" y="3153156"/>
            <a:ext cx="142761" cy="97231"/>
          </a:xfrm>
          <a:prstGeom prst="rect">
            <a:avLst/>
          </a:prstGeom>
          <a:solidFill>
            <a:srgbClr val="E9EDEB"/>
          </a:solidFill>
          <a:ln w="12700">
            <a:solidFill>
              <a:srgbClr val="E9EDEB"/>
            </a:solidFill>
            <a:prstDash val="solid"/>
          </a:ln>
        </p:spPr>
      </p:sp>
      <p:sp>
        <p:nvSpPr>
          <p:cNvPr id="345" name="Shape 343"/>
          <p:cNvSpPr/>
          <p:nvPr/>
        </p:nvSpPr>
        <p:spPr>
          <a:xfrm>
            <a:off x="2394585" y="3153156"/>
            <a:ext cx="142761" cy="97231"/>
          </a:xfrm>
          <a:prstGeom prst="rect">
            <a:avLst/>
          </a:prstGeom>
          <a:solidFill>
            <a:srgbClr val="E9EDEB"/>
          </a:solidFill>
          <a:ln w="12700">
            <a:solidFill>
              <a:srgbClr val="E9EDEB"/>
            </a:solidFill>
            <a:prstDash val="solid"/>
          </a:ln>
        </p:spPr>
      </p:sp>
      <p:sp>
        <p:nvSpPr>
          <p:cNvPr id="346" name="Shape 344"/>
          <p:cNvSpPr/>
          <p:nvPr/>
        </p:nvSpPr>
        <p:spPr>
          <a:xfrm>
            <a:off x="2557463" y="3153156"/>
            <a:ext cx="142761" cy="97231"/>
          </a:xfrm>
          <a:prstGeom prst="rect">
            <a:avLst/>
          </a:prstGeom>
          <a:solidFill>
            <a:srgbClr val="E9EDEB"/>
          </a:solidFill>
          <a:ln w="12700">
            <a:solidFill>
              <a:srgbClr val="E9EDEB"/>
            </a:solidFill>
            <a:prstDash val="solid"/>
          </a:ln>
        </p:spPr>
      </p:sp>
      <p:sp>
        <p:nvSpPr>
          <p:cNvPr id="347" name="Shape 345"/>
          <p:cNvSpPr/>
          <p:nvPr/>
        </p:nvSpPr>
        <p:spPr>
          <a:xfrm>
            <a:off x="2720340" y="3153156"/>
            <a:ext cx="142761" cy="97231"/>
          </a:xfrm>
          <a:prstGeom prst="rect">
            <a:avLst/>
          </a:prstGeom>
          <a:solidFill>
            <a:srgbClr val="E9EDEB"/>
          </a:solidFill>
          <a:ln w="12700">
            <a:solidFill>
              <a:srgbClr val="E9EDEB"/>
            </a:solidFill>
            <a:prstDash val="solid"/>
          </a:ln>
        </p:spPr>
      </p:sp>
      <p:sp>
        <p:nvSpPr>
          <p:cNvPr id="348" name="Shape 346"/>
          <p:cNvSpPr/>
          <p:nvPr/>
        </p:nvSpPr>
        <p:spPr>
          <a:xfrm>
            <a:off x="2883218" y="3153156"/>
            <a:ext cx="142761" cy="97231"/>
          </a:xfrm>
          <a:prstGeom prst="rect">
            <a:avLst/>
          </a:prstGeom>
          <a:solidFill>
            <a:srgbClr val="E9EDEB"/>
          </a:solidFill>
          <a:ln w="12700">
            <a:solidFill>
              <a:srgbClr val="E9EDEB"/>
            </a:solidFill>
            <a:prstDash val="solid"/>
          </a:ln>
        </p:spPr>
      </p:sp>
      <p:sp>
        <p:nvSpPr>
          <p:cNvPr id="349" name="Shape 347"/>
          <p:cNvSpPr/>
          <p:nvPr/>
        </p:nvSpPr>
        <p:spPr>
          <a:xfrm>
            <a:off x="3046095" y="3153156"/>
            <a:ext cx="142761" cy="97231"/>
          </a:xfrm>
          <a:prstGeom prst="rect">
            <a:avLst/>
          </a:prstGeom>
          <a:solidFill>
            <a:srgbClr val="E9EDEB"/>
          </a:solidFill>
          <a:ln w="12700">
            <a:solidFill>
              <a:srgbClr val="E9EDEB"/>
            </a:solidFill>
            <a:prstDash val="solid"/>
          </a:ln>
        </p:spPr>
      </p:sp>
      <p:sp>
        <p:nvSpPr>
          <p:cNvPr id="350" name="Shape 348"/>
          <p:cNvSpPr/>
          <p:nvPr/>
        </p:nvSpPr>
        <p:spPr>
          <a:xfrm>
            <a:off x="3208972" y="3153156"/>
            <a:ext cx="142761" cy="97231"/>
          </a:xfrm>
          <a:prstGeom prst="rect">
            <a:avLst/>
          </a:prstGeom>
          <a:solidFill>
            <a:srgbClr val="E9EDEB"/>
          </a:solidFill>
          <a:ln w="12700">
            <a:solidFill>
              <a:srgbClr val="E9EDEB"/>
            </a:solidFill>
            <a:prstDash val="solid"/>
          </a:ln>
        </p:spPr>
      </p:sp>
      <p:sp>
        <p:nvSpPr>
          <p:cNvPr id="351" name="Shape 349"/>
          <p:cNvSpPr/>
          <p:nvPr/>
        </p:nvSpPr>
        <p:spPr>
          <a:xfrm>
            <a:off x="3371850" y="3153156"/>
            <a:ext cx="142761" cy="97231"/>
          </a:xfrm>
          <a:prstGeom prst="rect">
            <a:avLst/>
          </a:prstGeom>
          <a:solidFill>
            <a:srgbClr val="E9EDEB"/>
          </a:solidFill>
          <a:ln w="12700">
            <a:solidFill>
              <a:srgbClr val="E9EDEB"/>
            </a:solidFill>
            <a:prstDash val="solid"/>
          </a:ln>
        </p:spPr>
      </p:sp>
      <p:sp>
        <p:nvSpPr>
          <p:cNvPr id="352" name="Shape 350"/>
          <p:cNvSpPr/>
          <p:nvPr/>
        </p:nvSpPr>
        <p:spPr>
          <a:xfrm>
            <a:off x="3534727" y="3153156"/>
            <a:ext cx="142761" cy="97231"/>
          </a:xfrm>
          <a:prstGeom prst="rect">
            <a:avLst/>
          </a:prstGeom>
          <a:solidFill>
            <a:srgbClr val="E9EDEB"/>
          </a:solidFill>
          <a:ln w="12700">
            <a:solidFill>
              <a:srgbClr val="E9EDEB"/>
            </a:solidFill>
            <a:prstDash val="solid"/>
          </a:ln>
        </p:spPr>
      </p:sp>
      <p:sp>
        <p:nvSpPr>
          <p:cNvPr id="353" name="Shape 351"/>
          <p:cNvSpPr/>
          <p:nvPr/>
        </p:nvSpPr>
        <p:spPr>
          <a:xfrm>
            <a:off x="3697605" y="3153156"/>
            <a:ext cx="142761" cy="97231"/>
          </a:xfrm>
          <a:prstGeom prst="rect">
            <a:avLst/>
          </a:prstGeom>
          <a:solidFill>
            <a:srgbClr val="E9EDEB"/>
          </a:solidFill>
          <a:ln w="12700">
            <a:solidFill>
              <a:srgbClr val="E9EDEB"/>
            </a:solidFill>
            <a:prstDash val="solid"/>
          </a:ln>
        </p:spPr>
      </p:sp>
      <p:sp>
        <p:nvSpPr>
          <p:cNvPr id="354" name="Shape 352"/>
          <p:cNvSpPr/>
          <p:nvPr/>
        </p:nvSpPr>
        <p:spPr>
          <a:xfrm>
            <a:off x="3860483" y="3153156"/>
            <a:ext cx="142761" cy="97231"/>
          </a:xfrm>
          <a:prstGeom prst="rect">
            <a:avLst/>
          </a:prstGeom>
          <a:solidFill>
            <a:srgbClr val="E9EDEB"/>
          </a:solidFill>
          <a:ln w="12700">
            <a:solidFill>
              <a:srgbClr val="E9EDEB"/>
            </a:solidFill>
            <a:prstDash val="solid"/>
          </a:ln>
        </p:spPr>
      </p:sp>
      <p:sp>
        <p:nvSpPr>
          <p:cNvPr id="355" name="Shape 353"/>
          <p:cNvSpPr/>
          <p:nvPr/>
        </p:nvSpPr>
        <p:spPr>
          <a:xfrm>
            <a:off x="4023360" y="3153156"/>
            <a:ext cx="142761" cy="97231"/>
          </a:xfrm>
          <a:prstGeom prst="rect">
            <a:avLst/>
          </a:prstGeom>
          <a:solidFill>
            <a:srgbClr val="E9EDEB"/>
          </a:solidFill>
          <a:ln w="12700">
            <a:solidFill>
              <a:srgbClr val="E9EDEB"/>
            </a:solidFill>
            <a:prstDash val="solid"/>
          </a:ln>
        </p:spPr>
      </p:sp>
      <p:sp>
        <p:nvSpPr>
          <p:cNvPr id="356" name="Shape 354"/>
          <p:cNvSpPr/>
          <p:nvPr/>
        </p:nvSpPr>
        <p:spPr>
          <a:xfrm>
            <a:off x="4186238" y="3153156"/>
            <a:ext cx="142761" cy="97231"/>
          </a:xfrm>
          <a:prstGeom prst="rect">
            <a:avLst/>
          </a:prstGeom>
          <a:solidFill>
            <a:srgbClr val="E9EDEB"/>
          </a:solidFill>
          <a:ln w="12700">
            <a:solidFill>
              <a:srgbClr val="E9EDEB"/>
            </a:solidFill>
            <a:prstDash val="solid"/>
          </a:ln>
        </p:spPr>
      </p:sp>
      <p:sp>
        <p:nvSpPr>
          <p:cNvPr id="357" name="Shape 355"/>
          <p:cNvSpPr/>
          <p:nvPr/>
        </p:nvSpPr>
        <p:spPr>
          <a:xfrm>
            <a:off x="4349115" y="3153156"/>
            <a:ext cx="142761" cy="97231"/>
          </a:xfrm>
          <a:prstGeom prst="rect">
            <a:avLst/>
          </a:prstGeom>
          <a:solidFill>
            <a:srgbClr val="E9EDEB"/>
          </a:solidFill>
          <a:ln w="12700">
            <a:solidFill>
              <a:srgbClr val="E9EDEB"/>
            </a:solidFill>
            <a:prstDash val="solid"/>
          </a:ln>
        </p:spPr>
      </p:sp>
      <p:sp>
        <p:nvSpPr>
          <p:cNvPr id="358" name="Shape 356"/>
          <p:cNvSpPr/>
          <p:nvPr/>
        </p:nvSpPr>
        <p:spPr>
          <a:xfrm>
            <a:off x="4511992" y="3153156"/>
            <a:ext cx="142761" cy="97231"/>
          </a:xfrm>
          <a:prstGeom prst="rect">
            <a:avLst/>
          </a:prstGeom>
          <a:solidFill>
            <a:srgbClr val="E9EDEB"/>
          </a:solidFill>
          <a:ln w="12700">
            <a:solidFill>
              <a:srgbClr val="E9EDEB"/>
            </a:solidFill>
            <a:prstDash val="solid"/>
          </a:ln>
        </p:spPr>
      </p:sp>
      <p:sp>
        <p:nvSpPr>
          <p:cNvPr id="359" name="Shape 357"/>
          <p:cNvSpPr/>
          <p:nvPr/>
        </p:nvSpPr>
        <p:spPr>
          <a:xfrm>
            <a:off x="4674870" y="3153156"/>
            <a:ext cx="142761" cy="97231"/>
          </a:xfrm>
          <a:prstGeom prst="rect">
            <a:avLst/>
          </a:prstGeom>
          <a:solidFill>
            <a:srgbClr val="E9EDEB"/>
          </a:solidFill>
          <a:ln w="12700">
            <a:solidFill>
              <a:srgbClr val="E9EDEB"/>
            </a:solidFill>
            <a:prstDash val="solid"/>
          </a:ln>
        </p:spPr>
      </p:sp>
      <p:sp>
        <p:nvSpPr>
          <p:cNvPr id="360" name="Shape 358"/>
          <p:cNvSpPr/>
          <p:nvPr/>
        </p:nvSpPr>
        <p:spPr>
          <a:xfrm>
            <a:off x="4837747" y="3153156"/>
            <a:ext cx="142761" cy="97231"/>
          </a:xfrm>
          <a:prstGeom prst="rect">
            <a:avLst/>
          </a:prstGeom>
          <a:solidFill>
            <a:srgbClr val="E9EDEB"/>
          </a:solidFill>
          <a:ln w="12700">
            <a:solidFill>
              <a:srgbClr val="E9EDEB"/>
            </a:solidFill>
            <a:prstDash val="solid"/>
          </a:ln>
        </p:spPr>
      </p:sp>
      <p:sp>
        <p:nvSpPr>
          <p:cNvPr id="361" name="Shape 359"/>
          <p:cNvSpPr/>
          <p:nvPr/>
        </p:nvSpPr>
        <p:spPr>
          <a:xfrm>
            <a:off x="5000625" y="3153156"/>
            <a:ext cx="142761" cy="97231"/>
          </a:xfrm>
          <a:prstGeom prst="rect">
            <a:avLst/>
          </a:prstGeom>
          <a:solidFill>
            <a:srgbClr val="E9EDEB"/>
          </a:solidFill>
          <a:ln w="12700">
            <a:solidFill>
              <a:srgbClr val="E9EDEB"/>
            </a:solidFill>
            <a:prstDash val="solid"/>
          </a:ln>
        </p:spPr>
      </p:sp>
      <p:sp>
        <p:nvSpPr>
          <p:cNvPr id="362" name="Shape 360"/>
          <p:cNvSpPr/>
          <p:nvPr/>
        </p:nvSpPr>
        <p:spPr>
          <a:xfrm>
            <a:off x="5163503" y="3153156"/>
            <a:ext cx="142761" cy="97231"/>
          </a:xfrm>
          <a:prstGeom prst="rect">
            <a:avLst/>
          </a:prstGeom>
          <a:solidFill>
            <a:srgbClr val="E9EDEB"/>
          </a:solidFill>
          <a:ln w="12700">
            <a:solidFill>
              <a:srgbClr val="E9EDEB"/>
            </a:solidFill>
            <a:prstDash val="solid"/>
          </a:ln>
        </p:spPr>
      </p:sp>
      <p:sp>
        <p:nvSpPr>
          <p:cNvPr id="363" name="Shape 361"/>
          <p:cNvSpPr/>
          <p:nvPr/>
        </p:nvSpPr>
        <p:spPr>
          <a:xfrm>
            <a:off x="5326380" y="3153156"/>
            <a:ext cx="142761" cy="97231"/>
          </a:xfrm>
          <a:prstGeom prst="rect">
            <a:avLst/>
          </a:prstGeom>
          <a:solidFill>
            <a:srgbClr val="E9EDEB"/>
          </a:solidFill>
          <a:ln w="12700">
            <a:solidFill>
              <a:srgbClr val="E9EDEB"/>
            </a:solidFill>
            <a:prstDash val="solid"/>
          </a:ln>
        </p:spPr>
      </p:sp>
      <p:sp>
        <p:nvSpPr>
          <p:cNvPr id="364" name="Shape 362"/>
          <p:cNvSpPr/>
          <p:nvPr/>
        </p:nvSpPr>
        <p:spPr>
          <a:xfrm>
            <a:off x="5489257" y="3153156"/>
            <a:ext cx="142761" cy="97231"/>
          </a:xfrm>
          <a:prstGeom prst="rect">
            <a:avLst/>
          </a:prstGeom>
          <a:solidFill>
            <a:srgbClr val="E9EDEB"/>
          </a:solidFill>
          <a:ln w="12700">
            <a:solidFill>
              <a:srgbClr val="E9EDEB"/>
            </a:solidFill>
            <a:prstDash val="solid"/>
          </a:ln>
        </p:spPr>
      </p:sp>
      <p:sp>
        <p:nvSpPr>
          <p:cNvPr id="365" name="Shape 363"/>
          <p:cNvSpPr/>
          <p:nvPr/>
        </p:nvSpPr>
        <p:spPr>
          <a:xfrm>
            <a:off x="5652135" y="3153156"/>
            <a:ext cx="142761" cy="97231"/>
          </a:xfrm>
          <a:prstGeom prst="rect">
            <a:avLst/>
          </a:prstGeom>
          <a:solidFill>
            <a:srgbClr val="E9EDEB"/>
          </a:solidFill>
          <a:ln w="12700">
            <a:solidFill>
              <a:srgbClr val="E9EDEB"/>
            </a:solidFill>
            <a:prstDash val="solid"/>
          </a:ln>
        </p:spPr>
      </p:sp>
      <p:sp>
        <p:nvSpPr>
          <p:cNvPr id="366" name="Shape 364"/>
          <p:cNvSpPr/>
          <p:nvPr/>
        </p:nvSpPr>
        <p:spPr>
          <a:xfrm>
            <a:off x="5815012" y="3153156"/>
            <a:ext cx="142761" cy="97231"/>
          </a:xfrm>
          <a:prstGeom prst="rect">
            <a:avLst/>
          </a:prstGeom>
          <a:solidFill>
            <a:srgbClr val="E9EDEB"/>
          </a:solidFill>
          <a:ln w="12700">
            <a:solidFill>
              <a:srgbClr val="E9EDEB"/>
            </a:solidFill>
            <a:prstDash val="solid"/>
          </a:ln>
        </p:spPr>
      </p:sp>
      <p:sp>
        <p:nvSpPr>
          <p:cNvPr id="367" name="Shape 365"/>
          <p:cNvSpPr/>
          <p:nvPr/>
        </p:nvSpPr>
        <p:spPr>
          <a:xfrm>
            <a:off x="5977890" y="3153156"/>
            <a:ext cx="142761" cy="97231"/>
          </a:xfrm>
          <a:prstGeom prst="rect">
            <a:avLst/>
          </a:prstGeom>
          <a:solidFill>
            <a:srgbClr val="E9EDEB"/>
          </a:solidFill>
          <a:ln w="12700">
            <a:solidFill>
              <a:srgbClr val="E9EDEB"/>
            </a:solidFill>
            <a:prstDash val="solid"/>
          </a:ln>
        </p:spPr>
      </p:sp>
      <p:sp>
        <p:nvSpPr>
          <p:cNvPr id="368" name="Shape 366"/>
          <p:cNvSpPr/>
          <p:nvPr/>
        </p:nvSpPr>
        <p:spPr>
          <a:xfrm>
            <a:off x="6140767" y="3153156"/>
            <a:ext cx="142761" cy="97231"/>
          </a:xfrm>
          <a:prstGeom prst="rect">
            <a:avLst/>
          </a:prstGeom>
          <a:solidFill>
            <a:srgbClr val="E9EDEB"/>
          </a:solidFill>
          <a:ln w="12700">
            <a:solidFill>
              <a:srgbClr val="E9EDEB"/>
            </a:solidFill>
            <a:prstDash val="solid"/>
          </a:ln>
        </p:spPr>
      </p:sp>
      <p:sp>
        <p:nvSpPr>
          <p:cNvPr id="369" name="Shape 367"/>
          <p:cNvSpPr/>
          <p:nvPr/>
        </p:nvSpPr>
        <p:spPr>
          <a:xfrm>
            <a:off x="6303645" y="3153156"/>
            <a:ext cx="142761" cy="97231"/>
          </a:xfrm>
          <a:prstGeom prst="rect">
            <a:avLst/>
          </a:prstGeom>
          <a:solidFill>
            <a:srgbClr val="E9EDEB"/>
          </a:solidFill>
          <a:ln w="12700">
            <a:solidFill>
              <a:srgbClr val="E9EDEB"/>
            </a:solidFill>
            <a:prstDash val="solid"/>
          </a:ln>
        </p:spPr>
      </p:sp>
      <p:sp>
        <p:nvSpPr>
          <p:cNvPr id="370" name="Shape 368"/>
          <p:cNvSpPr/>
          <p:nvPr/>
        </p:nvSpPr>
        <p:spPr>
          <a:xfrm>
            <a:off x="6466522" y="3153156"/>
            <a:ext cx="142761" cy="97231"/>
          </a:xfrm>
          <a:prstGeom prst="rect">
            <a:avLst/>
          </a:prstGeom>
          <a:solidFill>
            <a:srgbClr val="E9EDEB"/>
          </a:solidFill>
          <a:ln w="12700">
            <a:solidFill>
              <a:srgbClr val="E9EDEB"/>
            </a:solidFill>
            <a:prstDash val="solid"/>
          </a:ln>
        </p:spPr>
      </p:sp>
      <p:sp>
        <p:nvSpPr>
          <p:cNvPr id="371" name="Shape 369"/>
          <p:cNvSpPr/>
          <p:nvPr/>
        </p:nvSpPr>
        <p:spPr>
          <a:xfrm>
            <a:off x="6629400" y="3153156"/>
            <a:ext cx="142761" cy="97231"/>
          </a:xfrm>
          <a:prstGeom prst="rect">
            <a:avLst/>
          </a:prstGeom>
          <a:solidFill>
            <a:srgbClr val="E9EDEB"/>
          </a:solidFill>
          <a:ln w="12700">
            <a:solidFill>
              <a:srgbClr val="E9EDEB"/>
            </a:solidFill>
            <a:prstDash val="solid"/>
          </a:ln>
        </p:spPr>
      </p:sp>
      <p:sp>
        <p:nvSpPr>
          <p:cNvPr id="372" name="Shape 370"/>
          <p:cNvSpPr/>
          <p:nvPr/>
        </p:nvSpPr>
        <p:spPr>
          <a:xfrm>
            <a:off x="6792277" y="3153156"/>
            <a:ext cx="142761" cy="97231"/>
          </a:xfrm>
          <a:prstGeom prst="rect">
            <a:avLst/>
          </a:prstGeom>
          <a:solidFill>
            <a:srgbClr val="7CC4A1"/>
          </a:solidFill>
          <a:ln w="12700">
            <a:solidFill>
              <a:srgbClr val="7CC4A1"/>
            </a:solidFill>
            <a:prstDash val="solid"/>
          </a:ln>
        </p:spPr>
      </p:sp>
      <p:sp>
        <p:nvSpPr>
          <p:cNvPr id="373" name="Shape 371"/>
          <p:cNvSpPr/>
          <p:nvPr/>
        </p:nvSpPr>
        <p:spPr>
          <a:xfrm>
            <a:off x="6955155" y="3153156"/>
            <a:ext cx="142761" cy="97231"/>
          </a:xfrm>
          <a:prstGeom prst="rect">
            <a:avLst/>
          </a:prstGeom>
          <a:solidFill>
            <a:srgbClr val="E9EDEB"/>
          </a:solidFill>
          <a:ln w="12700">
            <a:solidFill>
              <a:srgbClr val="E9EDEB"/>
            </a:solidFill>
            <a:prstDash val="solid"/>
          </a:ln>
        </p:spPr>
      </p:sp>
      <p:sp>
        <p:nvSpPr>
          <p:cNvPr id="374" name="Shape 372"/>
          <p:cNvSpPr/>
          <p:nvPr/>
        </p:nvSpPr>
        <p:spPr>
          <a:xfrm>
            <a:off x="7118032" y="3153156"/>
            <a:ext cx="142761" cy="97231"/>
          </a:xfrm>
          <a:prstGeom prst="rect">
            <a:avLst/>
          </a:prstGeom>
          <a:solidFill>
            <a:srgbClr val="7CC4A1"/>
          </a:solidFill>
          <a:ln w="12700">
            <a:solidFill>
              <a:srgbClr val="7CC4A1"/>
            </a:solidFill>
            <a:prstDash val="solid"/>
          </a:ln>
        </p:spPr>
      </p:sp>
      <p:sp>
        <p:nvSpPr>
          <p:cNvPr id="375" name="Shape 373"/>
          <p:cNvSpPr/>
          <p:nvPr/>
        </p:nvSpPr>
        <p:spPr>
          <a:xfrm>
            <a:off x="7280910" y="3153156"/>
            <a:ext cx="142761" cy="97231"/>
          </a:xfrm>
          <a:prstGeom prst="rect">
            <a:avLst/>
          </a:prstGeom>
          <a:solidFill>
            <a:srgbClr val="7CC4A1"/>
          </a:solidFill>
          <a:ln w="12700">
            <a:solidFill>
              <a:srgbClr val="7CC4A1"/>
            </a:solidFill>
            <a:prstDash val="solid"/>
          </a:ln>
        </p:spPr>
      </p:sp>
      <p:sp>
        <p:nvSpPr>
          <p:cNvPr id="376" name="Shape 374"/>
          <p:cNvSpPr/>
          <p:nvPr/>
        </p:nvSpPr>
        <p:spPr>
          <a:xfrm>
            <a:off x="7443788" y="3153156"/>
            <a:ext cx="142761" cy="97231"/>
          </a:xfrm>
          <a:prstGeom prst="rect">
            <a:avLst/>
          </a:prstGeom>
          <a:solidFill>
            <a:srgbClr val="E9EDEB"/>
          </a:solidFill>
          <a:ln w="12700">
            <a:solidFill>
              <a:srgbClr val="E9EDEB"/>
            </a:solidFill>
            <a:prstDash val="solid"/>
          </a:ln>
        </p:spPr>
      </p:sp>
      <p:sp>
        <p:nvSpPr>
          <p:cNvPr id="377" name="Shape 375"/>
          <p:cNvSpPr/>
          <p:nvPr/>
        </p:nvSpPr>
        <p:spPr>
          <a:xfrm>
            <a:off x="7606665" y="3153156"/>
            <a:ext cx="142761" cy="97231"/>
          </a:xfrm>
          <a:prstGeom prst="rect">
            <a:avLst/>
          </a:prstGeom>
          <a:solidFill>
            <a:srgbClr val="E9EDEB"/>
          </a:solidFill>
          <a:ln w="12700">
            <a:solidFill>
              <a:srgbClr val="E9EDEB"/>
            </a:solidFill>
            <a:prstDash val="solid"/>
          </a:ln>
        </p:spPr>
      </p:sp>
      <p:sp>
        <p:nvSpPr>
          <p:cNvPr id="378" name="Shape 376"/>
          <p:cNvSpPr/>
          <p:nvPr/>
        </p:nvSpPr>
        <p:spPr>
          <a:xfrm>
            <a:off x="7769542" y="3153156"/>
            <a:ext cx="142761" cy="97231"/>
          </a:xfrm>
          <a:prstGeom prst="rect">
            <a:avLst/>
          </a:prstGeom>
          <a:solidFill>
            <a:srgbClr val="E9EDEB"/>
          </a:solidFill>
          <a:ln w="12700">
            <a:solidFill>
              <a:srgbClr val="E9EDEB"/>
            </a:solidFill>
            <a:prstDash val="solid"/>
          </a:ln>
        </p:spPr>
      </p:sp>
      <p:sp>
        <p:nvSpPr>
          <p:cNvPr id="379" name="Shape 377"/>
          <p:cNvSpPr/>
          <p:nvPr/>
        </p:nvSpPr>
        <p:spPr>
          <a:xfrm>
            <a:off x="7932420" y="3153156"/>
            <a:ext cx="142761" cy="97231"/>
          </a:xfrm>
          <a:prstGeom prst="rect">
            <a:avLst/>
          </a:prstGeom>
          <a:solidFill>
            <a:srgbClr val="E9EDEB"/>
          </a:solidFill>
          <a:ln w="12700">
            <a:solidFill>
              <a:srgbClr val="E9EDEB"/>
            </a:solidFill>
            <a:prstDash val="solid"/>
          </a:ln>
        </p:spPr>
      </p:sp>
      <p:sp>
        <p:nvSpPr>
          <p:cNvPr id="380" name="Shape 378"/>
          <p:cNvSpPr/>
          <p:nvPr/>
        </p:nvSpPr>
        <p:spPr>
          <a:xfrm>
            <a:off x="8095297" y="3153156"/>
            <a:ext cx="142761" cy="97231"/>
          </a:xfrm>
          <a:prstGeom prst="rect">
            <a:avLst/>
          </a:prstGeom>
          <a:solidFill>
            <a:srgbClr val="E9EDEB"/>
          </a:solidFill>
          <a:ln w="12700">
            <a:solidFill>
              <a:srgbClr val="E9EDEB"/>
            </a:solidFill>
            <a:prstDash val="solid"/>
          </a:ln>
        </p:spPr>
      </p:sp>
      <p:sp>
        <p:nvSpPr>
          <p:cNvPr id="381" name="Shape 379"/>
          <p:cNvSpPr/>
          <p:nvPr/>
        </p:nvSpPr>
        <p:spPr>
          <a:xfrm>
            <a:off x="8258175" y="3153156"/>
            <a:ext cx="142761" cy="97231"/>
          </a:xfrm>
          <a:prstGeom prst="rect">
            <a:avLst/>
          </a:prstGeom>
          <a:solidFill>
            <a:srgbClr val="E9EDEB"/>
          </a:solidFill>
          <a:ln w="12700">
            <a:solidFill>
              <a:srgbClr val="E9EDEB"/>
            </a:solidFill>
            <a:prstDash val="solid"/>
          </a:ln>
        </p:spPr>
      </p:sp>
      <p:sp>
        <p:nvSpPr>
          <p:cNvPr id="382" name="Shape 380"/>
          <p:cNvSpPr/>
          <p:nvPr/>
        </p:nvSpPr>
        <p:spPr>
          <a:xfrm>
            <a:off x="8421053" y="3153156"/>
            <a:ext cx="142761" cy="97231"/>
          </a:xfrm>
          <a:prstGeom prst="rect">
            <a:avLst/>
          </a:prstGeom>
          <a:solidFill>
            <a:srgbClr val="7CC4A1"/>
          </a:solidFill>
          <a:ln w="12700">
            <a:solidFill>
              <a:srgbClr val="7CC4A1"/>
            </a:solidFill>
            <a:prstDash val="solid"/>
          </a:ln>
        </p:spPr>
      </p:sp>
      <p:sp>
        <p:nvSpPr>
          <p:cNvPr id="383" name="Shape 381"/>
          <p:cNvSpPr/>
          <p:nvPr/>
        </p:nvSpPr>
        <p:spPr>
          <a:xfrm>
            <a:off x="8583930" y="3153156"/>
            <a:ext cx="142761" cy="97231"/>
          </a:xfrm>
          <a:prstGeom prst="rect">
            <a:avLst/>
          </a:prstGeom>
          <a:solidFill>
            <a:srgbClr val="7CC4A1"/>
          </a:solidFill>
          <a:ln w="12700">
            <a:solidFill>
              <a:srgbClr val="7CC4A1"/>
            </a:solidFill>
            <a:prstDash val="solid"/>
          </a:ln>
        </p:spPr>
      </p:sp>
      <p:sp>
        <p:nvSpPr>
          <p:cNvPr id="384" name="Shape 382"/>
          <p:cNvSpPr/>
          <p:nvPr/>
        </p:nvSpPr>
        <p:spPr>
          <a:xfrm>
            <a:off x="8746807" y="3153156"/>
            <a:ext cx="142761" cy="97231"/>
          </a:xfrm>
          <a:prstGeom prst="rect">
            <a:avLst/>
          </a:prstGeom>
          <a:solidFill>
            <a:srgbClr val="E9EDEB"/>
          </a:solidFill>
          <a:ln w="12700">
            <a:solidFill>
              <a:srgbClr val="E9EDEB"/>
            </a:solidFill>
            <a:prstDash val="solid"/>
          </a:ln>
        </p:spPr>
      </p:sp>
      <p:sp>
        <p:nvSpPr>
          <p:cNvPr id="385" name="Shape 383"/>
          <p:cNvSpPr/>
          <p:nvPr/>
        </p:nvSpPr>
        <p:spPr>
          <a:xfrm>
            <a:off x="8909685" y="3153156"/>
            <a:ext cx="142761" cy="97231"/>
          </a:xfrm>
          <a:prstGeom prst="rect">
            <a:avLst/>
          </a:prstGeom>
          <a:solidFill>
            <a:srgbClr val="7CC4A1"/>
          </a:solidFill>
          <a:ln w="12700">
            <a:solidFill>
              <a:srgbClr val="7CC4A1"/>
            </a:solidFill>
            <a:prstDash val="solid"/>
          </a:ln>
        </p:spPr>
      </p:sp>
      <p:sp>
        <p:nvSpPr>
          <p:cNvPr id="386" name="Shape 384"/>
          <p:cNvSpPr/>
          <p:nvPr/>
        </p:nvSpPr>
        <p:spPr>
          <a:xfrm>
            <a:off x="9072563" y="3153156"/>
            <a:ext cx="142761" cy="97231"/>
          </a:xfrm>
          <a:prstGeom prst="rect">
            <a:avLst/>
          </a:prstGeom>
          <a:solidFill>
            <a:srgbClr val="7CC4A1"/>
          </a:solidFill>
          <a:ln w="12700">
            <a:solidFill>
              <a:srgbClr val="7CC4A1"/>
            </a:solidFill>
            <a:prstDash val="solid"/>
          </a:ln>
        </p:spPr>
      </p:sp>
      <p:sp>
        <p:nvSpPr>
          <p:cNvPr id="387" name="Shape 385"/>
          <p:cNvSpPr/>
          <p:nvPr/>
        </p:nvSpPr>
        <p:spPr>
          <a:xfrm>
            <a:off x="1417320" y="3270504"/>
            <a:ext cx="142761" cy="97231"/>
          </a:xfrm>
          <a:prstGeom prst="rect">
            <a:avLst/>
          </a:prstGeom>
          <a:solidFill>
            <a:srgbClr val="7CC4A1"/>
          </a:solidFill>
          <a:ln w="12700">
            <a:solidFill>
              <a:srgbClr val="7CC4A1"/>
            </a:solidFill>
            <a:prstDash val="solid"/>
          </a:ln>
        </p:spPr>
      </p:sp>
      <p:sp>
        <p:nvSpPr>
          <p:cNvPr id="388" name="Shape 386"/>
          <p:cNvSpPr/>
          <p:nvPr/>
        </p:nvSpPr>
        <p:spPr>
          <a:xfrm>
            <a:off x="1580198" y="3270504"/>
            <a:ext cx="142761" cy="97231"/>
          </a:xfrm>
          <a:prstGeom prst="rect">
            <a:avLst/>
          </a:prstGeom>
          <a:solidFill>
            <a:srgbClr val="7CC4A1"/>
          </a:solidFill>
          <a:ln w="12700">
            <a:solidFill>
              <a:srgbClr val="7CC4A1"/>
            </a:solidFill>
            <a:prstDash val="solid"/>
          </a:ln>
        </p:spPr>
      </p:sp>
      <p:sp>
        <p:nvSpPr>
          <p:cNvPr id="389" name="Shape 387"/>
          <p:cNvSpPr/>
          <p:nvPr/>
        </p:nvSpPr>
        <p:spPr>
          <a:xfrm>
            <a:off x="1743075" y="3270504"/>
            <a:ext cx="142761" cy="97231"/>
          </a:xfrm>
          <a:prstGeom prst="rect">
            <a:avLst/>
          </a:prstGeom>
          <a:solidFill>
            <a:srgbClr val="E9EDEB"/>
          </a:solidFill>
          <a:ln w="12700">
            <a:solidFill>
              <a:srgbClr val="E9EDEB"/>
            </a:solidFill>
            <a:prstDash val="solid"/>
          </a:ln>
        </p:spPr>
      </p:sp>
      <p:sp>
        <p:nvSpPr>
          <p:cNvPr id="390" name="Shape 388"/>
          <p:cNvSpPr/>
          <p:nvPr/>
        </p:nvSpPr>
        <p:spPr>
          <a:xfrm>
            <a:off x="1905953" y="3270504"/>
            <a:ext cx="142761" cy="97231"/>
          </a:xfrm>
          <a:prstGeom prst="rect">
            <a:avLst/>
          </a:prstGeom>
          <a:solidFill>
            <a:srgbClr val="E9EDEB"/>
          </a:solidFill>
          <a:ln w="12700">
            <a:solidFill>
              <a:srgbClr val="E9EDEB"/>
            </a:solidFill>
            <a:prstDash val="solid"/>
          </a:ln>
        </p:spPr>
      </p:sp>
      <p:sp>
        <p:nvSpPr>
          <p:cNvPr id="391" name="Shape 389"/>
          <p:cNvSpPr/>
          <p:nvPr/>
        </p:nvSpPr>
        <p:spPr>
          <a:xfrm>
            <a:off x="2068830" y="3270504"/>
            <a:ext cx="142761" cy="97231"/>
          </a:xfrm>
          <a:prstGeom prst="rect">
            <a:avLst/>
          </a:prstGeom>
          <a:solidFill>
            <a:srgbClr val="7CC4A1"/>
          </a:solidFill>
          <a:ln w="12700">
            <a:solidFill>
              <a:srgbClr val="7CC4A1"/>
            </a:solidFill>
            <a:prstDash val="solid"/>
          </a:ln>
        </p:spPr>
      </p:sp>
      <p:sp>
        <p:nvSpPr>
          <p:cNvPr id="392" name="Shape 390"/>
          <p:cNvSpPr/>
          <p:nvPr/>
        </p:nvSpPr>
        <p:spPr>
          <a:xfrm>
            <a:off x="2231708" y="3270504"/>
            <a:ext cx="142761" cy="97231"/>
          </a:xfrm>
          <a:prstGeom prst="rect">
            <a:avLst/>
          </a:prstGeom>
          <a:solidFill>
            <a:srgbClr val="E9EDEB"/>
          </a:solidFill>
          <a:ln w="12700">
            <a:solidFill>
              <a:srgbClr val="E9EDEB"/>
            </a:solidFill>
            <a:prstDash val="solid"/>
          </a:ln>
        </p:spPr>
      </p:sp>
      <p:sp>
        <p:nvSpPr>
          <p:cNvPr id="393" name="Shape 391"/>
          <p:cNvSpPr/>
          <p:nvPr/>
        </p:nvSpPr>
        <p:spPr>
          <a:xfrm>
            <a:off x="2394585" y="3270504"/>
            <a:ext cx="142761" cy="97231"/>
          </a:xfrm>
          <a:prstGeom prst="rect">
            <a:avLst/>
          </a:prstGeom>
          <a:solidFill>
            <a:srgbClr val="E9EDEB"/>
          </a:solidFill>
          <a:ln w="12700">
            <a:solidFill>
              <a:srgbClr val="E9EDEB"/>
            </a:solidFill>
            <a:prstDash val="solid"/>
          </a:ln>
        </p:spPr>
      </p:sp>
      <p:sp>
        <p:nvSpPr>
          <p:cNvPr id="394" name="Shape 392"/>
          <p:cNvSpPr/>
          <p:nvPr/>
        </p:nvSpPr>
        <p:spPr>
          <a:xfrm>
            <a:off x="2557463" y="3270504"/>
            <a:ext cx="142761" cy="97231"/>
          </a:xfrm>
          <a:prstGeom prst="rect">
            <a:avLst/>
          </a:prstGeom>
          <a:solidFill>
            <a:srgbClr val="E9EDEB"/>
          </a:solidFill>
          <a:ln w="12700">
            <a:solidFill>
              <a:srgbClr val="E9EDEB"/>
            </a:solidFill>
            <a:prstDash val="solid"/>
          </a:ln>
        </p:spPr>
      </p:sp>
      <p:sp>
        <p:nvSpPr>
          <p:cNvPr id="395" name="Shape 393"/>
          <p:cNvSpPr/>
          <p:nvPr/>
        </p:nvSpPr>
        <p:spPr>
          <a:xfrm>
            <a:off x="2720340" y="3270504"/>
            <a:ext cx="142761" cy="97231"/>
          </a:xfrm>
          <a:prstGeom prst="rect">
            <a:avLst/>
          </a:prstGeom>
          <a:solidFill>
            <a:srgbClr val="E9EDEB"/>
          </a:solidFill>
          <a:ln w="12700">
            <a:solidFill>
              <a:srgbClr val="E9EDEB"/>
            </a:solidFill>
            <a:prstDash val="solid"/>
          </a:ln>
        </p:spPr>
      </p:sp>
      <p:sp>
        <p:nvSpPr>
          <p:cNvPr id="396" name="Shape 394"/>
          <p:cNvSpPr/>
          <p:nvPr/>
        </p:nvSpPr>
        <p:spPr>
          <a:xfrm>
            <a:off x="2883218" y="3270504"/>
            <a:ext cx="142761" cy="97231"/>
          </a:xfrm>
          <a:prstGeom prst="rect">
            <a:avLst/>
          </a:prstGeom>
          <a:solidFill>
            <a:srgbClr val="E9EDEB"/>
          </a:solidFill>
          <a:ln w="12700">
            <a:solidFill>
              <a:srgbClr val="E9EDEB"/>
            </a:solidFill>
            <a:prstDash val="solid"/>
          </a:ln>
        </p:spPr>
      </p:sp>
      <p:sp>
        <p:nvSpPr>
          <p:cNvPr id="397" name="Shape 395"/>
          <p:cNvSpPr/>
          <p:nvPr/>
        </p:nvSpPr>
        <p:spPr>
          <a:xfrm>
            <a:off x="3046095" y="3270504"/>
            <a:ext cx="142761" cy="97231"/>
          </a:xfrm>
          <a:prstGeom prst="rect">
            <a:avLst/>
          </a:prstGeom>
          <a:solidFill>
            <a:srgbClr val="E9EDEB"/>
          </a:solidFill>
          <a:ln w="12700">
            <a:solidFill>
              <a:srgbClr val="E9EDEB"/>
            </a:solidFill>
            <a:prstDash val="solid"/>
          </a:ln>
        </p:spPr>
      </p:sp>
      <p:sp>
        <p:nvSpPr>
          <p:cNvPr id="398" name="Shape 396"/>
          <p:cNvSpPr/>
          <p:nvPr/>
        </p:nvSpPr>
        <p:spPr>
          <a:xfrm>
            <a:off x="3208972" y="3270504"/>
            <a:ext cx="142761" cy="97231"/>
          </a:xfrm>
          <a:prstGeom prst="rect">
            <a:avLst/>
          </a:prstGeom>
          <a:solidFill>
            <a:srgbClr val="E9EDEB"/>
          </a:solidFill>
          <a:ln w="12700">
            <a:solidFill>
              <a:srgbClr val="E9EDEB"/>
            </a:solidFill>
            <a:prstDash val="solid"/>
          </a:ln>
        </p:spPr>
      </p:sp>
      <p:sp>
        <p:nvSpPr>
          <p:cNvPr id="399" name="Shape 397"/>
          <p:cNvSpPr/>
          <p:nvPr/>
        </p:nvSpPr>
        <p:spPr>
          <a:xfrm>
            <a:off x="3371850" y="3270504"/>
            <a:ext cx="142761" cy="97231"/>
          </a:xfrm>
          <a:prstGeom prst="rect">
            <a:avLst/>
          </a:prstGeom>
          <a:solidFill>
            <a:srgbClr val="E9EDEB"/>
          </a:solidFill>
          <a:ln w="12700">
            <a:solidFill>
              <a:srgbClr val="E9EDEB"/>
            </a:solidFill>
            <a:prstDash val="solid"/>
          </a:ln>
        </p:spPr>
      </p:sp>
      <p:sp>
        <p:nvSpPr>
          <p:cNvPr id="400" name="Shape 398"/>
          <p:cNvSpPr/>
          <p:nvPr/>
        </p:nvSpPr>
        <p:spPr>
          <a:xfrm>
            <a:off x="3534727" y="3270504"/>
            <a:ext cx="142761" cy="97231"/>
          </a:xfrm>
          <a:prstGeom prst="rect">
            <a:avLst/>
          </a:prstGeom>
          <a:solidFill>
            <a:srgbClr val="E9EDEB"/>
          </a:solidFill>
          <a:ln w="12700">
            <a:solidFill>
              <a:srgbClr val="E9EDEB"/>
            </a:solidFill>
            <a:prstDash val="solid"/>
          </a:ln>
        </p:spPr>
      </p:sp>
      <p:sp>
        <p:nvSpPr>
          <p:cNvPr id="401" name="Shape 399"/>
          <p:cNvSpPr/>
          <p:nvPr/>
        </p:nvSpPr>
        <p:spPr>
          <a:xfrm>
            <a:off x="3697605" y="3270504"/>
            <a:ext cx="142761" cy="97231"/>
          </a:xfrm>
          <a:prstGeom prst="rect">
            <a:avLst/>
          </a:prstGeom>
          <a:solidFill>
            <a:srgbClr val="E9EDEB"/>
          </a:solidFill>
          <a:ln w="12700">
            <a:solidFill>
              <a:srgbClr val="E9EDEB"/>
            </a:solidFill>
            <a:prstDash val="solid"/>
          </a:ln>
        </p:spPr>
      </p:sp>
      <p:sp>
        <p:nvSpPr>
          <p:cNvPr id="402" name="Shape 400"/>
          <p:cNvSpPr/>
          <p:nvPr/>
        </p:nvSpPr>
        <p:spPr>
          <a:xfrm>
            <a:off x="3860483" y="3270504"/>
            <a:ext cx="142761" cy="97231"/>
          </a:xfrm>
          <a:prstGeom prst="rect">
            <a:avLst/>
          </a:prstGeom>
          <a:solidFill>
            <a:srgbClr val="E9EDEB"/>
          </a:solidFill>
          <a:ln w="12700">
            <a:solidFill>
              <a:srgbClr val="E9EDEB"/>
            </a:solidFill>
            <a:prstDash val="solid"/>
          </a:ln>
        </p:spPr>
      </p:sp>
      <p:sp>
        <p:nvSpPr>
          <p:cNvPr id="403" name="Shape 401"/>
          <p:cNvSpPr/>
          <p:nvPr/>
        </p:nvSpPr>
        <p:spPr>
          <a:xfrm>
            <a:off x="4023360" y="3270504"/>
            <a:ext cx="142761" cy="97231"/>
          </a:xfrm>
          <a:prstGeom prst="rect">
            <a:avLst/>
          </a:prstGeom>
          <a:solidFill>
            <a:srgbClr val="E9EDEB"/>
          </a:solidFill>
          <a:ln w="12700">
            <a:solidFill>
              <a:srgbClr val="E9EDEB"/>
            </a:solidFill>
            <a:prstDash val="solid"/>
          </a:ln>
        </p:spPr>
      </p:sp>
      <p:sp>
        <p:nvSpPr>
          <p:cNvPr id="404" name="Shape 402"/>
          <p:cNvSpPr/>
          <p:nvPr/>
        </p:nvSpPr>
        <p:spPr>
          <a:xfrm>
            <a:off x="4186238" y="3270504"/>
            <a:ext cx="142761" cy="97231"/>
          </a:xfrm>
          <a:prstGeom prst="rect">
            <a:avLst/>
          </a:prstGeom>
          <a:solidFill>
            <a:srgbClr val="E9EDEB"/>
          </a:solidFill>
          <a:ln w="12700">
            <a:solidFill>
              <a:srgbClr val="E9EDEB"/>
            </a:solidFill>
            <a:prstDash val="solid"/>
          </a:ln>
        </p:spPr>
      </p:sp>
      <p:sp>
        <p:nvSpPr>
          <p:cNvPr id="405" name="Shape 403"/>
          <p:cNvSpPr/>
          <p:nvPr/>
        </p:nvSpPr>
        <p:spPr>
          <a:xfrm>
            <a:off x="4349115" y="3270504"/>
            <a:ext cx="142761" cy="97231"/>
          </a:xfrm>
          <a:prstGeom prst="rect">
            <a:avLst/>
          </a:prstGeom>
          <a:solidFill>
            <a:srgbClr val="E9EDEB"/>
          </a:solidFill>
          <a:ln w="12700">
            <a:solidFill>
              <a:srgbClr val="E9EDEB"/>
            </a:solidFill>
            <a:prstDash val="solid"/>
          </a:ln>
        </p:spPr>
      </p:sp>
      <p:sp>
        <p:nvSpPr>
          <p:cNvPr id="406" name="Shape 404"/>
          <p:cNvSpPr/>
          <p:nvPr/>
        </p:nvSpPr>
        <p:spPr>
          <a:xfrm>
            <a:off x="4511992" y="3270504"/>
            <a:ext cx="142761" cy="97231"/>
          </a:xfrm>
          <a:prstGeom prst="rect">
            <a:avLst/>
          </a:prstGeom>
          <a:solidFill>
            <a:srgbClr val="E9EDEB"/>
          </a:solidFill>
          <a:ln w="12700">
            <a:solidFill>
              <a:srgbClr val="E9EDEB"/>
            </a:solidFill>
            <a:prstDash val="solid"/>
          </a:ln>
        </p:spPr>
      </p:sp>
      <p:sp>
        <p:nvSpPr>
          <p:cNvPr id="407" name="Shape 405"/>
          <p:cNvSpPr/>
          <p:nvPr/>
        </p:nvSpPr>
        <p:spPr>
          <a:xfrm>
            <a:off x="4674870" y="3270504"/>
            <a:ext cx="142761" cy="97231"/>
          </a:xfrm>
          <a:prstGeom prst="rect">
            <a:avLst/>
          </a:prstGeom>
          <a:solidFill>
            <a:srgbClr val="E9EDEB"/>
          </a:solidFill>
          <a:ln w="12700">
            <a:solidFill>
              <a:srgbClr val="E9EDEB"/>
            </a:solidFill>
            <a:prstDash val="solid"/>
          </a:ln>
        </p:spPr>
      </p:sp>
      <p:sp>
        <p:nvSpPr>
          <p:cNvPr id="408" name="Shape 406"/>
          <p:cNvSpPr/>
          <p:nvPr/>
        </p:nvSpPr>
        <p:spPr>
          <a:xfrm>
            <a:off x="4837747" y="3270504"/>
            <a:ext cx="142761" cy="97231"/>
          </a:xfrm>
          <a:prstGeom prst="rect">
            <a:avLst/>
          </a:prstGeom>
          <a:solidFill>
            <a:srgbClr val="E9EDEB"/>
          </a:solidFill>
          <a:ln w="12700">
            <a:solidFill>
              <a:srgbClr val="E9EDEB"/>
            </a:solidFill>
            <a:prstDash val="solid"/>
          </a:ln>
        </p:spPr>
      </p:sp>
      <p:sp>
        <p:nvSpPr>
          <p:cNvPr id="409" name="Shape 407"/>
          <p:cNvSpPr/>
          <p:nvPr/>
        </p:nvSpPr>
        <p:spPr>
          <a:xfrm>
            <a:off x="5000625" y="3270504"/>
            <a:ext cx="142761" cy="97231"/>
          </a:xfrm>
          <a:prstGeom prst="rect">
            <a:avLst/>
          </a:prstGeom>
          <a:solidFill>
            <a:srgbClr val="E9EDEB"/>
          </a:solidFill>
          <a:ln w="12700">
            <a:solidFill>
              <a:srgbClr val="E9EDEB"/>
            </a:solidFill>
            <a:prstDash val="solid"/>
          </a:ln>
        </p:spPr>
      </p:sp>
      <p:sp>
        <p:nvSpPr>
          <p:cNvPr id="410" name="Shape 408"/>
          <p:cNvSpPr/>
          <p:nvPr/>
        </p:nvSpPr>
        <p:spPr>
          <a:xfrm>
            <a:off x="5163503" y="3270504"/>
            <a:ext cx="142761" cy="97231"/>
          </a:xfrm>
          <a:prstGeom prst="rect">
            <a:avLst/>
          </a:prstGeom>
          <a:solidFill>
            <a:srgbClr val="E9EDEB"/>
          </a:solidFill>
          <a:ln w="12700">
            <a:solidFill>
              <a:srgbClr val="E9EDEB"/>
            </a:solidFill>
            <a:prstDash val="solid"/>
          </a:ln>
        </p:spPr>
      </p:sp>
      <p:sp>
        <p:nvSpPr>
          <p:cNvPr id="411" name="Shape 409"/>
          <p:cNvSpPr/>
          <p:nvPr/>
        </p:nvSpPr>
        <p:spPr>
          <a:xfrm>
            <a:off x="5326380" y="3270504"/>
            <a:ext cx="142761" cy="97231"/>
          </a:xfrm>
          <a:prstGeom prst="rect">
            <a:avLst/>
          </a:prstGeom>
          <a:solidFill>
            <a:srgbClr val="E9EDEB"/>
          </a:solidFill>
          <a:ln w="12700">
            <a:solidFill>
              <a:srgbClr val="E9EDEB"/>
            </a:solidFill>
            <a:prstDash val="solid"/>
          </a:ln>
        </p:spPr>
      </p:sp>
      <p:sp>
        <p:nvSpPr>
          <p:cNvPr id="412" name="Shape 410"/>
          <p:cNvSpPr/>
          <p:nvPr/>
        </p:nvSpPr>
        <p:spPr>
          <a:xfrm>
            <a:off x="5489257" y="3270504"/>
            <a:ext cx="142761" cy="97231"/>
          </a:xfrm>
          <a:prstGeom prst="rect">
            <a:avLst/>
          </a:prstGeom>
          <a:solidFill>
            <a:srgbClr val="E9EDEB"/>
          </a:solidFill>
          <a:ln w="12700">
            <a:solidFill>
              <a:srgbClr val="E9EDEB"/>
            </a:solidFill>
            <a:prstDash val="solid"/>
          </a:ln>
        </p:spPr>
      </p:sp>
      <p:sp>
        <p:nvSpPr>
          <p:cNvPr id="413" name="Shape 411"/>
          <p:cNvSpPr/>
          <p:nvPr/>
        </p:nvSpPr>
        <p:spPr>
          <a:xfrm>
            <a:off x="5652135" y="3270504"/>
            <a:ext cx="142761" cy="97231"/>
          </a:xfrm>
          <a:prstGeom prst="rect">
            <a:avLst/>
          </a:prstGeom>
          <a:solidFill>
            <a:srgbClr val="E9EDEB"/>
          </a:solidFill>
          <a:ln w="12700">
            <a:solidFill>
              <a:srgbClr val="E9EDEB"/>
            </a:solidFill>
            <a:prstDash val="solid"/>
          </a:ln>
        </p:spPr>
      </p:sp>
      <p:sp>
        <p:nvSpPr>
          <p:cNvPr id="414" name="Shape 412"/>
          <p:cNvSpPr/>
          <p:nvPr/>
        </p:nvSpPr>
        <p:spPr>
          <a:xfrm>
            <a:off x="5815012" y="3270504"/>
            <a:ext cx="142761" cy="97231"/>
          </a:xfrm>
          <a:prstGeom prst="rect">
            <a:avLst/>
          </a:prstGeom>
          <a:solidFill>
            <a:srgbClr val="E9EDEB"/>
          </a:solidFill>
          <a:ln w="12700">
            <a:solidFill>
              <a:srgbClr val="E9EDEB"/>
            </a:solidFill>
            <a:prstDash val="solid"/>
          </a:ln>
        </p:spPr>
      </p:sp>
      <p:sp>
        <p:nvSpPr>
          <p:cNvPr id="415" name="Shape 413"/>
          <p:cNvSpPr/>
          <p:nvPr/>
        </p:nvSpPr>
        <p:spPr>
          <a:xfrm>
            <a:off x="5977890" y="3270504"/>
            <a:ext cx="142761" cy="97231"/>
          </a:xfrm>
          <a:prstGeom prst="rect">
            <a:avLst/>
          </a:prstGeom>
          <a:solidFill>
            <a:srgbClr val="E9EDEB"/>
          </a:solidFill>
          <a:ln w="12700">
            <a:solidFill>
              <a:srgbClr val="E9EDEB"/>
            </a:solidFill>
            <a:prstDash val="solid"/>
          </a:ln>
        </p:spPr>
      </p:sp>
      <p:sp>
        <p:nvSpPr>
          <p:cNvPr id="416" name="Shape 414"/>
          <p:cNvSpPr/>
          <p:nvPr/>
        </p:nvSpPr>
        <p:spPr>
          <a:xfrm>
            <a:off x="6140767" y="3270504"/>
            <a:ext cx="142761" cy="97231"/>
          </a:xfrm>
          <a:prstGeom prst="rect">
            <a:avLst/>
          </a:prstGeom>
          <a:solidFill>
            <a:srgbClr val="E9EDEB"/>
          </a:solidFill>
          <a:ln w="12700">
            <a:solidFill>
              <a:srgbClr val="E9EDEB"/>
            </a:solidFill>
            <a:prstDash val="solid"/>
          </a:ln>
        </p:spPr>
      </p:sp>
      <p:sp>
        <p:nvSpPr>
          <p:cNvPr id="417" name="Shape 415"/>
          <p:cNvSpPr/>
          <p:nvPr/>
        </p:nvSpPr>
        <p:spPr>
          <a:xfrm>
            <a:off x="6303645" y="3270504"/>
            <a:ext cx="142761" cy="97231"/>
          </a:xfrm>
          <a:prstGeom prst="rect">
            <a:avLst/>
          </a:prstGeom>
          <a:solidFill>
            <a:srgbClr val="E9EDEB"/>
          </a:solidFill>
          <a:ln w="12700">
            <a:solidFill>
              <a:srgbClr val="E9EDEB"/>
            </a:solidFill>
            <a:prstDash val="solid"/>
          </a:ln>
        </p:spPr>
      </p:sp>
      <p:sp>
        <p:nvSpPr>
          <p:cNvPr id="418" name="Shape 416"/>
          <p:cNvSpPr/>
          <p:nvPr/>
        </p:nvSpPr>
        <p:spPr>
          <a:xfrm>
            <a:off x="6466522" y="3270504"/>
            <a:ext cx="142761" cy="97231"/>
          </a:xfrm>
          <a:prstGeom prst="rect">
            <a:avLst/>
          </a:prstGeom>
          <a:solidFill>
            <a:srgbClr val="E9EDEB"/>
          </a:solidFill>
          <a:ln w="12700">
            <a:solidFill>
              <a:srgbClr val="E9EDEB"/>
            </a:solidFill>
            <a:prstDash val="solid"/>
          </a:ln>
        </p:spPr>
      </p:sp>
      <p:sp>
        <p:nvSpPr>
          <p:cNvPr id="419" name="Shape 417"/>
          <p:cNvSpPr/>
          <p:nvPr/>
        </p:nvSpPr>
        <p:spPr>
          <a:xfrm>
            <a:off x="6629400" y="3270504"/>
            <a:ext cx="142761" cy="97231"/>
          </a:xfrm>
          <a:prstGeom prst="rect">
            <a:avLst/>
          </a:prstGeom>
          <a:solidFill>
            <a:srgbClr val="E9EDEB"/>
          </a:solidFill>
          <a:ln w="12700">
            <a:solidFill>
              <a:srgbClr val="E9EDEB"/>
            </a:solidFill>
            <a:prstDash val="solid"/>
          </a:ln>
        </p:spPr>
      </p:sp>
      <p:sp>
        <p:nvSpPr>
          <p:cNvPr id="420" name="Shape 418"/>
          <p:cNvSpPr/>
          <p:nvPr/>
        </p:nvSpPr>
        <p:spPr>
          <a:xfrm>
            <a:off x="6792277" y="3270504"/>
            <a:ext cx="142761" cy="97231"/>
          </a:xfrm>
          <a:prstGeom prst="rect">
            <a:avLst/>
          </a:prstGeom>
          <a:solidFill>
            <a:srgbClr val="E9EDEB"/>
          </a:solidFill>
          <a:ln w="12700">
            <a:solidFill>
              <a:srgbClr val="E9EDEB"/>
            </a:solidFill>
            <a:prstDash val="solid"/>
          </a:ln>
        </p:spPr>
      </p:sp>
      <p:sp>
        <p:nvSpPr>
          <p:cNvPr id="421" name="Shape 419"/>
          <p:cNvSpPr/>
          <p:nvPr/>
        </p:nvSpPr>
        <p:spPr>
          <a:xfrm>
            <a:off x="6955155" y="3270504"/>
            <a:ext cx="142761" cy="97231"/>
          </a:xfrm>
          <a:prstGeom prst="rect">
            <a:avLst/>
          </a:prstGeom>
          <a:solidFill>
            <a:srgbClr val="E9EDEB"/>
          </a:solidFill>
          <a:ln w="12700">
            <a:solidFill>
              <a:srgbClr val="E9EDEB"/>
            </a:solidFill>
            <a:prstDash val="solid"/>
          </a:ln>
        </p:spPr>
      </p:sp>
      <p:sp>
        <p:nvSpPr>
          <p:cNvPr id="422" name="Shape 420"/>
          <p:cNvSpPr/>
          <p:nvPr/>
        </p:nvSpPr>
        <p:spPr>
          <a:xfrm>
            <a:off x="7118032" y="3270504"/>
            <a:ext cx="142761" cy="97231"/>
          </a:xfrm>
          <a:prstGeom prst="rect">
            <a:avLst/>
          </a:prstGeom>
          <a:solidFill>
            <a:srgbClr val="E9EDEB"/>
          </a:solidFill>
          <a:ln w="12700">
            <a:solidFill>
              <a:srgbClr val="E9EDEB"/>
            </a:solidFill>
            <a:prstDash val="solid"/>
          </a:ln>
        </p:spPr>
      </p:sp>
      <p:sp>
        <p:nvSpPr>
          <p:cNvPr id="423" name="Shape 421"/>
          <p:cNvSpPr/>
          <p:nvPr/>
        </p:nvSpPr>
        <p:spPr>
          <a:xfrm>
            <a:off x="7280910" y="3270504"/>
            <a:ext cx="142761" cy="97231"/>
          </a:xfrm>
          <a:prstGeom prst="rect">
            <a:avLst/>
          </a:prstGeom>
          <a:solidFill>
            <a:srgbClr val="E9EDEB"/>
          </a:solidFill>
          <a:ln w="12700">
            <a:solidFill>
              <a:srgbClr val="E9EDEB"/>
            </a:solidFill>
            <a:prstDash val="solid"/>
          </a:ln>
        </p:spPr>
      </p:sp>
      <p:sp>
        <p:nvSpPr>
          <p:cNvPr id="424" name="Shape 422"/>
          <p:cNvSpPr/>
          <p:nvPr/>
        </p:nvSpPr>
        <p:spPr>
          <a:xfrm>
            <a:off x="7443788" y="3270504"/>
            <a:ext cx="142761" cy="97231"/>
          </a:xfrm>
          <a:prstGeom prst="rect">
            <a:avLst/>
          </a:prstGeom>
          <a:solidFill>
            <a:srgbClr val="E9EDEB"/>
          </a:solidFill>
          <a:ln w="12700">
            <a:solidFill>
              <a:srgbClr val="E9EDEB"/>
            </a:solidFill>
            <a:prstDash val="solid"/>
          </a:ln>
        </p:spPr>
      </p:sp>
      <p:sp>
        <p:nvSpPr>
          <p:cNvPr id="425" name="Shape 423"/>
          <p:cNvSpPr/>
          <p:nvPr/>
        </p:nvSpPr>
        <p:spPr>
          <a:xfrm>
            <a:off x="7606665" y="3270504"/>
            <a:ext cx="142761" cy="97231"/>
          </a:xfrm>
          <a:prstGeom prst="rect">
            <a:avLst/>
          </a:prstGeom>
          <a:solidFill>
            <a:srgbClr val="4FAA82"/>
          </a:solidFill>
          <a:ln w="12700">
            <a:solidFill>
              <a:srgbClr val="4FAA82"/>
            </a:solidFill>
            <a:prstDash val="solid"/>
          </a:ln>
        </p:spPr>
      </p:sp>
      <p:sp>
        <p:nvSpPr>
          <p:cNvPr id="426" name="Shape 424"/>
          <p:cNvSpPr/>
          <p:nvPr/>
        </p:nvSpPr>
        <p:spPr>
          <a:xfrm>
            <a:off x="7769542" y="3270504"/>
            <a:ext cx="142761" cy="97231"/>
          </a:xfrm>
          <a:prstGeom prst="rect">
            <a:avLst/>
          </a:prstGeom>
          <a:solidFill>
            <a:srgbClr val="4FAA82"/>
          </a:solidFill>
          <a:ln w="12700">
            <a:solidFill>
              <a:srgbClr val="4FAA82"/>
            </a:solidFill>
            <a:prstDash val="solid"/>
          </a:ln>
        </p:spPr>
      </p:sp>
      <p:sp>
        <p:nvSpPr>
          <p:cNvPr id="427" name="Shape 425"/>
          <p:cNvSpPr/>
          <p:nvPr/>
        </p:nvSpPr>
        <p:spPr>
          <a:xfrm>
            <a:off x="7932420" y="3270504"/>
            <a:ext cx="142761" cy="97231"/>
          </a:xfrm>
          <a:prstGeom prst="rect">
            <a:avLst/>
          </a:prstGeom>
          <a:solidFill>
            <a:srgbClr val="268C64"/>
          </a:solidFill>
          <a:ln w="12700">
            <a:solidFill>
              <a:srgbClr val="268C64"/>
            </a:solidFill>
            <a:prstDash val="solid"/>
          </a:ln>
        </p:spPr>
      </p:sp>
      <p:sp>
        <p:nvSpPr>
          <p:cNvPr id="428" name="Shape 426"/>
          <p:cNvSpPr/>
          <p:nvPr/>
        </p:nvSpPr>
        <p:spPr>
          <a:xfrm>
            <a:off x="8095297" y="3270504"/>
            <a:ext cx="142761" cy="97231"/>
          </a:xfrm>
          <a:prstGeom prst="rect">
            <a:avLst/>
          </a:prstGeom>
          <a:solidFill>
            <a:srgbClr val="268C64"/>
          </a:solidFill>
          <a:ln w="12700">
            <a:solidFill>
              <a:srgbClr val="268C64"/>
            </a:solidFill>
            <a:prstDash val="solid"/>
          </a:ln>
        </p:spPr>
      </p:sp>
      <p:sp>
        <p:nvSpPr>
          <p:cNvPr id="429" name="Shape 427"/>
          <p:cNvSpPr/>
          <p:nvPr/>
        </p:nvSpPr>
        <p:spPr>
          <a:xfrm>
            <a:off x="8258175" y="3270504"/>
            <a:ext cx="142761" cy="97231"/>
          </a:xfrm>
          <a:prstGeom prst="rect">
            <a:avLst/>
          </a:prstGeom>
          <a:solidFill>
            <a:srgbClr val="268C64"/>
          </a:solidFill>
          <a:ln w="12700">
            <a:solidFill>
              <a:srgbClr val="268C64"/>
            </a:solidFill>
            <a:prstDash val="solid"/>
          </a:ln>
        </p:spPr>
      </p:sp>
      <p:sp>
        <p:nvSpPr>
          <p:cNvPr id="430" name="Shape 428"/>
          <p:cNvSpPr/>
          <p:nvPr/>
        </p:nvSpPr>
        <p:spPr>
          <a:xfrm>
            <a:off x="8421053" y="3270504"/>
            <a:ext cx="142761" cy="97231"/>
          </a:xfrm>
          <a:prstGeom prst="rect">
            <a:avLst/>
          </a:prstGeom>
          <a:solidFill>
            <a:srgbClr val="10704D"/>
          </a:solidFill>
          <a:ln w="12700">
            <a:solidFill>
              <a:srgbClr val="10704D"/>
            </a:solidFill>
            <a:prstDash val="solid"/>
          </a:ln>
        </p:spPr>
      </p:sp>
      <p:sp>
        <p:nvSpPr>
          <p:cNvPr id="431" name="Shape 429"/>
          <p:cNvSpPr/>
          <p:nvPr/>
        </p:nvSpPr>
        <p:spPr>
          <a:xfrm>
            <a:off x="8583930" y="3270504"/>
            <a:ext cx="142761" cy="97231"/>
          </a:xfrm>
          <a:prstGeom prst="rect">
            <a:avLst/>
          </a:prstGeom>
          <a:solidFill>
            <a:srgbClr val="075236"/>
          </a:solidFill>
          <a:ln w="12700">
            <a:solidFill>
              <a:srgbClr val="075236"/>
            </a:solidFill>
            <a:prstDash val="solid"/>
          </a:ln>
        </p:spPr>
      </p:sp>
      <p:sp>
        <p:nvSpPr>
          <p:cNvPr id="432" name="Shape 430"/>
          <p:cNvSpPr/>
          <p:nvPr/>
        </p:nvSpPr>
        <p:spPr>
          <a:xfrm>
            <a:off x="8746807" y="3270504"/>
            <a:ext cx="142761" cy="97231"/>
          </a:xfrm>
          <a:prstGeom prst="rect">
            <a:avLst/>
          </a:prstGeom>
          <a:solidFill>
            <a:srgbClr val="075236"/>
          </a:solidFill>
          <a:ln w="12700">
            <a:solidFill>
              <a:srgbClr val="075236"/>
            </a:solidFill>
            <a:prstDash val="solid"/>
          </a:ln>
        </p:spPr>
      </p:sp>
      <p:sp>
        <p:nvSpPr>
          <p:cNvPr id="433" name="Shape 431"/>
          <p:cNvSpPr/>
          <p:nvPr/>
        </p:nvSpPr>
        <p:spPr>
          <a:xfrm>
            <a:off x="8909685" y="3270504"/>
            <a:ext cx="142761" cy="97231"/>
          </a:xfrm>
          <a:prstGeom prst="rect">
            <a:avLst/>
          </a:prstGeom>
          <a:solidFill>
            <a:srgbClr val="075236"/>
          </a:solidFill>
          <a:ln w="12700">
            <a:solidFill>
              <a:srgbClr val="075236"/>
            </a:solidFill>
            <a:prstDash val="solid"/>
          </a:ln>
        </p:spPr>
      </p:sp>
      <p:sp>
        <p:nvSpPr>
          <p:cNvPr id="434" name="Shape 432"/>
          <p:cNvSpPr/>
          <p:nvPr/>
        </p:nvSpPr>
        <p:spPr>
          <a:xfrm>
            <a:off x="9072563" y="3270504"/>
            <a:ext cx="142761" cy="97231"/>
          </a:xfrm>
          <a:prstGeom prst="rect">
            <a:avLst/>
          </a:prstGeom>
          <a:solidFill>
            <a:srgbClr val="075236"/>
          </a:solidFill>
          <a:ln w="12700">
            <a:solidFill>
              <a:srgbClr val="075236"/>
            </a:solidFill>
            <a:prstDash val="solid"/>
          </a:ln>
        </p:spPr>
      </p:sp>
      <p:sp>
        <p:nvSpPr>
          <p:cNvPr id="435" name="Shape 433"/>
          <p:cNvSpPr/>
          <p:nvPr/>
        </p:nvSpPr>
        <p:spPr>
          <a:xfrm>
            <a:off x="1417320" y="3387852"/>
            <a:ext cx="142761" cy="97231"/>
          </a:xfrm>
          <a:prstGeom prst="rect">
            <a:avLst/>
          </a:prstGeom>
          <a:solidFill>
            <a:srgbClr val="075236"/>
          </a:solidFill>
          <a:ln w="12700">
            <a:solidFill>
              <a:srgbClr val="075236"/>
            </a:solidFill>
            <a:prstDash val="solid"/>
          </a:ln>
        </p:spPr>
      </p:sp>
      <p:sp>
        <p:nvSpPr>
          <p:cNvPr id="436" name="Shape 434"/>
          <p:cNvSpPr/>
          <p:nvPr/>
        </p:nvSpPr>
        <p:spPr>
          <a:xfrm>
            <a:off x="1580198" y="3387852"/>
            <a:ext cx="142761" cy="97231"/>
          </a:xfrm>
          <a:prstGeom prst="rect">
            <a:avLst/>
          </a:prstGeom>
          <a:solidFill>
            <a:srgbClr val="075236"/>
          </a:solidFill>
          <a:ln w="12700">
            <a:solidFill>
              <a:srgbClr val="075236"/>
            </a:solidFill>
            <a:prstDash val="solid"/>
          </a:ln>
        </p:spPr>
      </p:sp>
      <p:sp>
        <p:nvSpPr>
          <p:cNvPr id="437" name="Shape 435"/>
          <p:cNvSpPr/>
          <p:nvPr/>
        </p:nvSpPr>
        <p:spPr>
          <a:xfrm>
            <a:off x="1743075" y="3387852"/>
            <a:ext cx="142761" cy="97231"/>
          </a:xfrm>
          <a:prstGeom prst="rect">
            <a:avLst/>
          </a:prstGeom>
          <a:solidFill>
            <a:srgbClr val="075236"/>
          </a:solidFill>
          <a:ln w="12700">
            <a:solidFill>
              <a:srgbClr val="075236"/>
            </a:solidFill>
            <a:prstDash val="solid"/>
          </a:ln>
        </p:spPr>
      </p:sp>
      <p:sp>
        <p:nvSpPr>
          <p:cNvPr id="438" name="Shape 436"/>
          <p:cNvSpPr/>
          <p:nvPr/>
        </p:nvSpPr>
        <p:spPr>
          <a:xfrm>
            <a:off x="1905953" y="3387852"/>
            <a:ext cx="142761" cy="97231"/>
          </a:xfrm>
          <a:prstGeom prst="rect">
            <a:avLst/>
          </a:prstGeom>
          <a:solidFill>
            <a:srgbClr val="075236"/>
          </a:solidFill>
          <a:ln w="12700">
            <a:solidFill>
              <a:srgbClr val="075236"/>
            </a:solidFill>
            <a:prstDash val="solid"/>
          </a:ln>
        </p:spPr>
      </p:sp>
      <p:sp>
        <p:nvSpPr>
          <p:cNvPr id="439" name="Shape 437"/>
          <p:cNvSpPr/>
          <p:nvPr/>
        </p:nvSpPr>
        <p:spPr>
          <a:xfrm>
            <a:off x="2068830" y="3387852"/>
            <a:ext cx="142761" cy="97231"/>
          </a:xfrm>
          <a:prstGeom prst="rect">
            <a:avLst/>
          </a:prstGeom>
          <a:solidFill>
            <a:srgbClr val="075236"/>
          </a:solidFill>
          <a:ln w="12700">
            <a:solidFill>
              <a:srgbClr val="075236"/>
            </a:solidFill>
            <a:prstDash val="solid"/>
          </a:ln>
        </p:spPr>
      </p:sp>
      <p:sp>
        <p:nvSpPr>
          <p:cNvPr id="440" name="Shape 438"/>
          <p:cNvSpPr/>
          <p:nvPr/>
        </p:nvSpPr>
        <p:spPr>
          <a:xfrm>
            <a:off x="2231708" y="3387852"/>
            <a:ext cx="142761" cy="97231"/>
          </a:xfrm>
          <a:prstGeom prst="rect">
            <a:avLst/>
          </a:prstGeom>
          <a:solidFill>
            <a:srgbClr val="075236"/>
          </a:solidFill>
          <a:ln w="12700">
            <a:solidFill>
              <a:srgbClr val="075236"/>
            </a:solidFill>
            <a:prstDash val="solid"/>
          </a:ln>
        </p:spPr>
      </p:sp>
      <p:sp>
        <p:nvSpPr>
          <p:cNvPr id="441" name="Shape 439"/>
          <p:cNvSpPr/>
          <p:nvPr/>
        </p:nvSpPr>
        <p:spPr>
          <a:xfrm>
            <a:off x="2394585" y="3387852"/>
            <a:ext cx="142761" cy="97231"/>
          </a:xfrm>
          <a:prstGeom prst="rect">
            <a:avLst/>
          </a:prstGeom>
          <a:solidFill>
            <a:srgbClr val="075236"/>
          </a:solidFill>
          <a:ln w="12700">
            <a:solidFill>
              <a:srgbClr val="075236"/>
            </a:solidFill>
            <a:prstDash val="solid"/>
          </a:ln>
        </p:spPr>
      </p:sp>
      <p:sp>
        <p:nvSpPr>
          <p:cNvPr id="442" name="Shape 440"/>
          <p:cNvSpPr/>
          <p:nvPr/>
        </p:nvSpPr>
        <p:spPr>
          <a:xfrm>
            <a:off x="2557463" y="3387852"/>
            <a:ext cx="142761" cy="97231"/>
          </a:xfrm>
          <a:prstGeom prst="rect">
            <a:avLst/>
          </a:prstGeom>
          <a:solidFill>
            <a:srgbClr val="075236"/>
          </a:solidFill>
          <a:ln w="12700">
            <a:solidFill>
              <a:srgbClr val="075236"/>
            </a:solidFill>
            <a:prstDash val="solid"/>
          </a:ln>
        </p:spPr>
      </p:sp>
      <p:sp>
        <p:nvSpPr>
          <p:cNvPr id="443" name="Shape 441"/>
          <p:cNvSpPr/>
          <p:nvPr/>
        </p:nvSpPr>
        <p:spPr>
          <a:xfrm>
            <a:off x="2720340" y="3387852"/>
            <a:ext cx="142761" cy="97231"/>
          </a:xfrm>
          <a:prstGeom prst="rect">
            <a:avLst/>
          </a:prstGeom>
          <a:solidFill>
            <a:srgbClr val="075236"/>
          </a:solidFill>
          <a:ln w="12700">
            <a:solidFill>
              <a:srgbClr val="075236"/>
            </a:solidFill>
            <a:prstDash val="solid"/>
          </a:ln>
        </p:spPr>
      </p:sp>
      <p:sp>
        <p:nvSpPr>
          <p:cNvPr id="444" name="Shape 442"/>
          <p:cNvSpPr/>
          <p:nvPr/>
        </p:nvSpPr>
        <p:spPr>
          <a:xfrm>
            <a:off x="2883218" y="3387852"/>
            <a:ext cx="142761" cy="97231"/>
          </a:xfrm>
          <a:prstGeom prst="rect">
            <a:avLst/>
          </a:prstGeom>
          <a:solidFill>
            <a:srgbClr val="075236"/>
          </a:solidFill>
          <a:ln w="12700">
            <a:solidFill>
              <a:srgbClr val="075236"/>
            </a:solidFill>
            <a:prstDash val="solid"/>
          </a:ln>
        </p:spPr>
      </p:sp>
      <p:sp>
        <p:nvSpPr>
          <p:cNvPr id="445" name="Shape 443"/>
          <p:cNvSpPr/>
          <p:nvPr/>
        </p:nvSpPr>
        <p:spPr>
          <a:xfrm>
            <a:off x="3046095" y="3387852"/>
            <a:ext cx="142761" cy="97231"/>
          </a:xfrm>
          <a:prstGeom prst="rect">
            <a:avLst/>
          </a:prstGeom>
          <a:solidFill>
            <a:srgbClr val="075236"/>
          </a:solidFill>
          <a:ln w="12700">
            <a:solidFill>
              <a:srgbClr val="075236"/>
            </a:solidFill>
            <a:prstDash val="solid"/>
          </a:ln>
        </p:spPr>
      </p:sp>
      <p:sp>
        <p:nvSpPr>
          <p:cNvPr id="446" name="Shape 444"/>
          <p:cNvSpPr/>
          <p:nvPr/>
        </p:nvSpPr>
        <p:spPr>
          <a:xfrm>
            <a:off x="3208972" y="3387852"/>
            <a:ext cx="142761" cy="97231"/>
          </a:xfrm>
          <a:prstGeom prst="rect">
            <a:avLst/>
          </a:prstGeom>
          <a:solidFill>
            <a:srgbClr val="075236"/>
          </a:solidFill>
          <a:ln w="12700">
            <a:solidFill>
              <a:srgbClr val="075236"/>
            </a:solidFill>
            <a:prstDash val="solid"/>
          </a:ln>
        </p:spPr>
      </p:sp>
      <p:sp>
        <p:nvSpPr>
          <p:cNvPr id="447" name="Shape 445"/>
          <p:cNvSpPr/>
          <p:nvPr/>
        </p:nvSpPr>
        <p:spPr>
          <a:xfrm>
            <a:off x="3371850" y="3387852"/>
            <a:ext cx="142761" cy="97231"/>
          </a:xfrm>
          <a:prstGeom prst="rect">
            <a:avLst/>
          </a:prstGeom>
          <a:solidFill>
            <a:srgbClr val="075236"/>
          </a:solidFill>
          <a:ln w="12700">
            <a:solidFill>
              <a:srgbClr val="075236"/>
            </a:solidFill>
            <a:prstDash val="solid"/>
          </a:ln>
        </p:spPr>
      </p:sp>
      <p:sp>
        <p:nvSpPr>
          <p:cNvPr id="448" name="Shape 446"/>
          <p:cNvSpPr/>
          <p:nvPr/>
        </p:nvSpPr>
        <p:spPr>
          <a:xfrm>
            <a:off x="3534727" y="3387852"/>
            <a:ext cx="142761" cy="97231"/>
          </a:xfrm>
          <a:prstGeom prst="rect">
            <a:avLst/>
          </a:prstGeom>
          <a:solidFill>
            <a:srgbClr val="075236"/>
          </a:solidFill>
          <a:ln w="12700">
            <a:solidFill>
              <a:srgbClr val="075236"/>
            </a:solidFill>
            <a:prstDash val="solid"/>
          </a:ln>
        </p:spPr>
      </p:sp>
      <p:sp>
        <p:nvSpPr>
          <p:cNvPr id="449" name="Shape 447"/>
          <p:cNvSpPr/>
          <p:nvPr/>
        </p:nvSpPr>
        <p:spPr>
          <a:xfrm>
            <a:off x="3697605" y="3387852"/>
            <a:ext cx="142761" cy="97231"/>
          </a:xfrm>
          <a:prstGeom prst="rect">
            <a:avLst/>
          </a:prstGeom>
          <a:solidFill>
            <a:srgbClr val="075236"/>
          </a:solidFill>
          <a:ln w="12700">
            <a:solidFill>
              <a:srgbClr val="075236"/>
            </a:solidFill>
            <a:prstDash val="solid"/>
          </a:ln>
        </p:spPr>
      </p:sp>
      <p:sp>
        <p:nvSpPr>
          <p:cNvPr id="450" name="Shape 448"/>
          <p:cNvSpPr/>
          <p:nvPr/>
        </p:nvSpPr>
        <p:spPr>
          <a:xfrm>
            <a:off x="3860483" y="3387852"/>
            <a:ext cx="142761" cy="97231"/>
          </a:xfrm>
          <a:prstGeom prst="rect">
            <a:avLst/>
          </a:prstGeom>
          <a:solidFill>
            <a:srgbClr val="075236"/>
          </a:solidFill>
          <a:ln w="12700">
            <a:solidFill>
              <a:srgbClr val="075236"/>
            </a:solidFill>
            <a:prstDash val="solid"/>
          </a:ln>
        </p:spPr>
      </p:sp>
      <p:sp>
        <p:nvSpPr>
          <p:cNvPr id="451" name="Shape 449"/>
          <p:cNvSpPr/>
          <p:nvPr/>
        </p:nvSpPr>
        <p:spPr>
          <a:xfrm>
            <a:off x="4023360" y="3387852"/>
            <a:ext cx="142761" cy="97231"/>
          </a:xfrm>
          <a:prstGeom prst="rect">
            <a:avLst/>
          </a:prstGeom>
          <a:solidFill>
            <a:srgbClr val="075236"/>
          </a:solidFill>
          <a:ln w="12700">
            <a:solidFill>
              <a:srgbClr val="075236"/>
            </a:solidFill>
            <a:prstDash val="solid"/>
          </a:ln>
        </p:spPr>
      </p:sp>
      <p:sp>
        <p:nvSpPr>
          <p:cNvPr id="452" name="Shape 450"/>
          <p:cNvSpPr/>
          <p:nvPr/>
        </p:nvSpPr>
        <p:spPr>
          <a:xfrm>
            <a:off x="4186238" y="3387852"/>
            <a:ext cx="142761" cy="97231"/>
          </a:xfrm>
          <a:prstGeom prst="rect">
            <a:avLst/>
          </a:prstGeom>
          <a:solidFill>
            <a:srgbClr val="075236"/>
          </a:solidFill>
          <a:ln w="12700">
            <a:solidFill>
              <a:srgbClr val="075236"/>
            </a:solidFill>
            <a:prstDash val="solid"/>
          </a:ln>
        </p:spPr>
      </p:sp>
      <p:sp>
        <p:nvSpPr>
          <p:cNvPr id="453" name="Shape 451"/>
          <p:cNvSpPr/>
          <p:nvPr/>
        </p:nvSpPr>
        <p:spPr>
          <a:xfrm>
            <a:off x="4349115" y="3387852"/>
            <a:ext cx="142761" cy="97231"/>
          </a:xfrm>
          <a:prstGeom prst="rect">
            <a:avLst/>
          </a:prstGeom>
          <a:solidFill>
            <a:srgbClr val="075236"/>
          </a:solidFill>
          <a:ln w="12700">
            <a:solidFill>
              <a:srgbClr val="075236"/>
            </a:solidFill>
            <a:prstDash val="solid"/>
          </a:ln>
        </p:spPr>
      </p:sp>
      <p:sp>
        <p:nvSpPr>
          <p:cNvPr id="454" name="Shape 452"/>
          <p:cNvSpPr/>
          <p:nvPr/>
        </p:nvSpPr>
        <p:spPr>
          <a:xfrm>
            <a:off x="4511992" y="3387852"/>
            <a:ext cx="142761" cy="97231"/>
          </a:xfrm>
          <a:prstGeom prst="rect">
            <a:avLst/>
          </a:prstGeom>
          <a:solidFill>
            <a:srgbClr val="10704D"/>
          </a:solidFill>
          <a:ln w="12700">
            <a:solidFill>
              <a:srgbClr val="10704D"/>
            </a:solidFill>
            <a:prstDash val="solid"/>
          </a:ln>
        </p:spPr>
      </p:sp>
      <p:sp>
        <p:nvSpPr>
          <p:cNvPr id="455" name="Shape 453"/>
          <p:cNvSpPr/>
          <p:nvPr/>
        </p:nvSpPr>
        <p:spPr>
          <a:xfrm>
            <a:off x="4674870" y="3387852"/>
            <a:ext cx="142761" cy="97231"/>
          </a:xfrm>
          <a:prstGeom prst="rect">
            <a:avLst/>
          </a:prstGeom>
          <a:solidFill>
            <a:srgbClr val="268C64"/>
          </a:solidFill>
          <a:ln w="12700">
            <a:solidFill>
              <a:srgbClr val="268C64"/>
            </a:solidFill>
            <a:prstDash val="solid"/>
          </a:ln>
        </p:spPr>
      </p:sp>
      <p:sp>
        <p:nvSpPr>
          <p:cNvPr id="456" name="Shape 454"/>
          <p:cNvSpPr/>
          <p:nvPr/>
        </p:nvSpPr>
        <p:spPr>
          <a:xfrm>
            <a:off x="4837747" y="3387852"/>
            <a:ext cx="142761" cy="97231"/>
          </a:xfrm>
          <a:prstGeom prst="rect">
            <a:avLst/>
          </a:prstGeom>
          <a:solidFill>
            <a:srgbClr val="268C64"/>
          </a:solidFill>
          <a:ln w="12700">
            <a:solidFill>
              <a:srgbClr val="268C64"/>
            </a:solidFill>
            <a:prstDash val="solid"/>
          </a:ln>
        </p:spPr>
      </p:sp>
      <p:sp>
        <p:nvSpPr>
          <p:cNvPr id="457" name="Shape 455"/>
          <p:cNvSpPr/>
          <p:nvPr/>
        </p:nvSpPr>
        <p:spPr>
          <a:xfrm>
            <a:off x="5000625" y="3387852"/>
            <a:ext cx="142761" cy="97231"/>
          </a:xfrm>
          <a:prstGeom prst="rect">
            <a:avLst/>
          </a:prstGeom>
          <a:solidFill>
            <a:srgbClr val="10704D"/>
          </a:solidFill>
          <a:ln w="12700">
            <a:solidFill>
              <a:srgbClr val="10704D"/>
            </a:solidFill>
            <a:prstDash val="solid"/>
          </a:ln>
        </p:spPr>
      </p:sp>
      <p:sp>
        <p:nvSpPr>
          <p:cNvPr id="458" name="Shape 456"/>
          <p:cNvSpPr/>
          <p:nvPr/>
        </p:nvSpPr>
        <p:spPr>
          <a:xfrm>
            <a:off x="5163503" y="3387852"/>
            <a:ext cx="142761" cy="97231"/>
          </a:xfrm>
          <a:prstGeom prst="rect">
            <a:avLst/>
          </a:prstGeom>
          <a:solidFill>
            <a:srgbClr val="075236"/>
          </a:solidFill>
          <a:ln w="12700">
            <a:solidFill>
              <a:srgbClr val="075236"/>
            </a:solidFill>
            <a:prstDash val="solid"/>
          </a:ln>
        </p:spPr>
      </p:sp>
      <p:sp>
        <p:nvSpPr>
          <p:cNvPr id="459" name="Shape 457"/>
          <p:cNvSpPr/>
          <p:nvPr/>
        </p:nvSpPr>
        <p:spPr>
          <a:xfrm>
            <a:off x="5326380" y="3387852"/>
            <a:ext cx="142761" cy="97231"/>
          </a:xfrm>
          <a:prstGeom prst="rect">
            <a:avLst/>
          </a:prstGeom>
          <a:solidFill>
            <a:srgbClr val="10704D"/>
          </a:solidFill>
          <a:ln w="12700">
            <a:solidFill>
              <a:srgbClr val="10704D"/>
            </a:solidFill>
            <a:prstDash val="solid"/>
          </a:ln>
        </p:spPr>
      </p:sp>
      <p:sp>
        <p:nvSpPr>
          <p:cNvPr id="460" name="Shape 458"/>
          <p:cNvSpPr/>
          <p:nvPr/>
        </p:nvSpPr>
        <p:spPr>
          <a:xfrm>
            <a:off x="5489257" y="3387852"/>
            <a:ext cx="142761" cy="97231"/>
          </a:xfrm>
          <a:prstGeom prst="rect">
            <a:avLst/>
          </a:prstGeom>
          <a:solidFill>
            <a:srgbClr val="10704D"/>
          </a:solidFill>
          <a:ln w="12700">
            <a:solidFill>
              <a:srgbClr val="10704D"/>
            </a:solidFill>
            <a:prstDash val="solid"/>
          </a:ln>
        </p:spPr>
      </p:sp>
      <p:sp>
        <p:nvSpPr>
          <p:cNvPr id="461" name="Shape 459"/>
          <p:cNvSpPr/>
          <p:nvPr/>
        </p:nvSpPr>
        <p:spPr>
          <a:xfrm>
            <a:off x="5652135" y="3387852"/>
            <a:ext cx="142761" cy="97231"/>
          </a:xfrm>
          <a:prstGeom prst="rect">
            <a:avLst/>
          </a:prstGeom>
          <a:solidFill>
            <a:srgbClr val="075236"/>
          </a:solidFill>
          <a:ln w="12700">
            <a:solidFill>
              <a:srgbClr val="075236"/>
            </a:solidFill>
            <a:prstDash val="solid"/>
          </a:ln>
        </p:spPr>
      </p:sp>
      <p:sp>
        <p:nvSpPr>
          <p:cNvPr id="462" name="Shape 460"/>
          <p:cNvSpPr/>
          <p:nvPr/>
        </p:nvSpPr>
        <p:spPr>
          <a:xfrm>
            <a:off x="5815012" y="3387852"/>
            <a:ext cx="142761" cy="97231"/>
          </a:xfrm>
          <a:prstGeom prst="rect">
            <a:avLst/>
          </a:prstGeom>
          <a:solidFill>
            <a:srgbClr val="10704D"/>
          </a:solidFill>
          <a:ln w="12700">
            <a:solidFill>
              <a:srgbClr val="10704D"/>
            </a:solidFill>
            <a:prstDash val="solid"/>
          </a:ln>
        </p:spPr>
      </p:sp>
      <p:sp>
        <p:nvSpPr>
          <p:cNvPr id="463" name="Shape 461"/>
          <p:cNvSpPr/>
          <p:nvPr/>
        </p:nvSpPr>
        <p:spPr>
          <a:xfrm>
            <a:off x="5977890" y="3387852"/>
            <a:ext cx="142761" cy="97231"/>
          </a:xfrm>
          <a:prstGeom prst="rect">
            <a:avLst/>
          </a:prstGeom>
          <a:solidFill>
            <a:srgbClr val="075236"/>
          </a:solidFill>
          <a:ln w="12700">
            <a:solidFill>
              <a:srgbClr val="075236"/>
            </a:solidFill>
            <a:prstDash val="solid"/>
          </a:ln>
        </p:spPr>
      </p:sp>
      <p:sp>
        <p:nvSpPr>
          <p:cNvPr id="464" name="Shape 462"/>
          <p:cNvSpPr/>
          <p:nvPr/>
        </p:nvSpPr>
        <p:spPr>
          <a:xfrm>
            <a:off x="6140767" y="3387852"/>
            <a:ext cx="142761" cy="97231"/>
          </a:xfrm>
          <a:prstGeom prst="rect">
            <a:avLst/>
          </a:prstGeom>
          <a:solidFill>
            <a:srgbClr val="075236"/>
          </a:solidFill>
          <a:ln w="12700">
            <a:solidFill>
              <a:srgbClr val="075236"/>
            </a:solidFill>
            <a:prstDash val="solid"/>
          </a:ln>
        </p:spPr>
      </p:sp>
      <p:sp>
        <p:nvSpPr>
          <p:cNvPr id="465" name="Shape 463"/>
          <p:cNvSpPr/>
          <p:nvPr/>
        </p:nvSpPr>
        <p:spPr>
          <a:xfrm>
            <a:off x="6303645" y="3387852"/>
            <a:ext cx="142761" cy="97231"/>
          </a:xfrm>
          <a:prstGeom prst="rect">
            <a:avLst/>
          </a:prstGeom>
          <a:solidFill>
            <a:srgbClr val="075236"/>
          </a:solidFill>
          <a:ln w="12700">
            <a:solidFill>
              <a:srgbClr val="075236"/>
            </a:solidFill>
            <a:prstDash val="solid"/>
          </a:ln>
        </p:spPr>
      </p:sp>
      <p:sp>
        <p:nvSpPr>
          <p:cNvPr id="466" name="Shape 464"/>
          <p:cNvSpPr/>
          <p:nvPr/>
        </p:nvSpPr>
        <p:spPr>
          <a:xfrm>
            <a:off x="6466522" y="3387852"/>
            <a:ext cx="142761" cy="97231"/>
          </a:xfrm>
          <a:prstGeom prst="rect">
            <a:avLst/>
          </a:prstGeom>
          <a:solidFill>
            <a:srgbClr val="075236"/>
          </a:solidFill>
          <a:ln w="12700">
            <a:solidFill>
              <a:srgbClr val="075236"/>
            </a:solidFill>
            <a:prstDash val="solid"/>
          </a:ln>
        </p:spPr>
      </p:sp>
      <p:sp>
        <p:nvSpPr>
          <p:cNvPr id="467" name="Shape 465"/>
          <p:cNvSpPr/>
          <p:nvPr/>
        </p:nvSpPr>
        <p:spPr>
          <a:xfrm>
            <a:off x="6629400" y="3387852"/>
            <a:ext cx="142761" cy="97231"/>
          </a:xfrm>
          <a:prstGeom prst="rect">
            <a:avLst/>
          </a:prstGeom>
          <a:solidFill>
            <a:srgbClr val="075236"/>
          </a:solidFill>
          <a:ln w="12700">
            <a:solidFill>
              <a:srgbClr val="075236"/>
            </a:solidFill>
            <a:prstDash val="solid"/>
          </a:ln>
        </p:spPr>
      </p:sp>
      <p:sp>
        <p:nvSpPr>
          <p:cNvPr id="468" name="Shape 466"/>
          <p:cNvSpPr/>
          <p:nvPr/>
        </p:nvSpPr>
        <p:spPr>
          <a:xfrm>
            <a:off x="6792277" y="3387852"/>
            <a:ext cx="142761" cy="97231"/>
          </a:xfrm>
          <a:prstGeom prst="rect">
            <a:avLst/>
          </a:prstGeom>
          <a:solidFill>
            <a:srgbClr val="075236"/>
          </a:solidFill>
          <a:ln w="12700">
            <a:solidFill>
              <a:srgbClr val="075236"/>
            </a:solidFill>
            <a:prstDash val="solid"/>
          </a:ln>
        </p:spPr>
      </p:sp>
      <p:sp>
        <p:nvSpPr>
          <p:cNvPr id="469" name="Shape 467"/>
          <p:cNvSpPr/>
          <p:nvPr/>
        </p:nvSpPr>
        <p:spPr>
          <a:xfrm>
            <a:off x="6955155" y="3387852"/>
            <a:ext cx="142761" cy="97231"/>
          </a:xfrm>
          <a:prstGeom prst="rect">
            <a:avLst/>
          </a:prstGeom>
          <a:solidFill>
            <a:srgbClr val="075236"/>
          </a:solidFill>
          <a:ln w="12700">
            <a:solidFill>
              <a:srgbClr val="075236"/>
            </a:solidFill>
            <a:prstDash val="solid"/>
          </a:ln>
        </p:spPr>
      </p:sp>
      <p:sp>
        <p:nvSpPr>
          <p:cNvPr id="470" name="Shape 468"/>
          <p:cNvSpPr/>
          <p:nvPr/>
        </p:nvSpPr>
        <p:spPr>
          <a:xfrm>
            <a:off x="7118032" y="3387852"/>
            <a:ext cx="142761" cy="97231"/>
          </a:xfrm>
          <a:prstGeom prst="rect">
            <a:avLst/>
          </a:prstGeom>
          <a:solidFill>
            <a:srgbClr val="075236"/>
          </a:solidFill>
          <a:ln w="12700">
            <a:solidFill>
              <a:srgbClr val="075236"/>
            </a:solidFill>
            <a:prstDash val="solid"/>
          </a:ln>
        </p:spPr>
      </p:sp>
      <p:sp>
        <p:nvSpPr>
          <p:cNvPr id="471" name="Shape 469"/>
          <p:cNvSpPr/>
          <p:nvPr/>
        </p:nvSpPr>
        <p:spPr>
          <a:xfrm>
            <a:off x="7280910" y="3387852"/>
            <a:ext cx="142761" cy="97231"/>
          </a:xfrm>
          <a:prstGeom prst="rect">
            <a:avLst/>
          </a:prstGeom>
          <a:solidFill>
            <a:srgbClr val="075236"/>
          </a:solidFill>
          <a:ln w="12700">
            <a:solidFill>
              <a:srgbClr val="075236"/>
            </a:solidFill>
            <a:prstDash val="solid"/>
          </a:ln>
        </p:spPr>
      </p:sp>
      <p:sp>
        <p:nvSpPr>
          <p:cNvPr id="472" name="Shape 470"/>
          <p:cNvSpPr/>
          <p:nvPr/>
        </p:nvSpPr>
        <p:spPr>
          <a:xfrm>
            <a:off x="7443788" y="3387852"/>
            <a:ext cx="142761" cy="97231"/>
          </a:xfrm>
          <a:prstGeom prst="rect">
            <a:avLst/>
          </a:prstGeom>
          <a:solidFill>
            <a:srgbClr val="075236"/>
          </a:solidFill>
          <a:ln w="12700">
            <a:solidFill>
              <a:srgbClr val="075236"/>
            </a:solidFill>
            <a:prstDash val="solid"/>
          </a:ln>
        </p:spPr>
      </p:sp>
      <p:sp>
        <p:nvSpPr>
          <p:cNvPr id="473" name="Shape 471"/>
          <p:cNvSpPr/>
          <p:nvPr/>
        </p:nvSpPr>
        <p:spPr>
          <a:xfrm>
            <a:off x="7606665" y="3387852"/>
            <a:ext cx="142761" cy="97231"/>
          </a:xfrm>
          <a:prstGeom prst="rect">
            <a:avLst/>
          </a:prstGeom>
          <a:solidFill>
            <a:srgbClr val="075236"/>
          </a:solidFill>
          <a:ln w="12700">
            <a:solidFill>
              <a:srgbClr val="075236"/>
            </a:solidFill>
            <a:prstDash val="solid"/>
          </a:ln>
        </p:spPr>
      </p:sp>
      <p:sp>
        <p:nvSpPr>
          <p:cNvPr id="474" name="Shape 472"/>
          <p:cNvSpPr/>
          <p:nvPr/>
        </p:nvSpPr>
        <p:spPr>
          <a:xfrm>
            <a:off x="7769542" y="3387852"/>
            <a:ext cx="142761" cy="97231"/>
          </a:xfrm>
          <a:prstGeom prst="rect">
            <a:avLst/>
          </a:prstGeom>
          <a:solidFill>
            <a:srgbClr val="075236"/>
          </a:solidFill>
          <a:ln w="12700">
            <a:solidFill>
              <a:srgbClr val="075236"/>
            </a:solidFill>
            <a:prstDash val="solid"/>
          </a:ln>
        </p:spPr>
      </p:sp>
      <p:sp>
        <p:nvSpPr>
          <p:cNvPr id="475" name="Shape 473"/>
          <p:cNvSpPr/>
          <p:nvPr/>
        </p:nvSpPr>
        <p:spPr>
          <a:xfrm>
            <a:off x="7932420" y="3387852"/>
            <a:ext cx="142761" cy="97231"/>
          </a:xfrm>
          <a:prstGeom prst="rect">
            <a:avLst/>
          </a:prstGeom>
          <a:solidFill>
            <a:srgbClr val="075236"/>
          </a:solidFill>
          <a:ln w="12700">
            <a:solidFill>
              <a:srgbClr val="075236"/>
            </a:solidFill>
            <a:prstDash val="solid"/>
          </a:ln>
        </p:spPr>
      </p:sp>
      <p:sp>
        <p:nvSpPr>
          <p:cNvPr id="476" name="Shape 474"/>
          <p:cNvSpPr/>
          <p:nvPr/>
        </p:nvSpPr>
        <p:spPr>
          <a:xfrm>
            <a:off x="8095297" y="3387852"/>
            <a:ext cx="142761" cy="97231"/>
          </a:xfrm>
          <a:prstGeom prst="rect">
            <a:avLst/>
          </a:prstGeom>
          <a:solidFill>
            <a:srgbClr val="075236"/>
          </a:solidFill>
          <a:ln w="12700">
            <a:solidFill>
              <a:srgbClr val="075236"/>
            </a:solidFill>
            <a:prstDash val="solid"/>
          </a:ln>
        </p:spPr>
      </p:sp>
      <p:sp>
        <p:nvSpPr>
          <p:cNvPr id="477" name="Shape 475"/>
          <p:cNvSpPr/>
          <p:nvPr/>
        </p:nvSpPr>
        <p:spPr>
          <a:xfrm>
            <a:off x="8258175" y="3387852"/>
            <a:ext cx="142761" cy="97231"/>
          </a:xfrm>
          <a:prstGeom prst="rect">
            <a:avLst/>
          </a:prstGeom>
          <a:solidFill>
            <a:srgbClr val="075236"/>
          </a:solidFill>
          <a:ln w="12700">
            <a:solidFill>
              <a:srgbClr val="075236"/>
            </a:solidFill>
            <a:prstDash val="solid"/>
          </a:ln>
        </p:spPr>
      </p:sp>
      <p:sp>
        <p:nvSpPr>
          <p:cNvPr id="478" name="Shape 476"/>
          <p:cNvSpPr/>
          <p:nvPr/>
        </p:nvSpPr>
        <p:spPr>
          <a:xfrm>
            <a:off x="8421053" y="3387852"/>
            <a:ext cx="142761" cy="97231"/>
          </a:xfrm>
          <a:prstGeom prst="rect">
            <a:avLst/>
          </a:prstGeom>
          <a:solidFill>
            <a:srgbClr val="075236"/>
          </a:solidFill>
          <a:ln w="12700">
            <a:solidFill>
              <a:srgbClr val="075236"/>
            </a:solidFill>
            <a:prstDash val="solid"/>
          </a:ln>
        </p:spPr>
      </p:sp>
      <p:sp>
        <p:nvSpPr>
          <p:cNvPr id="479" name="Shape 477"/>
          <p:cNvSpPr/>
          <p:nvPr/>
        </p:nvSpPr>
        <p:spPr>
          <a:xfrm>
            <a:off x="8583930" y="3387852"/>
            <a:ext cx="142761" cy="97231"/>
          </a:xfrm>
          <a:prstGeom prst="rect">
            <a:avLst/>
          </a:prstGeom>
          <a:solidFill>
            <a:srgbClr val="075236"/>
          </a:solidFill>
          <a:ln w="12700">
            <a:solidFill>
              <a:srgbClr val="075236"/>
            </a:solidFill>
            <a:prstDash val="solid"/>
          </a:ln>
        </p:spPr>
      </p:sp>
      <p:sp>
        <p:nvSpPr>
          <p:cNvPr id="480" name="Shape 478"/>
          <p:cNvSpPr/>
          <p:nvPr/>
        </p:nvSpPr>
        <p:spPr>
          <a:xfrm>
            <a:off x="8746807" y="3387852"/>
            <a:ext cx="142761" cy="97231"/>
          </a:xfrm>
          <a:prstGeom prst="rect">
            <a:avLst/>
          </a:prstGeom>
          <a:solidFill>
            <a:srgbClr val="075236"/>
          </a:solidFill>
          <a:ln w="12700">
            <a:solidFill>
              <a:srgbClr val="075236"/>
            </a:solidFill>
            <a:prstDash val="solid"/>
          </a:ln>
        </p:spPr>
      </p:sp>
      <p:sp>
        <p:nvSpPr>
          <p:cNvPr id="481" name="Shape 479"/>
          <p:cNvSpPr/>
          <p:nvPr/>
        </p:nvSpPr>
        <p:spPr>
          <a:xfrm>
            <a:off x="8909685" y="3387852"/>
            <a:ext cx="142761" cy="97231"/>
          </a:xfrm>
          <a:prstGeom prst="rect">
            <a:avLst/>
          </a:prstGeom>
          <a:solidFill>
            <a:srgbClr val="075236"/>
          </a:solidFill>
          <a:ln w="12700">
            <a:solidFill>
              <a:srgbClr val="075236"/>
            </a:solidFill>
            <a:prstDash val="solid"/>
          </a:ln>
        </p:spPr>
      </p:sp>
      <p:sp>
        <p:nvSpPr>
          <p:cNvPr id="482" name="Shape 480"/>
          <p:cNvSpPr/>
          <p:nvPr/>
        </p:nvSpPr>
        <p:spPr>
          <a:xfrm>
            <a:off x="9072563" y="3387852"/>
            <a:ext cx="142761" cy="97231"/>
          </a:xfrm>
          <a:prstGeom prst="rect">
            <a:avLst/>
          </a:prstGeom>
          <a:solidFill>
            <a:srgbClr val="075236"/>
          </a:solidFill>
          <a:ln w="12700">
            <a:solidFill>
              <a:srgbClr val="075236"/>
            </a:solidFill>
            <a:prstDash val="solid"/>
          </a:ln>
        </p:spPr>
      </p:sp>
      <p:sp>
        <p:nvSpPr>
          <p:cNvPr id="483" name="Shape 481"/>
          <p:cNvSpPr/>
          <p:nvPr/>
        </p:nvSpPr>
        <p:spPr>
          <a:xfrm>
            <a:off x="1417320" y="3505200"/>
            <a:ext cx="142761" cy="97231"/>
          </a:xfrm>
          <a:prstGeom prst="rect">
            <a:avLst/>
          </a:prstGeom>
          <a:solidFill>
            <a:srgbClr val="075236"/>
          </a:solidFill>
          <a:ln w="12700">
            <a:solidFill>
              <a:srgbClr val="075236"/>
            </a:solidFill>
            <a:prstDash val="solid"/>
          </a:ln>
        </p:spPr>
      </p:sp>
      <p:sp>
        <p:nvSpPr>
          <p:cNvPr id="484" name="Shape 482"/>
          <p:cNvSpPr/>
          <p:nvPr/>
        </p:nvSpPr>
        <p:spPr>
          <a:xfrm>
            <a:off x="1580198" y="3505200"/>
            <a:ext cx="142761" cy="97231"/>
          </a:xfrm>
          <a:prstGeom prst="rect">
            <a:avLst/>
          </a:prstGeom>
          <a:solidFill>
            <a:srgbClr val="075236"/>
          </a:solidFill>
          <a:ln w="12700">
            <a:solidFill>
              <a:srgbClr val="075236"/>
            </a:solidFill>
            <a:prstDash val="solid"/>
          </a:ln>
        </p:spPr>
      </p:sp>
      <p:sp>
        <p:nvSpPr>
          <p:cNvPr id="485" name="Shape 483"/>
          <p:cNvSpPr/>
          <p:nvPr/>
        </p:nvSpPr>
        <p:spPr>
          <a:xfrm>
            <a:off x="1743075" y="3505200"/>
            <a:ext cx="142761" cy="97231"/>
          </a:xfrm>
          <a:prstGeom prst="rect">
            <a:avLst/>
          </a:prstGeom>
          <a:solidFill>
            <a:srgbClr val="075236"/>
          </a:solidFill>
          <a:ln w="12700">
            <a:solidFill>
              <a:srgbClr val="075236"/>
            </a:solidFill>
            <a:prstDash val="solid"/>
          </a:ln>
        </p:spPr>
      </p:sp>
      <p:sp>
        <p:nvSpPr>
          <p:cNvPr id="486" name="Shape 484"/>
          <p:cNvSpPr/>
          <p:nvPr/>
        </p:nvSpPr>
        <p:spPr>
          <a:xfrm>
            <a:off x="1905953" y="3505200"/>
            <a:ext cx="142761" cy="97231"/>
          </a:xfrm>
          <a:prstGeom prst="rect">
            <a:avLst/>
          </a:prstGeom>
          <a:solidFill>
            <a:srgbClr val="075236"/>
          </a:solidFill>
          <a:ln w="12700">
            <a:solidFill>
              <a:srgbClr val="075236"/>
            </a:solidFill>
            <a:prstDash val="solid"/>
          </a:ln>
        </p:spPr>
      </p:sp>
      <p:sp>
        <p:nvSpPr>
          <p:cNvPr id="487" name="Shape 485"/>
          <p:cNvSpPr/>
          <p:nvPr/>
        </p:nvSpPr>
        <p:spPr>
          <a:xfrm>
            <a:off x="2068830" y="3505200"/>
            <a:ext cx="142761" cy="97231"/>
          </a:xfrm>
          <a:prstGeom prst="rect">
            <a:avLst/>
          </a:prstGeom>
          <a:solidFill>
            <a:srgbClr val="075236"/>
          </a:solidFill>
          <a:ln w="12700">
            <a:solidFill>
              <a:srgbClr val="075236"/>
            </a:solidFill>
            <a:prstDash val="solid"/>
          </a:ln>
        </p:spPr>
      </p:sp>
      <p:sp>
        <p:nvSpPr>
          <p:cNvPr id="488" name="Shape 486"/>
          <p:cNvSpPr/>
          <p:nvPr/>
        </p:nvSpPr>
        <p:spPr>
          <a:xfrm>
            <a:off x="2231708" y="3505200"/>
            <a:ext cx="142761" cy="97231"/>
          </a:xfrm>
          <a:prstGeom prst="rect">
            <a:avLst/>
          </a:prstGeom>
          <a:solidFill>
            <a:srgbClr val="10704D"/>
          </a:solidFill>
          <a:ln w="12700">
            <a:solidFill>
              <a:srgbClr val="10704D"/>
            </a:solidFill>
            <a:prstDash val="solid"/>
          </a:ln>
        </p:spPr>
      </p:sp>
      <p:sp>
        <p:nvSpPr>
          <p:cNvPr id="489" name="Shape 487"/>
          <p:cNvSpPr/>
          <p:nvPr/>
        </p:nvSpPr>
        <p:spPr>
          <a:xfrm>
            <a:off x="2394585" y="3505200"/>
            <a:ext cx="142761" cy="97231"/>
          </a:xfrm>
          <a:prstGeom prst="rect">
            <a:avLst/>
          </a:prstGeom>
          <a:solidFill>
            <a:srgbClr val="10704D"/>
          </a:solidFill>
          <a:ln w="12700">
            <a:solidFill>
              <a:srgbClr val="10704D"/>
            </a:solidFill>
            <a:prstDash val="solid"/>
          </a:ln>
        </p:spPr>
      </p:sp>
      <p:sp>
        <p:nvSpPr>
          <p:cNvPr id="490" name="Shape 488"/>
          <p:cNvSpPr/>
          <p:nvPr/>
        </p:nvSpPr>
        <p:spPr>
          <a:xfrm>
            <a:off x="2557463" y="3505200"/>
            <a:ext cx="142761" cy="97231"/>
          </a:xfrm>
          <a:prstGeom prst="rect">
            <a:avLst/>
          </a:prstGeom>
          <a:solidFill>
            <a:srgbClr val="268C64"/>
          </a:solidFill>
          <a:ln w="12700">
            <a:solidFill>
              <a:srgbClr val="268C64"/>
            </a:solidFill>
            <a:prstDash val="solid"/>
          </a:ln>
        </p:spPr>
      </p:sp>
      <p:sp>
        <p:nvSpPr>
          <p:cNvPr id="491" name="Shape 489"/>
          <p:cNvSpPr/>
          <p:nvPr/>
        </p:nvSpPr>
        <p:spPr>
          <a:xfrm>
            <a:off x="2720340" y="3505200"/>
            <a:ext cx="142761" cy="97231"/>
          </a:xfrm>
          <a:prstGeom prst="rect">
            <a:avLst/>
          </a:prstGeom>
          <a:solidFill>
            <a:srgbClr val="10704D"/>
          </a:solidFill>
          <a:ln w="12700">
            <a:solidFill>
              <a:srgbClr val="10704D"/>
            </a:solidFill>
            <a:prstDash val="solid"/>
          </a:ln>
        </p:spPr>
      </p:sp>
      <p:sp>
        <p:nvSpPr>
          <p:cNvPr id="492" name="Shape 490"/>
          <p:cNvSpPr/>
          <p:nvPr/>
        </p:nvSpPr>
        <p:spPr>
          <a:xfrm>
            <a:off x="2883218" y="3505200"/>
            <a:ext cx="142761" cy="97231"/>
          </a:xfrm>
          <a:prstGeom prst="rect">
            <a:avLst/>
          </a:prstGeom>
          <a:solidFill>
            <a:srgbClr val="268C64"/>
          </a:solidFill>
          <a:ln w="12700">
            <a:solidFill>
              <a:srgbClr val="268C64"/>
            </a:solidFill>
            <a:prstDash val="solid"/>
          </a:ln>
        </p:spPr>
      </p:sp>
      <p:sp>
        <p:nvSpPr>
          <p:cNvPr id="493" name="Shape 491"/>
          <p:cNvSpPr/>
          <p:nvPr/>
        </p:nvSpPr>
        <p:spPr>
          <a:xfrm>
            <a:off x="3046095" y="3505200"/>
            <a:ext cx="142761" cy="97231"/>
          </a:xfrm>
          <a:prstGeom prst="rect">
            <a:avLst/>
          </a:prstGeom>
          <a:solidFill>
            <a:srgbClr val="268C64"/>
          </a:solidFill>
          <a:ln w="12700">
            <a:solidFill>
              <a:srgbClr val="268C64"/>
            </a:solidFill>
            <a:prstDash val="solid"/>
          </a:ln>
        </p:spPr>
      </p:sp>
      <p:sp>
        <p:nvSpPr>
          <p:cNvPr id="494" name="Shape 492"/>
          <p:cNvSpPr/>
          <p:nvPr/>
        </p:nvSpPr>
        <p:spPr>
          <a:xfrm>
            <a:off x="3208972" y="3505200"/>
            <a:ext cx="142761" cy="97231"/>
          </a:xfrm>
          <a:prstGeom prst="rect">
            <a:avLst/>
          </a:prstGeom>
          <a:solidFill>
            <a:srgbClr val="268C64"/>
          </a:solidFill>
          <a:ln w="12700">
            <a:solidFill>
              <a:srgbClr val="268C64"/>
            </a:solidFill>
            <a:prstDash val="solid"/>
          </a:ln>
        </p:spPr>
      </p:sp>
      <p:sp>
        <p:nvSpPr>
          <p:cNvPr id="495" name="Shape 493"/>
          <p:cNvSpPr/>
          <p:nvPr/>
        </p:nvSpPr>
        <p:spPr>
          <a:xfrm>
            <a:off x="3371850" y="3505200"/>
            <a:ext cx="142761" cy="97231"/>
          </a:xfrm>
          <a:prstGeom prst="rect">
            <a:avLst/>
          </a:prstGeom>
          <a:solidFill>
            <a:srgbClr val="268C64"/>
          </a:solidFill>
          <a:ln w="12700">
            <a:solidFill>
              <a:srgbClr val="268C64"/>
            </a:solidFill>
            <a:prstDash val="solid"/>
          </a:ln>
        </p:spPr>
      </p:sp>
      <p:sp>
        <p:nvSpPr>
          <p:cNvPr id="496" name="Shape 494"/>
          <p:cNvSpPr/>
          <p:nvPr/>
        </p:nvSpPr>
        <p:spPr>
          <a:xfrm>
            <a:off x="3534727" y="3505200"/>
            <a:ext cx="142761" cy="97231"/>
          </a:xfrm>
          <a:prstGeom prst="rect">
            <a:avLst/>
          </a:prstGeom>
          <a:solidFill>
            <a:srgbClr val="4FAA82"/>
          </a:solidFill>
          <a:ln w="12700">
            <a:solidFill>
              <a:srgbClr val="4FAA82"/>
            </a:solidFill>
            <a:prstDash val="solid"/>
          </a:ln>
        </p:spPr>
      </p:sp>
      <p:sp>
        <p:nvSpPr>
          <p:cNvPr id="497" name="Shape 495"/>
          <p:cNvSpPr/>
          <p:nvPr/>
        </p:nvSpPr>
        <p:spPr>
          <a:xfrm>
            <a:off x="3697605" y="3505200"/>
            <a:ext cx="142761" cy="97231"/>
          </a:xfrm>
          <a:prstGeom prst="rect">
            <a:avLst/>
          </a:prstGeom>
          <a:solidFill>
            <a:srgbClr val="7CC4A1"/>
          </a:solidFill>
          <a:ln w="12700">
            <a:solidFill>
              <a:srgbClr val="7CC4A1"/>
            </a:solidFill>
            <a:prstDash val="solid"/>
          </a:ln>
        </p:spPr>
      </p:sp>
      <p:sp>
        <p:nvSpPr>
          <p:cNvPr id="498" name="Shape 496"/>
          <p:cNvSpPr/>
          <p:nvPr/>
        </p:nvSpPr>
        <p:spPr>
          <a:xfrm>
            <a:off x="3860483" y="3505200"/>
            <a:ext cx="142761" cy="97231"/>
          </a:xfrm>
          <a:prstGeom prst="rect">
            <a:avLst/>
          </a:prstGeom>
          <a:solidFill>
            <a:srgbClr val="4FAA82"/>
          </a:solidFill>
          <a:ln w="12700">
            <a:solidFill>
              <a:srgbClr val="4FAA82"/>
            </a:solidFill>
            <a:prstDash val="solid"/>
          </a:ln>
        </p:spPr>
      </p:sp>
      <p:sp>
        <p:nvSpPr>
          <p:cNvPr id="499" name="Shape 497"/>
          <p:cNvSpPr/>
          <p:nvPr/>
        </p:nvSpPr>
        <p:spPr>
          <a:xfrm>
            <a:off x="4023360" y="3505200"/>
            <a:ext cx="142761" cy="97231"/>
          </a:xfrm>
          <a:prstGeom prst="rect">
            <a:avLst/>
          </a:prstGeom>
          <a:solidFill>
            <a:srgbClr val="7CC4A1"/>
          </a:solidFill>
          <a:ln w="12700">
            <a:solidFill>
              <a:srgbClr val="7CC4A1"/>
            </a:solidFill>
            <a:prstDash val="solid"/>
          </a:ln>
        </p:spPr>
      </p:sp>
      <p:sp>
        <p:nvSpPr>
          <p:cNvPr id="500" name="Shape 498"/>
          <p:cNvSpPr/>
          <p:nvPr/>
        </p:nvSpPr>
        <p:spPr>
          <a:xfrm>
            <a:off x="4186238" y="3505200"/>
            <a:ext cx="142761" cy="97231"/>
          </a:xfrm>
          <a:prstGeom prst="rect">
            <a:avLst/>
          </a:prstGeom>
          <a:solidFill>
            <a:srgbClr val="7CC4A1"/>
          </a:solidFill>
          <a:ln w="12700">
            <a:solidFill>
              <a:srgbClr val="7CC4A1"/>
            </a:solidFill>
            <a:prstDash val="solid"/>
          </a:ln>
        </p:spPr>
      </p:sp>
      <p:sp>
        <p:nvSpPr>
          <p:cNvPr id="501" name="Shape 499"/>
          <p:cNvSpPr/>
          <p:nvPr/>
        </p:nvSpPr>
        <p:spPr>
          <a:xfrm>
            <a:off x="4349115" y="3505200"/>
            <a:ext cx="142761" cy="97231"/>
          </a:xfrm>
          <a:prstGeom prst="rect">
            <a:avLst/>
          </a:prstGeom>
          <a:solidFill>
            <a:srgbClr val="7CC4A1"/>
          </a:solidFill>
          <a:ln w="12700">
            <a:solidFill>
              <a:srgbClr val="7CC4A1"/>
            </a:solidFill>
            <a:prstDash val="solid"/>
          </a:ln>
        </p:spPr>
      </p:sp>
      <p:sp>
        <p:nvSpPr>
          <p:cNvPr id="502" name="Shape 500"/>
          <p:cNvSpPr/>
          <p:nvPr/>
        </p:nvSpPr>
        <p:spPr>
          <a:xfrm>
            <a:off x="4511992" y="3505200"/>
            <a:ext cx="142761" cy="97231"/>
          </a:xfrm>
          <a:prstGeom prst="rect">
            <a:avLst/>
          </a:prstGeom>
          <a:solidFill>
            <a:srgbClr val="E9EDEB"/>
          </a:solidFill>
          <a:ln w="12700">
            <a:solidFill>
              <a:srgbClr val="E9EDEB"/>
            </a:solidFill>
            <a:prstDash val="solid"/>
          </a:ln>
        </p:spPr>
      </p:sp>
      <p:sp>
        <p:nvSpPr>
          <p:cNvPr id="503" name="Shape 501"/>
          <p:cNvSpPr/>
          <p:nvPr/>
        </p:nvSpPr>
        <p:spPr>
          <a:xfrm>
            <a:off x="4674870" y="3505200"/>
            <a:ext cx="142761" cy="97231"/>
          </a:xfrm>
          <a:prstGeom prst="rect">
            <a:avLst/>
          </a:prstGeom>
          <a:solidFill>
            <a:srgbClr val="E9EDEB"/>
          </a:solidFill>
          <a:ln w="12700">
            <a:solidFill>
              <a:srgbClr val="E9EDEB"/>
            </a:solidFill>
            <a:prstDash val="solid"/>
          </a:ln>
        </p:spPr>
      </p:sp>
      <p:sp>
        <p:nvSpPr>
          <p:cNvPr id="504" name="Shape 502"/>
          <p:cNvSpPr/>
          <p:nvPr/>
        </p:nvSpPr>
        <p:spPr>
          <a:xfrm>
            <a:off x="4837747" y="3505200"/>
            <a:ext cx="142761" cy="97231"/>
          </a:xfrm>
          <a:prstGeom prst="rect">
            <a:avLst/>
          </a:prstGeom>
          <a:solidFill>
            <a:srgbClr val="7CC4A1"/>
          </a:solidFill>
          <a:ln w="12700">
            <a:solidFill>
              <a:srgbClr val="7CC4A1"/>
            </a:solidFill>
            <a:prstDash val="solid"/>
          </a:ln>
        </p:spPr>
      </p:sp>
      <p:sp>
        <p:nvSpPr>
          <p:cNvPr id="505" name="Shape 503"/>
          <p:cNvSpPr/>
          <p:nvPr/>
        </p:nvSpPr>
        <p:spPr>
          <a:xfrm>
            <a:off x="5000625" y="3505200"/>
            <a:ext cx="142761" cy="97231"/>
          </a:xfrm>
          <a:prstGeom prst="rect">
            <a:avLst/>
          </a:prstGeom>
          <a:solidFill>
            <a:srgbClr val="E9EDEB"/>
          </a:solidFill>
          <a:ln w="12700">
            <a:solidFill>
              <a:srgbClr val="E9EDEB"/>
            </a:solidFill>
            <a:prstDash val="solid"/>
          </a:ln>
        </p:spPr>
      </p:sp>
      <p:sp>
        <p:nvSpPr>
          <p:cNvPr id="506" name="Shape 504"/>
          <p:cNvSpPr/>
          <p:nvPr/>
        </p:nvSpPr>
        <p:spPr>
          <a:xfrm>
            <a:off x="5163503" y="3505200"/>
            <a:ext cx="142761" cy="97231"/>
          </a:xfrm>
          <a:prstGeom prst="rect">
            <a:avLst/>
          </a:prstGeom>
          <a:solidFill>
            <a:srgbClr val="E9EDEB"/>
          </a:solidFill>
          <a:ln w="12700">
            <a:solidFill>
              <a:srgbClr val="E9EDEB"/>
            </a:solidFill>
            <a:prstDash val="solid"/>
          </a:ln>
        </p:spPr>
      </p:sp>
      <p:sp>
        <p:nvSpPr>
          <p:cNvPr id="507" name="Shape 505"/>
          <p:cNvSpPr/>
          <p:nvPr/>
        </p:nvSpPr>
        <p:spPr>
          <a:xfrm>
            <a:off x="5326380" y="3505200"/>
            <a:ext cx="142761" cy="97231"/>
          </a:xfrm>
          <a:prstGeom prst="rect">
            <a:avLst/>
          </a:prstGeom>
          <a:solidFill>
            <a:srgbClr val="E9EDEB"/>
          </a:solidFill>
          <a:ln w="12700">
            <a:solidFill>
              <a:srgbClr val="E9EDEB"/>
            </a:solidFill>
            <a:prstDash val="solid"/>
          </a:ln>
        </p:spPr>
      </p:sp>
      <p:sp>
        <p:nvSpPr>
          <p:cNvPr id="508" name="Shape 506"/>
          <p:cNvSpPr/>
          <p:nvPr/>
        </p:nvSpPr>
        <p:spPr>
          <a:xfrm>
            <a:off x="5489257" y="3505200"/>
            <a:ext cx="142761" cy="97231"/>
          </a:xfrm>
          <a:prstGeom prst="rect">
            <a:avLst/>
          </a:prstGeom>
          <a:solidFill>
            <a:srgbClr val="E9EDEB"/>
          </a:solidFill>
          <a:ln w="12700">
            <a:solidFill>
              <a:srgbClr val="E9EDEB"/>
            </a:solidFill>
            <a:prstDash val="solid"/>
          </a:ln>
        </p:spPr>
      </p:sp>
      <p:sp>
        <p:nvSpPr>
          <p:cNvPr id="509" name="Shape 507"/>
          <p:cNvSpPr/>
          <p:nvPr/>
        </p:nvSpPr>
        <p:spPr>
          <a:xfrm>
            <a:off x="5652135" y="3505200"/>
            <a:ext cx="142761" cy="97231"/>
          </a:xfrm>
          <a:prstGeom prst="rect">
            <a:avLst/>
          </a:prstGeom>
          <a:solidFill>
            <a:srgbClr val="E9EDEB"/>
          </a:solidFill>
          <a:ln w="12700">
            <a:solidFill>
              <a:srgbClr val="E9EDEB"/>
            </a:solidFill>
            <a:prstDash val="solid"/>
          </a:ln>
        </p:spPr>
      </p:sp>
      <p:sp>
        <p:nvSpPr>
          <p:cNvPr id="510" name="Shape 508"/>
          <p:cNvSpPr/>
          <p:nvPr/>
        </p:nvSpPr>
        <p:spPr>
          <a:xfrm>
            <a:off x="5815012" y="3505200"/>
            <a:ext cx="142761" cy="97231"/>
          </a:xfrm>
          <a:prstGeom prst="rect">
            <a:avLst/>
          </a:prstGeom>
          <a:solidFill>
            <a:srgbClr val="E9EDEB"/>
          </a:solidFill>
          <a:ln w="12700">
            <a:solidFill>
              <a:srgbClr val="E9EDEB"/>
            </a:solidFill>
            <a:prstDash val="solid"/>
          </a:ln>
        </p:spPr>
      </p:sp>
      <p:sp>
        <p:nvSpPr>
          <p:cNvPr id="511" name="Shape 509"/>
          <p:cNvSpPr/>
          <p:nvPr/>
        </p:nvSpPr>
        <p:spPr>
          <a:xfrm>
            <a:off x="5977890" y="3505200"/>
            <a:ext cx="142761" cy="97231"/>
          </a:xfrm>
          <a:prstGeom prst="rect">
            <a:avLst/>
          </a:prstGeom>
          <a:solidFill>
            <a:srgbClr val="7CC4A1"/>
          </a:solidFill>
          <a:ln w="12700">
            <a:solidFill>
              <a:srgbClr val="7CC4A1"/>
            </a:solidFill>
            <a:prstDash val="solid"/>
          </a:ln>
        </p:spPr>
      </p:sp>
      <p:sp>
        <p:nvSpPr>
          <p:cNvPr id="512" name="Shape 510"/>
          <p:cNvSpPr/>
          <p:nvPr/>
        </p:nvSpPr>
        <p:spPr>
          <a:xfrm>
            <a:off x="6140767" y="3505200"/>
            <a:ext cx="142761" cy="97231"/>
          </a:xfrm>
          <a:prstGeom prst="rect">
            <a:avLst/>
          </a:prstGeom>
          <a:solidFill>
            <a:srgbClr val="7CC4A1"/>
          </a:solidFill>
          <a:ln w="12700">
            <a:solidFill>
              <a:srgbClr val="7CC4A1"/>
            </a:solidFill>
            <a:prstDash val="solid"/>
          </a:ln>
        </p:spPr>
      </p:sp>
      <p:sp>
        <p:nvSpPr>
          <p:cNvPr id="513" name="Shape 511"/>
          <p:cNvSpPr/>
          <p:nvPr/>
        </p:nvSpPr>
        <p:spPr>
          <a:xfrm>
            <a:off x="6303645" y="3505200"/>
            <a:ext cx="142761" cy="97231"/>
          </a:xfrm>
          <a:prstGeom prst="rect">
            <a:avLst/>
          </a:prstGeom>
          <a:solidFill>
            <a:srgbClr val="7CC4A1"/>
          </a:solidFill>
          <a:ln w="12700">
            <a:solidFill>
              <a:srgbClr val="7CC4A1"/>
            </a:solidFill>
            <a:prstDash val="solid"/>
          </a:ln>
        </p:spPr>
      </p:sp>
      <p:sp>
        <p:nvSpPr>
          <p:cNvPr id="514" name="Shape 512"/>
          <p:cNvSpPr/>
          <p:nvPr/>
        </p:nvSpPr>
        <p:spPr>
          <a:xfrm>
            <a:off x="6466522" y="3505200"/>
            <a:ext cx="142761" cy="97231"/>
          </a:xfrm>
          <a:prstGeom prst="rect">
            <a:avLst/>
          </a:prstGeom>
          <a:solidFill>
            <a:srgbClr val="7CC4A1"/>
          </a:solidFill>
          <a:ln w="12700">
            <a:solidFill>
              <a:srgbClr val="7CC4A1"/>
            </a:solidFill>
            <a:prstDash val="solid"/>
          </a:ln>
        </p:spPr>
      </p:sp>
      <p:sp>
        <p:nvSpPr>
          <p:cNvPr id="515" name="Shape 513"/>
          <p:cNvSpPr/>
          <p:nvPr/>
        </p:nvSpPr>
        <p:spPr>
          <a:xfrm>
            <a:off x="6629400" y="3505200"/>
            <a:ext cx="142761" cy="97231"/>
          </a:xfrm>
          <a:prstGeom prst="rect">
            <a:avLst/>
          </a:prstGeom>
          <a:solidFill>
            <a:srgbClr val="E9EDEB"/>
          </a:solidFill>
          <a:ln w="12700">
            <a:solidFill>
              <a:srgbClr val="E9EDEB"/>
            </a:solidFill>
            <a:prstDash val="solid"/>
          </a:ln>
        </p:spPr>
      </p:sp>
      <p:sp>
        <p:nvSpPr>
          <p:cNvPr id="516" name="Shape 514"/>
          <p:cNvSpPr/>
          <p:nvPr/>
        </p:nvSpPr>
        <p:spPr>
          <a:xfrm>
            <a:off x="6792277" y="3505200"/>
            <a:ext cx="142761" cy="97231"/>
          </a:xfrm>
          <a:prstGeom prst="rect">
            <a:avLst/>
          </a:prstGeom>
          <a:solidFill>
            <a:srgbClr val="7CC4A1"/>
          </a:solidFill>
          <a:ln w="12700">
            <a:solidFill>
              <a:srgbClr val="7CC4A1"/>
            </a:solidFill>
            <a:prstDash val="solid"/>
          </a:ln>
        </p:spPr>
      </p:sp>
      <p:sp>
        <p:nvSpPr>
          <p:cNvPr id="517" name="Shape 515"/>
          <p:cNvSpPr/>
          <p:nvPr/>
        </p:nvSpPr>
        <p:spPr>
          <a:xfrm>
            <a:off x="6955155" y="3505200"/>
            <a:ext cx="142761" cy="97231"/>
          </a:xfrm>
          <a:prstGeom prst="rect">
            <a:avLst/>
          </a:prstGeom>
          <a:solidFill>
            <a:srgbClr val="7CC4A1"/>
          </a:solidFill>
          <a:ln w="12700">
            <a:solidFill>
              <a:srgbClr val="7CC4A1"/>
            </a:solidFill>
            <a:prstDash val="solid"/>
          </a:ln>
        </p:spPr>
      </p:sp>
      <p:sp>
        <p:nvSpPr>
          <p:cNvPr id="518" name="Shape 516"/>
          <p:cNvSpPr/>
          <p:nvPr/>
        </p:nvSpPr>
        <p:spPr>
          <a:xfrm>
            <a:off x="7118032" y="3505200"/>
            <a:ext cx="142761" cy="97231"/>
          </a:xfrm>
          <a:prstGeom prst="rect">
            <a:avLst/>
          </a:prstGeom>
          <a:solidFill>
            <a:srgbClr val="7CC4A1"/>
          </a:solidFill>
          <a:ln w="12700">
            <a:solidFill>
              <a:srgbClr val="7CC4A1"/>
            </a:solidFill>
            <a:prstDash val="solid"/>
          </a:ln>
        </p:spPr>
      </p:sp>
      <p:sp>
        <p:nvSpPr>
          <p:cNvPr id="519" name="Shape 517"/>
          <p:cNvSpPr/>
          <p:nvPr/>
        </p:nvSpPr>
        <p:spPr>
          <a:xfrm>
            <a:off x="7280910" y="3505200"/>
            <a:ext cx="142761" cy="97231"/>
          </a:xfrm>
          <a:prstGeom prst="rect">
            <a:avLst/>
          </a:prstGeom>
          <a:solidFill>
            <a:srgbClr val="7CC4A1"/>
          </a:solidFill>
          <a:ln w="12700">
            <a:solidFill>
              <a:srgbClr val="7CC4A1"/>
            </a:solidFill>
            <a:prstDash val="solid"/>
          </a:ln>
        </p:spPr>
      </p:sp>
      <p:sp>
        <p:nvSpPr>
          <p:cNvPr id="520" name="Shape 518"/>
          <p:cNvSpPr/>
          <p:nvPr/>
        </p:nvSpPr>
        <p:spPr>
          <a:xfrm>
            <a:off x="7443788" y="3505200"/>
            <a:ext cx="142761" cy="97231"/>
          </a:xfrm>
          <a:prstGeom prst="rect">
            <a:avLst/>
          </a:prstGeom>
          <a:solidFill>
            <a:srgbClr val="7CC4A1"/>
          </a:solidFill>
          <a:ln w="12700">
            <a:solidFill>
              <a:srgbClr val="7CC4A1"/>
            </a:solidFill>
            <a:prstDash val="solid"/>
          </a:ln>
        </p:spPr>
      </p:sp>
      <p:sp>
        <p:nvSpPr>
          <p:cNvPr id="521" name="Shape 519"/>
          <p:cNvSpPr/>
          <p:nvPr/>
        </p:nvSpPr>
        <p:spPr>
          <a:xfrm>
            <a:off x="7606665" y="3505200"/>
            <a:ext cx="142761" cy="97231"/>
          </a:xfrm>
          <a:prstGeom prst="rect">
            <a:avLst/>
          </a:prstGeom>
          <a:solidFill>
            <a:srgbClr val="7CC4A1"/>
          </a:solidFill>
          <a:ln w="12700">
            <a:solidFill>
              <a:srgbClr val="7CC4A1"/>
            </a:solidFill>
            <a:prstDash val="solid"/>
          </a:ln>
        </p:spPr>
      </p:sp>
      <p:sp>
        <p:nvSpPr>
          <p:cNvPr id="522" name="Shape 520"/>
          <p:cNvSpPr/>
          <p:nvPr/>
        </p:nvSpPr>
        <p:spPr>
          <a:xfrm>
            <a:off x="7769542" y="3505200"/>
            <a:ext cx="142761" cy="97231"/>
          </a:xfrm>
          <a:prstGeom prst="rect">
            <a:avLst/>
          </a:prstGeom>
          <a:solidFill>
            <a:srgbClr val="7CC4A1"/>
          </a:solidFill>
          <a:ln w="12700">
            <a:solidFill>
              <a:srgbClr val="7CC4A1"/>
            </a:solidFill>
            <a:prstDash val="solid"/>
          </a:ln>
        </p:spPr>
      </p:sp>
      <p:sp>
        <p:nvSpPr>
          <p:cNvPr id="523" name="Shape 521"/>
          <p:cNvSpPr/>
          <p:nvPr/>
        </p:nvSpPr>
        <p:spPr>
          <a:xfrm>
            <a:off x="7932420" y="3505200"/>
            <a:ext cx="142761" cy="97231"/>
          </a:xfrm>
          <a:prstGeom prst="rect">
            <a:avLst/>
          </a:prstGeom>
          <a:solidFill>
            <a:srgbClr val="E9EDEB"/>
          </a:solidFill>
          <a:ln w="12700">
            <a:solidFill>
              <a:srgbClr val="E9EDEB"/>
            </a:solidFill>
            <a:prstDash val="solid"/>
          </a:ln>
        </p:spPr>
      </p:sp>
      <p:sp>
        <p:nvSpPr>
          <p:cNvPr id="524" name="Shape 522"/>
          <p:cNvSpPr/>
          <p:nvPr/>
        </p:nvSpPr>
        <p:spPr>
          <a:xfrm>
            <a:off x="8095297" y="3505200"/>
            <a:ext cx="142761" cy="97231"/>
          </a:xfrm>
          <a:prstGeom prst="rect">
            <a:avLst/>
          </a:prstGeom>
          <a:solidFill>
            <a:srgbClr val="E9EDEB"/>
          </a:solidFill>
          <a:ln w="12700">
            <a:solidFill>
              <a:srgbClr val="E9EDEB"/>
            </a:solidFill>
            <a:prstDash val="solid"/>
          </a:ln>
        </p:spPr>
      </p:sp>
      <p:sp>
        <p:nvSpPr>
          <p:cNvPr id="525" name="Shape 523"/>
          <p:cNvSpPr/>
          <p:nvPr/>
        </p:nvSpPr>
        <p:spPr>
          <a:xfrm>
            <a:off x="8258175" y="3505200"/>
            <a:ext cx="142761" cy="97231"/>
          </a:xfrm>
          <a:prstGeom prst="rect">
            <a:avLst/>
          </a:prstGeom>
          <a:solidFill>
            <a:srgbClr val="E9EDEB"/>
          </a:solidFill>
          <a:ln w="12700">
            <a:solidFill>
              <a:srgbClr val="E9EDEB"/>
            </a:solidFill>
            <a:prstDash val="solid"/>
          </a:ln>
        </p:spPr>
      </p:sp>
      <p:sp>
        <p:nvSpPr>
          <p:cNvPr id="526" name="Shape 524"/>
          <p:cNvSpPr/>
          <p:nvPr/>
        </p:nvSpPr>
        <p:spPr>
          <a:xfrm>
            <a:off x="8421053" y="3505200"/>
            <a:ext cx="142761" cy="97231"/>
          </a:xfrm>
          <a:prstGeom prst="rect">
            <a:avLst/>
          </a:prstGeom>
          <a:solidFill>
            <a:srgbClr val="E9EDEB"/>
          </a:solidFill>
          <a:ln w="12700">
            <a:solidFill>
              <a:srgbClr val="E9EDEB"/>
            </a:solidFill>
            <a:prstDash val="solid"/>
          </a:ln>
        </p:spPr>
      </p:sp>
      <p:sp>
        <p:nvSpPr>
          <p:cNvPr id="527" name="Shape 525"/>
          <p:cNvSpPr/>
          <p:nvPr/>
        </p:nvSpPr>
        <p:spPr>
          <a:xfrm>
            <a:off x="8583930" y="3505200"/>
            <a:ext cx="142761" cy="97231"/>
          </a:xfrm>
          <a:prstGeom prst="rect">
            <a:avLst/>
          </a:prstGeom>
          <a:solidFill>
            <a:srgbClr val="E9EDEB"/>
          </a:solidFill>
          <a:ln w="12700">
            <a:solidFill>
              <a:srgbClr val="E9EDEB"/>
            </a:solidFill>
            <a:prstDash val="solid"/>
          </a:ln>
        </p:spPr>
      </p:sp>
      <p:sp>
        <p:nvSpPr>
          <p:cNvPr id="528" name="Shape 526"/>
          <p:cNvSpPr/>
          <p:nvPr/>
        </p:nvSpPr>
        <p:spPr>
          <a:xfrm>
            <a:off x="8746807" y="3505200"/>
            <a:ext cx="142761" cy="97231"/>
          </a:xfrm>
          <a:prstGeom prst="rect">
            <a:avLst/>
          </a:prstGeom>
          <a:solidFill>
            <a:srgbClr val="E9EDEB"/>
          </a:solidFill>
          <a:ln w="12700">
            <a:solidFill>
              <a:srgbClr val="E9EDEB"/>
            </a:solidFill>
            <a:prstDash val="solid"/>
          </a:ln>
        </p:spPr>
      </p:sp>
      <p:sp>
        <p:nvSpPr>
          <p:cNvPr id="529" name="Shape 527"/>
          <p:cNvSpPr/>
          <p:nvPr/>
        </p:nvSpPr>
        <p:spPr>
          <a:xfrm>
            <a:off x="8909685" y="3505200"/>
            <a:ext cx="142761" cy="97231"/>
          </a:xfrm>
          <a:prstGeom prst="rect">
            <a:avLst/>
          </a:prstGeom>
          <a:solidFill>
            <a:srgbClr val="E9EDEB"/>
          </a:solidFill>
          <a:ln w="12700">
            <a:solidFill>
              <a:srgbClr val="E9EDEB"/>
            </a:solidFill>
            <a:prstDash val="solid"/>
          </a:ln>
        </p:spPr>
      </p:sp>
      <p:sp>
        <p:nvSpPr>
          <p:cNvPr id="530" name="Shape 528"/>
          <p:cNvSpPr/>
          <p:nvPr/>
        </p:nvSpPr>
        <p:spPr>
          <a:xfrm>
            <a:off x="9072563" y="3505200"/>
            <a:ext cx="142761" cy="97231"/>
          </a:xfrm>
          <a:prstGeom prst="rect">
            <a:avLst/>
          </a:prstGeom>
          <a:solidFill>
            <a:srgbClr val="E9EDEB"/>
          </a:solidFill>
          <a:ln w="12700">
            <a:solidFill>
              <a:srgbClr val="E9EDEB"/>
            </a:solidFill>
            <a:prstDash val="solid"/>
          </a:ln>
        </p:spPr>
      </p:sp>
      <p:sp>
        <p:nvSpPr>
          <p:cNvPr id="531" name="Shape 529"/>
          <p:cNvSpPr/>
          <p:nvPr/>
        </p:nvSpPr>
        <p:spPr>
          <a:xfrm>
            <a:off x="1417320" y="3622548"/>
            <a:ext cx="142761" cy="97231"/>
          </a:xfrm>
          <a:prstGeom prst="rect">
            <a:avLst/>
          </a:prstGeom>
          <a:solidFill>
            <a:srgbClr val="E9EDEB"/>
          </a:solidFill>
          <a:ln w="12700">
            <a:solidFill>
              <a:srgbClr val="E9EDEB"/>
            </a:solidFill>
            <a:prstDash val="solid"/>
          </a:ln>
        </p:spPr>
      </p:sp>
      <p:sp>
        <p:nvSpPr>
          <p:cNvPr id="532" name="Shape 530"/>
          <p:cNvSpPr/>
          <p:nvPr/>
        </p:nvSpPr>
        <p:spPr>
          <a:xfrm>
            <a:off x="1580198" y="3622548"/>
            <a:ext cx="142761" cy="97231"/>
          </a:xfrm>
          <a:prstGeom prst="rect">
            <a:avLst/>
          </a:prstGeom>
          <a:solidFill>
            <a:srgbClr val="E9EDEB"/>
          </a:solidFill>
          <a:ln w="12700">
            <a:solidFill>
              <a:srgbClr val="E9EDEB"/>
            </a:solidFill>
            <a:prstDash val="solid"/>
          </a:ln>
        </p:spPr>
      </p:sp>
      <p:sp>
        <p:nvSpPr>
          <p:cNvPr id="533" name="Shape 531"/>
          <p:cNvSpPr/>
          <p:nvPr/>
        </p:nvSpPr>
        <p:spPr>
          <a:xfrm>
            <a:off x="1743075" y="3622548"/>
            <a:ext cx="142761" cy="97231"/>
          </a:xfrm>
          <a:prstGeom prst="rect">
            <a:avLst/>
          </a:prstGeom>
          <a:solidFill>
            <a:srgbClr val="E9EDEB"/>
          </a:solidFill>
          <a:ln w="12700">
            <a:solidFill>
              <a:srgbClr val="E9EDEB"/>
            </a:solidFill>
            <a:prstDash val="solid"/>
          </a:ln>
        </p:spPr>
      </p:sp>
      <p:sp>
        <p:nvSpPr>
          <p:cNvPr id="534" name="Shape 532"/>
          <p:cNvSpPr/>
          <p:nvPr/>
        </p:nvSpPr>
        <p:spPr>
          <a:xfrm>
            <a:off x="1905953" y="3622548"/>
            <a:ext cx="142761" cy="97231"/>
          </a:xfrm>
          <a:prstGeom prst="rect">
            <a:avLst/>
          </a:prstGeom>
          <a:solidFill>
            <a:srgbClr val="E9EDEB"/>
          </a:solidFill>
          <a:ln w="12700">
            <a:solidFill>
              <a:srgbClr val="E9EDEB"/>
            </a:solidFill>
            <a:prstDash val="solid"/>
          </a:ln>
        </p:spPr>
      </p:sp>
      <p:sp>
        <p:nvSpPr>
          <p:cNvPr id="535" name="Shape 533"/>
          <p:cNvSpPr/>
          <p:nvPr/>
        </p:nvSpPr>
        <p:spPr>
          <a:xfrm>
            <a:off x="2068830" y="3622548"/>
            <a:ext cx="142761" cy="97231"/>
          </a:xfrm>
          <a:prstGeom prst="rect">
            <a:avLst/>
          </a:prstGeom>
          <a:solidFill>
            <a:srgbClr val="E9EDEB"/>
          </a:solidFill>
          <a:ln w="12700">
            <a:solidFill>
              <a:srgbClr val="E9EDEB"/>
            </a:solidFill>
            <a:prstDash val="solid"/>
          </a:ln>
        </p:spPr>
      </p:sp>
      <p:sp>
        <p:nvSpPr>
          <p:cNvPr id="536" name="Shape 534"/>
          <p:cNvSpPr/>
          <p:nvPr/>
        </p:nvSpPr>
        <p:spPr>
          <a:xfrm>
            <a:off x="2231708" y="3622548"/>
            <a:ext cx="142761" cy="97231"/>
          </a:xfrm>
          <a:prstGeom prst="rect">
            <a:avLst/>
          </a:prstGeom>
          <a:solidFill>
            <a:srgbClr val="E9EDEB"/>
          </a:solidFill>
          <a:ln w="12700">
            <a:solidFill>
              <a:srgbClr val="E9EDEB"/>
            </a:solidFill>
            <a:prstDash val="solid"/>
          </a:ln>
        </p:spPr>
      </p:sp>
      <p:sp>
        <p:nvSpPr>
          <p:cNvPr id="537" name="Shape 535"/>
          <p:cNvSpPr/>
          <p:nvPr/>
        </p:nvSpPr>
        <p:spPr>
          <a:xfrm>
            <a:off x="2394585" y="3622548"/>
            <a:ext cx="142761" cy="97231"/>
          </a:xfrm>
          <a:prstGeom prst="rect">
            <a:avLst/>
          </a:prstGeom>
          <a:solidFill>
            <a:srgbClr val="E9EDEB"/>
          </a:solidFill>
          <a:ln w="12700">
            <a:solidFill>
              <a:srgbClr val="E9EDEB"/>
            </a:solidFill>
            <a:prstDash val="solid"/>
          </a:ln>
        </p:spPr>
      </p:sp>
      <p:sp>
        <p:nvSpPr>
          <p:cNvPr id="538" name="Shape 536"/>
          <p:cNvSpPr/>
          <p:nvPr/>
        </p:nvSpPr>
        <p:spPr>
          <a:xfrm>
            <a:off x="2557463" y="3622548"/>
            <a:ext cx="142761" cy="97231"/>
          </a:xfrm>
          <a:prstGeom prst="rect">
            <a:avLst/>
          </a:prstGeom>
          <a:solidFill>
            <a:srgbClr val="E9EDEB"/>
          </a:solidFill>
          <a:ln w="12700">
            <a:solidFill>
              <a:srgbClr val="E9EDEB"/>
            </a:solidFill>
            <a:prstDash val="solid"/>
          </a:ln>
        </p:spPr>
      </p:sp>
      <p:sp>
        <p:nvSpPr>
          <p:cNvPr id="539" name="Shape 537"/>
          <p:cNvSpPr/>
          <p:nvPr/>
        </p:nvSpPr>
        <p:spPr>
          <a:xfrm>
            <a:off x="2720340" y="3622548"/>
            <a:ext cx="142761" cy="97231"/>
          </a:xfrm>
          <a:prstGeom prst="rect">
            <a:avLst/>
          </a:prstGeom>
          <a:solidFill>
            <a:srgbClr val="E9EDEB"/>
          </a:solidFill>
          <a:ln w="12700">
            <a:solidFill>
              <a:srgbClr val="E9EDEB"/>
            </a:solidFill>
            <a:prstDash val="solid"/>
          </a:ln>
        </p:spPr>
      </p:sp>
      <p:sp>
        <p:nvSpPr>
          <p:cNvPr id="540" name="Shape 538"/>
          <p:cNvSpPr/>
          <p:nvPr/>
        </p:nvSpPr>
        <p:spPr>
          <a:xfrm>
            <a:off x="2883218" y="3622548"/>
            <a:ext cx="142761" cy="97231"/>
          </a:xfrm>
          <a:prstGeom prst="rect">
            <a:avLst/>
          </a:prstGeom>
          <a:solidFill>
            <a:srgbClr val="E9EDEB"/>
          </a:solidFill>
          <a:ln w="12700">
            <a:solidFill>
              <a:srgbClr val="E9EDEB"/>
            </a:solidFill>
            <a:prstDash val="solid"/>
          </a:ln>
        </p:spPr>
      </p:sp>
      <p:sp>
        <p:nvSpPr>
          <p:cNvPr id="541" name="Shape 539"/>
          <p:cNvSpPr/>
          <p:nvPr/>
        </p:nvSpPr>
        <p:spPr>
          <a:xfrm>
            <a:off x="3046095" y="3622548"/>
            <a:ext cx="142761" cy="97231"/>
          </a:xfrm>
          <a:prstGeom prst="rect">
            <a:avLst/>
          </a:prstGeom>
          <a:solidFill>
            <a:srgbClr val="E9EDEB"/>
          </a:solidFill>
          <a:ln w="12700">
            <a:solidFill>
              <a:srgbClr val="E9EDEB"/>
            </a:solidFill>
            <a:prstDash val="solid"/>
          </a:ln>
        </p:spPr>
      </p:sp>
      <p:sp>
        <p:nvSpPr>
          <p:cNvPr id="542" name="Shape 540"/>
          <p:cNvSpPr/>
          <p:nvPr/>
        </p:nvSpPr>
        <p:spPr>
          <a:xfrm>
            <a:off x="3208972" y="3622548"/>
            <a:ext cx="142761" cy="97231"/>
          </a:xfrm>
          <a:prstGeom prst="rect">
            <a:avLst/>
          </a:prstGeom>
          <a:solidFill>
            <a:srgbClr val="E9EDEB"/>
          </a:solidFill>
          <a:ln w="12700">
            <a:solidFill>
              <a:srgbClr val="E9EDEB"/>
            </a:solidFill>
            <a:prstDash val="solid"/>
          </a:ln>
        </p:spPr>
      </p:sp>
      <p:sp>
        <p:nvSpPr>
          <p:cNvPr id="543" name="Shape 541"/>
          <p:cNvSpPr/>
          <p:nvPr/>
        </p:nvSpPr>
        <p:spPr>
          <a:xfrm>
            <a:off x="3371850" y="3622548"/>
            <a:ext cx="142761" cy="97231"/>
          </a:xfrm>
          <a:prstGeom prst="rect">
            <a:avLst/>
          </a:prstGeom>
          <a:solidFill>
            <a:srgbClr val="E9EDEB"/>
          </a:solidFill>
          <a:ln w="12700">
            <a:solidFill>
              <a:srgbClr val="E9EDEB"/>
            </a:solidFill>
            <a:prstDash val="solid"/>
          </a:ln>
        </p:spPr>
      </p:sp>
      <p:sp>
        <p:nvSpPr>
          <p:cNvPr id="544" name="Shape 542"/>
          <p:cNvSpPr/>
          <p:nvPr/>
        </p:nvSpPr>
        <p:spPr>
          <a:xfrm>
            <a:off x="3534727" y="3622548"/>
            <a:ext cx="142761" cy="97231"/>
          </a:xfrm>
          <a:prstGeom prst="rect">
            <a:avLst/>
          </a:prstGeom>
          <a:solidFill>
            <a:srgbClr val="E9EDEB"/>
          </a:solidFill>
          <a:ln w="12700">
            <a:solidFill>
              <a:srgbClr val="E9EDEB"/>
            </a:solidFill>
            <a:prstDash val="solid"/>
          </a:ln>
        </p:spPr>
      </p:sp>
      <p:sp>
        <p:nvSpPr>
          <p:cNvPr id="545" name="Shape 543"/>
          <p:cNvSpPr/>
          <p:nvPr/>
        </p:nvSpPr>
        <p:spPr>
          <a:xfrm>
            <a:off x="3697605" y="3622548"/>
            <a:ext cx="142761" cy="97231"/>
          </a:xfrm>
          <a:prstGeom prst="rect">
            <a:avLst/>
          </a:prstGeom>
          <a:solidFill>
            <a:srgbClr val="E9EDEB"/>
          </a:solidFill>
          <a:ln w="12700">
            <a:solidFill>
              <a:srgbClr val="E9EDEB"/>
            </a:solidFill>
            <a:prstDash val="solid"/>
          </a:ln>
        </p:spPr>
      </p:sp>
      <p:sp>
        <p:nvSpPr>
          <p:cNvPr id="546" name="Shape 544"/>
          <p:cNvSpPr/>
          <p:nvPr/>
        </p:nvSpPr>
        <p:spPr>
          <a:xfrm>
            <a:off x="3860483" y="3622548"/>
            <a:ext cx="142761" cy="97231"/>
          </a:xfrm>
          <a:prstGeom prst="rect">
            <a:avLst/>
          </a:prstGeom>
          <a:solidFill>
            <a:srgbClr val="E9EDEB"/>
          </a:solidFill>
          <a:ln w="12700">
            <a:solidFill>
              <a:srgbClr val="E9EDEB"/>
            </a:solidFill>
            <a:prstDash val="solid"/>
          </a:ln>
        </p:spPr>
      </p:sp>
      <p:sp>
        <p:nvSpPr>
          <p:cNvPr id="547" name="Shape 545"/>
          <p:cNvSpPr/>
          <p:nvPr/>
        </p:nvSpPr>
        <p:spPr>
          <a:xfrm>
            <a:off x="4023360" y="3622548"/>
            <a:ext cx="142761" cy="97231"/>
          </a:xfrm>
          <a:prstGeom prst="rect">
            <a:avLst/>
          </a:prstGeom>
          <a:solidFill>
            <a:srgbClr val="E9EDEB"/>
          </a:solidFill>
          <a:ln w="12700">
            <a:solidFill>
              <a:srgbClr val="E9EDEB"/>
            </a:solidFill>
            <a:prstDash val="solid"/>
          </a:ln>
        </p:spPr>
      </p:sp>
      <p:sp>
        <p:nvSpPr>
          <p:cNvPr id="548" name="Shape 546"/>
          <p:cNvSpPr/>
          <p:nvPr/>
        </p:nvSpPr>
        <p:spPr>
          <a:xfrm>
            <a:off x="4186238" y="3622548"/>
            <a:ext cx="142761" cy="97231"/>
          </a:xfrm>
          <a:prstGeom prst="rect">
            <a:avLst/>
          </a:prstGeom>
          <a:solidFill>
            <a:srgbClr val="E9EDEB"/>
          </a:solidFill>
          <a:ln w="12700">
            <a:solidFill>
              <a:srgbClr val="E9EDEB"/>
            </a:solidFill>
            <a:prstDash val="solid"/>
          </a:ln>
        </p:spPr>
      </p:sp>
      <p:sp>
        <p:nvSpPr>
          <p:cNvPr id="549" name="Shape 547"/>
          <p:cNvSpPr/>
          <p:nvPr/>
        </p:nvSpPr>
        <p:spPr>
          <a:xfrm>
            <a:off x="4349115" y="3622548"/>
            <a:ext cx="142761" cy="97231"/>
          </a:xfrm>
          <a:prstGeom prst="rect">
            <a:avLst/>
          </a:prstGeom>
          <a:solidFill>
            <a:srgbClr val="E9EDEB"/>
          </a:solidFill>
          <a:ln w="12700">
            <a:solidFill>
              <a:srgbClr val="E9EDEB"/>
            </a:solidFill>
            <a:prstDash val="solid"/>
          </a:ln>
        </p:spPr>
      </p:sp>
      <p:sp>
        <p:nvSpPr>
          <p:cNvPr id="550" name="Shape 548"/>
          <p:cNvSpPr/>
          <p:nvPr/>
        </p:nvSpPr>
        <p:spPr>
          <a:xfrm>
            <a:off x="4511992" y="3622548"/>
            <a:ext cx="142761" cy="97231"/>
          </a:xfrm>
          <a:prstGeom prst="rect">
            <a:avLst/>
          </a:prstGeom>
          <a:solidFill>
            <a:srgbClr val="E9EDEB"/>
          </a:solidFill>
          <a:ln w="12700">
            <a:solidFill>
              <a:srgbClr val="E9EDEB"/>
            </a:solidFill>
            <a:prstDash val="solid"/>
          </a:ln>
        </p:spPr>
      </p:sp>
      <p:sp>
        <p:nvSpPr>
          <p:cNvPr id="551" name="Shape 549"/>
          <p:cNvSpPr/>
          <p:nvPr/>
        </p:nvSpPr>
        <p:spPr>
          <a:xfrm>
            <a:off x="4674870" y="3622548"/>
            <a:ext cx="142761" cy="97231"/>
          </a:xfrm>
          <a:prstGeom prst="rect">
            <a:avLst/>
          </a:prstGeom>
          <a:solidFill>
            <a:srgbClr val="E9EDEB"/>
          </a:solidFill>
          <a:ln w="12700">
            <a:solidFill>
              <a:srgbClr val="E9EDEB"/>
            </a:solidFill>
            <a:prstDash val="solid"/>
          </a:ln>
        </p:spPr>
      </p:sp>
      <p:sp>
        <p:nvSpPr>
          <p:cNvPr id="552" name="Shape 550"/>
          <p:cNvSpPr/>
          <p:nvPr/>
        </p:nvSpPr>
        <p:spPr>
          <a:xfrm>
            <a:off x="4837747" y="3622548"/>
            <a:ext cx="142761" cy="97231"/>
          </a:xfrm>
          <a:prstGeom prst="rect">
            <a:avLst/>
          </a:prstGeom>
          <a:solidFill>
            <a:srgbClr val="E9EDEB"/>
          </a:solidFill>
          <a:ln w="12700">
            <a:solidFill>
              <a:srgbClr val="E9EDEB"/>
            </a:solidFill>
            <a:prstDash val="solid"/>
          </a:ln>
        </p:spPr>
      </p:sp>
      <p:sp>
        <p:nvSpPr>
          <p:cNvPr id="553" name="Shape 551"/>
          <p:cNvSpPr/>
          <p:nvPr/>
        </p:nvSpPr>
        <p:spPr>
          <a:xfrm>
            <a:off x="5000625" y="3622548"/>
            <a:ext cx="142761" cy="97231"/>
          </a:xfrm>
          <a:prstGeom prst="rect">
            <a:avLst/>
          </a:prstGeom>
          <a:solidFill>
            <a:srgbClr val="E9EDEB"/>
          </a:solidFill>
          <a:ln w="12700">
            <a:solidFill>
              <a:srgbClr val="E9EDEB"/>
            </a:solidFill>
            <a:prstDash val="solid"/>
          </a:ln>
        </p:spPr>
      </p:sp>
      <p:sp>
        <p:nvSpPr>
          <p:cNvPr id="554" name="Shape 552"/>
          <p:cNvSpPr/>
          <p:nvPr/>
        </p:nvSpPr>
        <p:spPr>
          <a:xfrm>
            <a:off x="5163503" y="3622548"/>
            <a:ext cx="142761" cy="97231"/>
          </a:xfrm>
          <a:prstGeom prst="rect">
            <a:avLst/>
          </a:prstGeom>
          <a:solidFill>
            <a:srgbClr val="E9EDEB"/>
          </a:solidFill>
          <a:ln w="12700">
            <a:solidFill>
              <a:srgbClr val="E9EDEB"/>
            </a:solidFill>
            <a:prstDash val="solid"/>
          </a:ln>
        </p:spPr>
      </p:sp>
      <p:sp>
        <p:nvSpPr>
          <p:cNvPr id="555" name="Shape 553"/>
          <p:cNvSpPr/>
          <p:nvPr/>
        </p:nvSpPr>
        <p:spPr>
          <a:xfrm>
            <a:off x="5326380" y="3622548"/>
            <a:ext cx="142761" cy="97231"/>
          </a:xfrm>
          <a:prstGeom prst="rect">
            <a:avLst/>
          </a:prstGeom>
          <a:solidFill>
            <a:srgbClr val="E9EDEB"/>
          </a:solidFill>
          <a:ln w="12700">
            <a:solidFill>
              <a:srgbClr val="E9EDEB"/>
            </a:solidFill>
            <a:prstDash val="solid"/>
          </a:ln>
        </p:spPr>
      </p:sp>
      <p:sp>
        <p:nvSpPr>
          <p:cNvPr id="556" name="Shape 554"/>
          <p:cNvSpPr/>
          <p:nvPr/>
        </p:nvSpPr>
        <p:spPr>
          <a:xfrm>
            <a:off x="5489257" y="3622548"/>
            <a:ext cx="142761" cy="97231"/>
          </a:xfrm>
          <a:prstGeom prst="rect">
            <a:avLst/>
          </a:prstGeom>
          <a:solidFill>
            <a:srgbClr val="E9EDEB"/>
          </a:solidFill>
          <a:ln w="12700">
            <a:solidFill>
              <a:srgbClr val="E9EDEB"/>
            </a:solidFill>
            <a:prstDash val="solid"/>
          </a:ln>
        </p:spPr>
      </p:sp>
      <p:sp>
        <p:nvSpPr>
          <p:cNvPr id="557" name="Shape 555"/>
          <p:cNvSpPr/>
          <p:nvPr/>
        </p:nvSpPr>
        <p:spPr>
          <a:xfrm>
            <a:off x="5652135" y="3622548"/>
            <a:ext cx="142761" cy="97231"/>
          </a:xfrm>
          <a:prstGeom prst="rect">
            <a:avLst/>
          </a:prstGeom>
          <a:solidFill>
            <a:srgbClr val="E9EDEB"/>
          </a:solidFill>
          <a:ln w="12700">
            <a:solidFill>
              <a:srgbClr val="E9EDEB"/>
            </a:solidFill>
            <a:prstDash val="solid"/>
          </a:ln>
        </p:spPr>
      </p:sp>
      <p:sp>
        <p:nvSpPr>
          <p:cNvPr id="558" name="Shape 556"/>
          <p:cNvSpPr/>
          <p:nvPr/>
        </p:nvSpPr>
        <p:spPr>
          <a:xfrm>
            <a:off x="5815012" y="3622548"/>
            <a:ext cx="142761" cy="97231"/>
          </a:xfrm>
          <a:prstGeom prst="rect">
            <a:avLst/>
          </a:prstGeom>
          <a:solidFill>
            <a:srgbClr val="E9EDEB"/>
          </a:solidFill>
          <a:ln w="12700">
            <a:solidFill>
              <a:srgbClr val="E9EDEB"/>
            </a:solidFill>
            <a:prstDash val="solid"/>
          </a:ln>
        </p:spPr>
      </p:sp>
      <p:sp>
        <p:nvSpPr>
          <p:cNvPr id="559" name="Shape 557"/>
          <p:cNvSpPr/>
          <p:nvPr/>
        </p:nvSpPr>
        <p:spPr>
          <a:xfrm>
            <a:off x="5977890" y="3622548"/>
            <a:ext cx="142761" cy="97231"/>
          </a:xfrm>
          <a:prstGeom prst="rect">
            <a:avLst/>
          </a:prstGeom>
          <a:solidFill>
            <a:srgbClr val="E9EDEB"/>
          </a:solidFill>
          <a:ln w="12700">
            <a:solidFill>
              <a:srgbClr val="E9EDEB"/>
            </a:solidFill>
            <a:prstDash val="solid"/>
          </a:ln>
        </p:spPr>
      </p:sp>
      <p:sp>
        <p:nvSpPr>
          <p:cNvPr id="560" name="Shape 558"/>
          <p:cNvSpPr/>
          <p:nvPr/>
        </p:nvSpPr>
        <p:spPr>
          <a:xfrm>
            <a:off x="6140767" y="3622548"/>
            <a:ext cx="142761" cy="97231"/>
          </a:xfrm>
          <a:prstGeom prst="rect">
            <a:avLst/>
          </a:prstGeom>
          <a:solidFill>
            <a:srgbClr val="E9EDEB"/>
          </a:solidFill>
          <a:ln w="12700">
            <a:solidFill>
              <a:srgbClr val="E9EDEB"/>
            </a:solidFill>
            <a:prstDash val="solid"/>
          </a:ln>
        </p:spPr>
      </p:sp>
      <p:sp>
        <p:nvSpPr>
          <p:cNvPr id="561" name="Shape 559"/>
          <p:cNvSpPr/>
          <p:nvPr/>
        </p:nvSpPr>
        <p:spPr>
          <a:xfrm>
            <a:off x="6303645" y="3622548"/>
            <a:ext cx="142761" cy="97231"/>
          </a:xfrm>
          <a:prstGeom prst="rect">
            <a:avLst/>
          </a:prstGeom>
          <a:solidFill>
            <a:srgbClr val="E9EDEB"/>
          </a:solidFill>
          <a:ln w="12700">
            <a:solidFill>
              <a:srgbClr val="E9EDEB"/>
            </a:solidFill>
            <a:prstDash val="solid"/>
          </a:ln>
        </p:spPr>
      </p:sp>
      <p:sp>
        <p:nvSpPr>
          <p:cNvPr id="562" name="Shape 560"/>
          <p:cNvSpPr/>
          <p:nvPr/>
        </p:nvSpPr>
        <p:spPr>
          <a:xfrm>
            <a:off x="6466522" y="3622548"/>
            <a:ext cx="142761" cy="97231"/>
          </a:xfrm>
          <a:prstGeom prst="rect">
            <a:avLst/>
          </a:prstGeom>
          <a:solidFill>
            <a:srgbClr val="E9EDEB"/>
          </a:solidFill>
          <a:ln w="12700">
            <a:solidFill>
              <a:srgbClr val="E9EDEB"/>
            </a:solidFill>
            <a:prstDash val="solid"/>
          </a:ln>
        </p:spPr>
      </p:sp>
      <p:sp>
        <p:nvSpPr>
          <p:cNvPr id="563" name="Shape 561"/>
          <p:cNvSpPr/>
          <p:nvPr/>
        </p:nvSpPr>
        <p:spPr>
          <a:xfrm>
            <a:off x="6629400" y="3622548"/>
            <a:ext cx="142761" cy="97231"/>
          </a:xfrm>
          <a:prstGeom prst="rect">
            <a:avLst/>
          </a:prstGeom>
          <a:solidFill>
            <a:srgbClr val="E9EDEB"/>
          </a:solidFill>
          <a:ln w="12700">
            <a:solidFill>
              <a:srgbClr val="E9EDEB"/>
            </a:solidFill>
            <a:prstDash val="solid"/>
          </a:ln>
        </p:spPr>
      </p:sp>
      <p:sp>
        <p:nvSpPr>
          <p:cNvPr id="564" name="Shape 562"/>
          <p:cNvSpPr/>
          <p:nvPr/>
        </p:nvSpPr>
        <p:spPr>
          <a:xfrm>
            <a:off x="6792277" y="3622548"/>
            <a:ext cx="142761" cy="97231"/>
          </a:xfrm>
          <a:prstGeom prst="rect">
            <a:avLst/>
          </a:prstGeom>
          <a:solidFill>
            <a:srgbClr val="E9EDEB"/>
          </a:solidFill>
          <a:ln w="12700">
            <a:solidFill>
              <a:srgbClr val="E9EDEB"/>
            </a:solidFill>
            <a:prstDash val="solid"/>
          </a:ln>
        </p:spPr>
      </p:sp>
      <p:sp>
        <p:nvSpPr>
          <p:cNvPr id="565" name="Shape 563"/>
          <p:cNvSpPr/>
          <p:nvPr/>
        </p:nvSpPr>
        <p:spPr>
          <a:xfrm>
            <a:off x="6955155" y="3622548"/>
            <a:ext cx="142761" cy="97231"/>
          </a:xfrm>
          <a:prstGeom prst="rect">
            <a:avLst/>
          </a:prstGeom>
          <a:solidFill>
            <a:srgbClr val="E9EDEB"/>
          </a:solidFill>
          <a:ln w="12700">
            <a:solidFill>
              <a:srgbClr val="E9EDEB"/>
            </a:solidFill>
            <a:prstDash val="solid"/>
          </a:ln>
        </p:spPr>
      </p:sp>
      <p:sp>
        <p:nvSpPr>
          <p:cNvPr id="566" name="Shape 564"/>
          <p:cNvSpPr/>
          <p:nvPr/>
        </p:nvSpPr>
        <p:spPr>
          <a:xfrm>
            <a:off x="7118032" y="3622548"/>
            <a:ext cx="142761" cy="97231"/>
          </a:xfrm>
          <a:prstGeom prst="rect">
            <a:avLst/>
          </a:prstGeom>
          <a:solidFill>
            <a:srgbClr val="E9EDEB"/>
          </a:solidFill>
          <a:ln w="12700">
            <a:solidFill>
              <a:srgbClr val="E9EDEB"/>
            </a:solidFill>
            <a:prstDash val="solid"/>
          </a:ln>
        </p:spPr>
      </p:sp>
      <p:sp>
        <p:nvSpPr>
          <p:cNvPr id="567" name="Shape 565"/>
          <p:cNvSpPr/>
          <p:nvPr/>
        </p:nvSpPr>
        <p:spPr>
          <a:xfrm>
            <a:off x="7280910" y="3622548"/>
            <a:ext cx="142761" cy="97231"/>
          </a:xfrm>
          <a:prstGeom prst="rect">
            <a:avLst/>
          </a:prstGeom>
          <a:solidFill>
            <a:srgbClr val="E9EDEB"/>
          </a:solidFill>
          <a:ln w="12700">
            <a:solidFill>
              <a:srgbClr val="E9EDEB"/>
            </a:solidFill>
            <a:prstDash val="solid"/>
          </a:ln>
        </p:spPr>
      </p:sp>
      <p:sp>
        <p:nvSpPr>
          <p:cNvPr id="568" name="Shape 566"/>
          <p:cNvSpPr/>
          <p:nvPr/>
        </p:nvSpPr>
        <p:spPr>
          <a:xfrm>
            <a:off x="7443788" y="3622548"/>
            <a:ext cx="142761" cy="97231"/>
          </a:xfrm>
          <a:prstGeom prst="rect">
            <a:avLst/>
          </a:prstGeom>
          <a:solidFill>
            <a:srgbClr val="E9EDEB"/>
          </a:solidFill>
          <a:ln w="12700">
            <a:solidFill>
              <a:srgbClr val="E9EDEB"/>
            </a:solidFill>
            <a:prstDash val="solid"/>
          </a:ln>
        </p:spPr>
      </p:sp>
      <p:sp>
        <p:nvSpPr>
          <p:cNvPr id="569" name="Shape 567"/>
          <p:cNvSpPr/>
          <p:nvPr/>
        </p:nvSpPr>
        <p:spPr>
          <a:xfrm>
            <a:off x="7606665" y="3622548"/>
            <a:ext cx="142761" cy="97231"/>
          </a:xfrm>
          <a:prstGeom prst="rect">
            <a:avLst/>
          </a:prstGeom>
          <a:solidFill>
            <a:srgbClr val="E9EDEB"/>
          </a:solidFill>
          <a:ln w="12700">
            <a:solidFill>
              <a:srgbClr val="E9EDEB"/>
            </a:solidFill>
            <a:prstDash val="solid"/>
          </a:ln>
        </p:spPr>
      </p:sp>
      <p:sp>
        <p:nvSpPr>
          <p:cNvPr id="570" name="Shape 568"/>
          <p:cNvSpPr/>
          <p:nvPr/>
        </p:nvSpPr>
        <p:spPr>
          <a:xfrm>
            <a:off x="7769542" y="3622548"/>
            <a:ext cx="142761" cy="97231"/>
          </a:xfrm>
          <a:prstGeom prst="rect">
            <a:avLst/>
          </a:prstGeom>
          <a:solidFill>
            <a:srgbClr val="E9EDEB"/>
          </a:solidFill>
          <a:ln w="12700">
            <a:solidFill>
              <a:srgbClr val="E9EDEB"/>
            </a:solidFill>
            <a:prstDash val="solid"/>
          </a:ln>
        </p:spPr>
      </p:sp>
      <p:sp>
        <p:nvSpPr>
          <p:cNvPr id="571" name="Shape 569"/>
          <p:cNvSpPr/>
          <p:nvPr/>
        </p:nvSpPr>
        <p:spPr>
          <a:xfrm>
            <a:off x="7932420" y="3622548"/>
            <a:ext cx="142761" cy="97231"/>
          </a:xfrm>
          <a:prstGeom prst="rect">
            <a:avLst/>
          </a:prstGeom>
          <a:solidFill>
            <a:srgbClr val="E9EDEB"/>
          </a:solidFill>
          <a:ln w="12700">
            <a:solidFill>
              <a:srgbClr val="E9EDEB"/>
            </a:solidFill>
            <a:prstDash val="solid"/>
          </a:ln>
        </p:spPr>
      </p:sp>
      <p:sp>
        <p:nvSpPr>
          <p:cNvPr id="572" name="Shape 570"/>
          <p:cNvSpPr/>
          <p:nvPr/>
        </p:nvSpPr>
        <p:spPr>
          <a:xfrm>
            <a:off x="8095297" y="3622548"/>
            <a:ext cx="142761" cy="97231"/>
          </a:xfrm>
          <a:prstGeom prst="rect">
            <a:avLst/>
          </a:prstGeom>
          <a:solidFill>
            <a:srgbClr val="E9EDEB"/>
          </a:solidFill>
          <a:ln w="12700">
            <a:solidFill>
              <a:srgbClr val="E9EDEB"/>
            </a:solidFill>
            <a:prstDash val="solid"/>
          </a:ln>
        </p:spPr>
      </p:sp>
      <p:sp>
        <p:nvSpPr>
          <p:cNvPr id="573" name="Shape 571"/>
          <p:cNvSpPr/>
          <p:nvPr/>
        </p:nvSpPr>
        <p:spPr>
          <a:xfrm>
            <a:off x="8258175" y="3622548"/>
            <a:ext cx="142761" cy="97231"/>
          </a:xfrm>
          <a:prstGeom prst="rect">
            <a:avLst/>
          </a:prstGeom>
          <a:solidFill>
            <a:srgbClr val="E9EDEB"/>
          </a:solidFill>
          <a:ln w="12700">
            <a:solidFill>
              <a:srgbClr val="E9EDEB"/>
            </a:solidFill>
            <a:prstDash val="solid"/>
          </a:ln>
        </p:spPr>
      </p:sp>
      <p:sp>
        <p:nvSpPr>
          <p:cNvPr id="574" name="Shape 572"/>
          <p:cNvSpPr/>
          <p:nvPr/>
        </p:nvSpPr>
        <p:spPr>
          <a:xfrm>
            <a:off x="8421053" y="3622548"/>
            <a:ext cx="142761" cy="97231"/>
          </a:xfrm>
          <a:prstGeom prst="rect">
            <a:avLst/>
          </a:prstGeom>
          <a:solidFill>
            <a:srgbClr val="E9EDEB"/>
          </a:solidFill>
          <a:ln w="12700">
            <a:solidFill>
              <a:srgbClr val="E9EDEB"/>
            </a:solidFill>
            <a:prstDash val="solid"/>
          </a:ln>
        </p:spPr>
      </p:sp>
      <p:sp>
        <p:nvSpPr>
          <p:cNvPr id="575" name="Shape 573"/>
          <p:cNvSpPr/>
          <p:nvPr/>
        </p:nvSpPr>
        <p:spPr>
          <a:xfrm>
            <a:off x="8583930" y="3622548"/>
            <a:ext cx="142761" cy="97231"/>
          </a:xfrm>
          <a:prstGeom prst="rect">
            <a:avLst/>
          </a:prstGeom>
          <a:solidFill>
            <a:srgbClr val="E9EDEB"/>
          </a:solidFill>
          <a:ln w="12700">
            <a:solidFill>
              <a:srgbClr val="E9EDEB"/>
            </a:solidFill>
            <a:prstDash val="solid"/>
          </a:ln>
        </p:spPr>
      </p:sp>
      <p:sp>
        <p:nvSpPr>
          <p:cNvPr id="576" name="Shape 574"/>
          <p:cNvSpPr/>
          <p:nvPr/>
        </p:nvSpPr>
        <p:spPr>
          <a:xfrm>
            <a:off x="8746807" y="3622548"/>
            <a:ext cx="142761" cy="97231"/>
          </a:xfrm>
          <a:prstGeom prst="rect">
            <a:avLst/>
          </a:prstGeom>
          <a:solidFill>
            <a:srgbClr val="E9EDEB"/>
          </a:solidFill>
          <a:ln w="12700">
            <a:solidFill>
              <a:srgbClr val="E9EDEB"/>
            </a:solidFill>
            <a:prstDash val="solid"/>
          </a:ln>
        </p:spPr>
      </p:sp>
      <p:sp>
        <p:nvSpPr>
          <p:cNvPr id="577" name="Shape 575"/>
          <p:cNvSpPr/>
          <p:nvPr/>
        </p:nvSpPr>
        <p:spPr>
          <a:xfrm>
            <a:off x="8909685" y="3622548"/>
            <a:ext cx="142761" cy="97231"/>
          </a:xfrm>
          <a:prstGeom prst="rect">
            <a:avLst/>
          </a:prstGeom>
          <a:solidFill>
            <a:srgbClr val="E9EDEB"/>
          </a:solidFill>
          <a:ln w="12700">
            <a:solidFill>
              <a:srgbClr val="E9EDEB"/>
            </a:solidFill>
            <a:prstDash val="solid"/>
          </a:ln>
        </p:spPr>
      </p:sp>
      <p:sp>
        <p:nvSpPr>
          <p:cNvPr id="578" name="Shape 576"/>
          <p:cNvSpPr/>
          <p:nvPr/>
        </p:nvSpPr>
        <p:spPr>
          <a:xfrm>
            <a:off x="9072563" y="3622548"/>
            <a:ext cx="142761" cy="97231"/>
          </a:xfrm>
          <a:prstGeom prst="rect">
            <a:avLst/>
          </a:prstGeom>
          <a:solidFill>
            <a:srgbClr val="E9EDEB"/>
          </a:solidFill>
          <a:ln w="12700">
            <a:solidFill>
              <a:srgbClr val="E9EDEB"/>
            </a:solidFill>
            <a:prstDash val="solid"/>
          </a:ln>
        </p:spPr>
      </p:sp>
      <p:sp>
        <p:nvSpPr>
          <p:cNvPr id="579" name="Shape 577"/>
          <p:cNvSpPr/>
          <p:nvPr/>
        </p:nvSpPr>
        <p:spPr>
          <a:xfrm>
            <a:off x="1417320" y="3739896"/>
            <a:ext cx="142761" cy="97231"/>
          </a:xfrm>
          <a:prstGeom prst="rect">
            <a:avLst/>
          </a:prstGeom>
          <a:solidFill>
            <a:srgbClr val="E9EDEB"/>
          </a:solidFill>
          <a:ln w="12700">
            <a:solidFill>
              <a:srgbClr val="E9EDEB"/>
            </a:solidFill>
            <a:prstDash val="solid"/>
          </a:ln>
        </p:spPr>
      </p:sp>
      <p:sp>
        <p:nvSpPr>
          <p:cNvPr id="580" name="Shape 578"/>
          <p:cNvSpPr/>
          <p:nvPr/>
        </p:nvSpPr>
        <p:spPr>
          <a:xfrm>
            <a:off x="1580198" y="3739896"/>
            <a:ext cx="142761" cy="97231"/>
          </a:xfrm>
          <a:prstGeom prst="rect">
            <a:avLst/>
          </a:prstGeom>
          <a:solidFill>
            <a:srgbClr val="E9EDEB"/>
          </a:solidFill>
          <a:ln w="12700">
            <a:solidFill>
              <a:srgbClr val="E9EDEB"/>
            </a:solidFill>
            <a:prstDash val="solid"/>
          </a:ln>
        </p:spPr>
      </p:sp>
      <p:sp>
        <p:nvSpPr>
          <p:cNvPr id="581" name="Shape 579"/>
          <p:cNvSpPr/>
          <p:nvPr/>
        </p:nvSpPr>
        <p:spPr>
          <a:xfrm>
            <a:off x="1743075" y="3739896"/>
            <a:ext cx="142761" cy="97231"/>
          </a:xfrm>
          <a:prstGeom prst="rect">
            <a:avLst/>
          </a:prstGeom>
          <a:solidFill>
            <a:srgbClr val="E9EDEB"/>
          </a:solidFill>
          <a:ln w="12700">
            <a:solidFill>
              <a:srgbClr val="E9EDEB"/>
            </a:solidFill>
            <a:prstDash val="solid"/>
          </a:ln>
        </p:spPr>
      </p:sp>
      <p:sp>
        <p:nvSpPr>
          <p:cNvPr id="582" name="Shape 580"/>
          <p:cNvSpPr/>
          <p:nvPr/>
        </p:nvSpPr>
        <p:spPr>
          <a:xfrm>
            <a:off x="1905953" y="3739896"/>
            <a:ext cx="142761" cy="97231"/>
          </a:xfrm>
          <a:prstGeom prst="rect">
            <a:avLst/>
          </a:prstGeom>
          <a:solidFill>
            <a:srgbClr val="E9EDEB"/>
          </a:solidFill>
          <a:ln w="12700">
            <a:solidFill>
              <a:srgbClr val="E9EDEB"/>
            </a:solidFill>
            <a:prstDash val="solid"/>
          </a:ln>
        </p:spPr>
      </p:sp>
      <p:sp>
        <p:nvSpPr>
          <p:cNvPr id="583" name="Shape 581"/>
          <p:cNvSpPr/>
          <p:nvPr/>
        </p:nvSpPr>
        <p:spPr>
          <a:xfrm>
            <a:off x="2068830" y="3739896"/>
            <a:ext cx="142761" cy="97231"/>
          </a:xfrm>
          <a:prstGeom prst="rect">
            <a:avLst/>
          </a:prstGeom>
          <a:solidFill>
            <a:srgbClr val="E9EDEB"/>
          </a:solidFill>
          <a:ln w="12700">
            <a:solidFill>
              <a:srgbClr val="E9EDEB"/>
            </a:solidFill>
            <a:prstDash val="solid"/>
          </a:ln>
        </p:spPr>
      </p:sp>
      <p:sp>
        <p:nvSpPr>
          <p:cNvPr id="584" name="Shape 582"/>
          <p:cNvSpPr/>
          <p:nvPr/>
        </p:nvSpPr>
        <p:spPr>
          <a:xfrm>
            <a:off x="2231708" y="3739896"/>
            <a:ext cx="142761" cy="97231"/>
          </a:xfrm>
          <a:prstGeom prst="rect">
            <a:avLst/>
          </a:prstGeom>
          <a:solidFill>
            <a:srgbClr val="E9EDEB"/>
          </a:solidFill>
          <a:ln w="12700">
            <a:solidFill>
              <a:srgbClr val="E9EDEB"/>
            </a:solidFill>
            <a:prstDash val="solid"/>
          </a:ln>
        </p:spPr>
      </p:sp>
      <p:sp>
        <p:nvSpPr>
          <p:cNvPr id="585" name="Shape 583"/>
          <p:cNvSpPr/>
          <p:nvPr/>
        </p:nvSpPr>
        <p:spPr>
          <a:xfrm>
            <a:off x="2394585" y="3739896"/>
            <a:ext cx="142761" cy="97231"/>
          </a:xfrm>
          <a:prstGeom prst="rect">
            <a:avLst/>
          </a:prstGeom>
          <a:solidFill>
            <a:srgbClr val="E9EDEB"/>
          </a:solidFill>
          <a:ln w="12700">
            <a:solidFill>
              <a:srgbClr val="E9EDEB"/>
            </a:solidFill>
            <a:prstDash val="solid"/>
          </a:ln>
        </p:spPr>
      </p:sp>
      <p:sp>
        <p:nvSpPr>
          <p:cNvPr id="586" name="Shape 584"/>
          <p:cNvSpPr/>
          <p:nvPr/>
        </p:nvSpPr>
        <p:spPr>
          <a:xfrm>
            <a:off x="2557463" y="3739896"/>
            <a:ext cx="142761" cy="97231"/>
          </a:xfrm>
          <a:prstGeom prst="rect">
            <a:avLst/>
          </a:prstGeom>
          <a:solidFill>
            <a:srgbClr val="E9EDEB"/>
          </a:solidFill>
          <a:ln w="12700">
            <a:solidFill>
              <a:srgbClr val="E9EDEB"/>
            </a:solidFill>
            <a:prstDash val="solid"/>
          </a:ln>
        </p:spPr>
      </p:sp>
      <p:sp>
        <p:nvSpPr>
          <p:cNvPr id="587" name="Shape 585"/>
          <p:cNvSpPr/>
          <p:nvPr/>
        </p:nvSpPr>
        <p:spPr>
          <a:xfrm>
            <a:off x="2720340" y="3739896"/>
            <a:ext cx="142761" cy="97231"/>
          </a:xfrm>
          <a:prstGeom prst="rect">
            <a:avLst/>
          </a:prstGeom>
          <a:solidFill>
            <a:srgbClr val="E9EDEB"/>
          </a:solidFill>
          <a:ln w="12700">
            <a:solidFill>
              <a:srgbClr val="E9EDEB"/>
            </a:solidFill>
            <a:prstDash val="solid"/>
          </a:ln>
        </p:spPr>
      </p:sp>
      <p:sp>
        <p:nvSpPr>
          <p:cNvPr id="588" name="Shape 586"/>
          <p:cNvSpPr/>
          <p:nvPr/>
        </p:nvSpPr>
        <p:spPr>
          <a:xfrm>
            <a:off x="2883218" y="3739896"/>
            <a:ext cx="142761" cy="97231"/>
          </a:xfrm>
          <a:prstGeom prst="rect">
            <a:avLst/>
          </a:prstGeom>
          <a:solidFill>
            <a:srgbClr val="E9EDEB"/>
          </a:solidFill>
          <a:ln w="12700">
            <a:solidFill>
              <a:srgbClr val="E9EDEB"/>
            </a:solidFill>
            <a:prstDash val="solid"/>
          </a:ln>
        </p:spPr>
      </p:sp>
      <p:sp>
        <p:nvSpPr>
          <p:cNvPr id="589" name="Shape 587"/>
          <p:cNvSpPr/>
          <p:nvPr/>
        </p:nvSpPr>
        <p:spPr>
          <a:xfrm>
            <a:off x="3046095" y="3739896"/>
            <a:ext cx="142761" cy="97231"/>
          </a:xfrm>
          <a:prstGeom prst="rect">
            <a:avLst/>
          </a:prstGeom>
          <a:solidFill>
            <a:srgbClr val="E9EDEB"/>
          </a:solidFill>
          <a:ln w="12700">
            <a:solidFill>
              <a:srgbClr val="E9EDEB"/>
            </a:solidFill>
            <a:prstDash val="solid"/>
          </a:ln>
        </p:spPr>
      </p:sp>
      <p:sp>
        <p:nvSpPr>
          <p:cNvPr id="590" name="Shape 588"/>
          <p:cNvSpPr/>
          <p:nvPr/>
        </p:nvSpPr>
        <p:spPr>
          <a:xfrm>
            <a:off x="3208972" y="3739896"/>
            <a:ext cx="142761" cy="97231"/>
          </a:xfrm>
          <a:prstGeom prst="rect">
            <a:avLst/>
          </a:prstGeom>
          <a:solidFill>
            <a:srgbClr val="7CC4A1"/>
          </a:solidFill>
          <a:ln w="12700">
            <a:solidFill>
              <a:srgbClr val="7CC4A1"/>
            </a:solidFill>
            <a:prstDash val="solid"/>
          </a:ln>
        </p:spPr>
      </p:sp>
      <p:sp>
        <p:nvSpPr>
          <p:cNvPr id="591" name="Shape 589"/>
          <p:cNvSpPr/>
          <p:nvPr/>
        </p:nvSpPr>
        <p:spPr>
          <a:xfrm>
            <a:off x="3371850" y="3739896"/>
            <a:ext cx="142761" cy="97231"/>
          </a:xfrm>
          <a:prstGeom prst="rect">
            <a:avLst/>
          </a:prstGeom>
          <a:solidFill>
            <a:srgbClr val="7CC4A1"/>
          </a:solidFill>
          <a:ln w="12700">
            <a:solidFill>
              <a:srgbClr val="7CC4A1"/>
            </a:solidFill>
            <a:prstDash val="solid"/>
          </a:ln>
        </p:spPr>
      </p:sp>
      <p:sp>
        <p:nvSpPr>
          <p:cNvPr id="592" name="Shape 590"/>
          <p:cNvSpPr/>
          <p:nvPr/>
        </p:nvSpPr>
        <p:spPr>
          <a:xfrm>
            <a:off x="3534727" y="3739896"/>
            <a:ext cx="142761" cy="97231"/>
          </a:xfrm>
          <a:prstGeom prst="rect">
            <a:avLst/>
          </a:prstGeom>
          <a:solidFill>
            <a:srgbClr val="7CC4A1"/>
          </a:solidFill>
          <a:ln w="12700">
            <a:solidFill>
              <a:srgbClr val="7CC4A1"/>
            </a:solidFill>
            <a:prstDash val="solid"/>
          </a:ln>
        </p:spPr>
      </p:sp>
      <p:sp>
        <p:nvSpPr>
          <p:cNvPr id="593" name="Shape 591"/>
          <p:cNvSpPr/>
          <p:nvPr/>
        </p:nvSpPr>
        <p:spPr>
          <a:xfrm>
            <a:off x="3697605" y="3739896"/>
            <a:ext cx="142761" cy="97231"/>
          </a:xfrm>
          <a:prstGeom prst="rect">
            <a:avLst/>
          </a:prstGeom>
          <a:solidFill>
            <a:srgbClr val="7CC4A1"/>
          </a:solidFill>
          <a:ln w="12700">
            <a:solidFill>
              <a:srgbClr val="7CC4A1"/>
            </a:solidFill>
            <a:prstDash val="solid"/>
          </a:ln>
        </p:spPr>
      </p:sp>
      <p:sp>
        <p:nvSpPr>
          <p:cNvPr id="594" name="Shape 592"/>
          <p:cNvSpPr/>
          <p:nvPr/>
        </p:nvSpPr>
        <p:spPr>
          <a:xfrm>
            <a:off x="3860483" y="3739896"/>
            <a:ext cx="142761" cy="97231"/>
          </a:xfrm>
          <a:prstGeom prst="rect">
            <a:avLst/>
          </a:prstGeom>
          <a:solidFill>
            <a:srgbClr val="7CC4A1"/>
          </a:solidFill>
          <a:ln w="12700">
            <a:solidFill>
              <a:srgbClr val="7CC4A1"/>
            </a:solidFill>
            <a:prstDash val="solid"/>
          </a:ln>
        </p:spPr>
      </p:sp>
      <p:sp>
        <p:nvSpPr>
          <p:cNvPr id="595" name="Shape 593"/>
          <p:cNvSpPr/>
          <p:nvPr/>
        </p:nvSpPr>
        <p:spPr>
          <a:xfrm>
            <a:off x="4023360" y="3739896"/>
            <a:ext cx="142761" cy="97231"/>
          </a:xfrm>
          <a:prstGeom prst="rect">
            <a:avLst/>
          </a:prstGeom>
          <a:solidFill>
            <a:srgbClr val="7CC4A1"/>
          </a:solidFill>
          <a:ln w="12700">
            <a:solidFill>
              <a:srgbClr val="7CC4A1"/>
            </a:solidFill>
            <a:prstDash val="solid"/>
          </a:ln>
        </p:spPr>
      </p:sp>
      <p:sp>
        <p:nvSpPr>
          <p:cNvPr id="596" name="Shape 594"/>
          <p:cNvSpPr/>
          <p:nvPr/>
        </p:nvSpPr>
        <p:spPr>
          <a:xfrm>
            <a:off x="4186238" y="3739896"/>
            <a:ext cx="142761" cy="97231"/>
          </a:xfrm>
          <a:prstGeom prst="rect">
            <a:avLst/>
          </a:prstGeom>
          <a:solidFill>
            <a:srgbClr val="4FAA82"/>
          </a:solidFill>
          <a:ln w="12700">
            <a:solidFill>
              <a:srgbClr val="4FAA82"/>
            </a:solidFill>
            <a:prstDash val="solid"/>
          </a:ln>
        </p:spPr>
      </p:sp>
      <p:sp>
        <p:nvSpPr>
          <p:cNvPr id="597" name="Shape 595"/>
          <p:cNvSpPr/>
          <p:nvPr/>
        </p:nvSpPr>
        <p:spPr>
          <a:xfrm>
            <a:off x="4349115" y="3739896"/>
            <a:ext cx="142761" cy="97231"/>
          </a:xfrm>
          <a:prstGeom prst="rect">
            <a:avLst/>
          </a:prstGeom>
          <a:solidFill>
            <a:srgbClr val="4FAA82"/>
          </a:solidFill>
          <a:ln w="12700">
            <a:solidFill>
              <a:srgbClr val="4FAA82"/>
            </a:solidFill>
            <a:prstDash val="solid"/>
          </a:ln>
        </p:spPr>
      </p:sp>
      <p:sp>
        <p:nvSpPr>
          <p:cNvPr id="598" name="Shape 596"/>
          <p:cNvSpPr/>
          <p:nvPr/>
        </p:nvSpPr>
        <p:spPr>
          <a:xfrm>
            <a:off x="4511992" y="3739896"/>
            <a:ext cx="142761" cy="97231"/>
          </a:xfrm>
          <a:prstGeom prst="rect">
            <a:avLst/>
          </a:prstGeom>
          <a:solidFill>
            <a:srgbClr val="4FAA82"/>
          </a:solidFill>
          <a:ln w="12700">
            <a:solidFill>
              <a:srgbClr val="4FAA82"/>
            </a:solidFill>
            <a:prstDash val="solid"/>
          </a:ln>
        </p:spPr>
      </p:sp>
      <p:sp>
        <p:nvSpPr>
          <p:cNvPr id="599" name="Shape 597"/>
          <p:cNvSpPr/>
          <p:nvPr/>
        </p:nvSpPr>
        <p:spPr>
          <a:xfrm>
            <a:off x="4674870" y="3739896"/>
            <a:ext cx="142761" cy="97231"/>
          </a:xfrm>
          <a:prstGeom prst="rect">
            <a:avLst/>
          </a:prstGeom>
          <a:solidFill>
            <a:srgbClr val="4FAA82"/>
          </a:solidFill>
          <a:ln w="12700">
            <a:solidFill>
              <a:srgbClr val="4FAA82"/>
            </a:solidFill>
            <a:prstDash val="solid"/>
          </a:ln>
        </p:spPr>
      </p:sp>
      <p:sp>
        <p:nvSpPr>
          <p:cNvPr id="600" name="Shape 598"/>
          <p:cNvSpPr/>
          <p:nvPr/>
        </p:nvSpPr>
        <p:spPr>
          <a:xfrm>
            <a:off x="4837747" y="3739896"/>
            <a:ext cx="142761" cy="97231"/>
          </a:xfrm>
          <a:prstGeom prst="rect">
            <a:avLst/>
          </a:prstGeom>
          <a:solidFill>
            <a:srgbClr val="4FAA82"/>
          </a:solidFill>
          <a:ln w="12700">
            <a:solidFill>
              <a:srgbClr val="4FAA82"/>
            </a:solidFill>
            <a:prstDash val="solid"/>
          </a:ln>
        </p:spPr>
      </p:sp>
      <p:sp>
        <p:nvSpPr>
          <p:cNvPr id="601" name="Shape 599"/>
          <p:cNvSpPr/>
          <p:nvPr/>
        </p:nvSpPr>
        <p:spPr>
          <a:xfrm>
            <a:off x="5000625" y="3739896"/>
            <a:ext cx="142761" cy="97231"/>
          </a:xfrm>
          <a:prstGeom prst="rect">
            <a:avLst/>
          </a:prstGeom>
          <a:solidFill>
            <a:srgbClr val="4FAA82"/>
          </a:solidFill>
          <a:ln w="12700">
            <a:solidFill>
              <a:srgbClr val="4FAA82"/>
            </a:solidFill>
            <a:prstDash val="solid"/>
          </a:ln>
        </p:spPr>
      </p:sp>
      <p:sp>
        <p:nvSpPr>
          <p:cNvPr id="602" name="Shape 600"/>
          <p:cNvSpPr/>
          <p:nvPr/>
        </p:nvSpPr>
        <p:spPr>
          <a:xfrm>
            <a:off x="5163503" y="3739896"/>
            <a:ext cx="142761" cy="97231"/>
          </a:xfrm>
          <a:prstGeom prst="rect">
            <a:avLst/>
          </a:prstGeom>
          <a:solidFill>
            <a:srgbClr val="268C64"/>
          </a:solidFill>
          <a:ln w="12700">
            <a:solidFill>
              <a:srgbClr val="268C64"/>
            </a:solidFill>
            <a:prstDash val="solid"/>
          </a:ln>
        </p:spPr>
      </p:sp>
      <p:sp>
        <p:nvSpPr>
          <p:cNvPr id="603" name="Shape 601"/>
          <p:cNvSpPr/>
          <p:nvPr/>
        </p:nvSpPr>
        <p:spPr>
          <a:xfrm>
            <a:off x="5326380" y="3739896"/>
            <a:ext cx="142761" cy="97231"/>
          </a:xfrm>
          <a:prstGeom prst="rect">
            <a:avLst/>
          </a:prstGeom>
          <a:solidFill>
            <a:srgbClr val="10704D"/>
          </a:solidFill>
          <a:ln w="12700">
            <a:solidFill>
              <a:srgbClr val="10704D"/>
            </a:solidFill>
            <a:prstDash val="solid"/>
          </a:ln>
        </p:spPr>
      </p:sp>
      <p:sp>
        <p:nvSpPr>
          <p:cNvPr id="604" name="Shape 602"/>
          <p:cNvSpPr/>
          <p:nvPr/>
        </p:nvSpPr>
        <p:spPr>
          <a:xfrm>
            <a:off x="5489257" y="3739896"/>
            <a:ext cx="142761" cy="97231"/>
          </a:xfrm>
          <a:prstGeom prst="rect">
            <a:avLst/>
          </a:prstGeom>
          <a:solidFill>
            <a:srgbClr val="10704D"/>
          </a:solidFill>
          <a:ln w="12700">
            <a:solidFill>
              <a:srgbClr val="10704D"/>
            </a:solidFill>
            <a:prstDash val="solid"/>
          </a:ln>
        </p:spPr>
      </p:sp>
      <p:sp>
        <p:nvSpPr>
          <p:cNvPr id="605" name="Shape 603"/>
          <p:cNvSpPr/>
          <p:nvPr/>
        </p:nvSpPr>
        <p:spPr>
          <a:xfrm>
            <a:off x="5652135" y="3739896"/>
            <a:ext cx="142761" cy="97231"/>
          </a:xfrm>
          <a:prstGeom prst="rect">
            <a:avLst/>
          </a:prstGeom>
          <a:solidFill>
            <a:srgbClr val="10704D"/>
          </a:solidFill>
          <a:ln w="12700">
            <a:solidFill>
              <a:srgbClr val="10704D"/>
            </a:solidFill>
            <a:prstDash val="solid"/>
          </a:ln>
        </p:spPr>
      </p:sp>
      <p:sp>
        <p:nvSpPr>
          <p:cNvPr id="606" name="Shape 604"/>
          <p:cNvSpPr/>
          <p:nvPr/>
        </p:nvSpPr>
        <p:spPr>
          <a:xfrm>
            <a:off x="5815012" y="3739896"/>
            <a:ext cx="142761" cy="97231"/>
          </a:xfrm>
          <a:prstGeom prst="rect">
            <a:avLst/>
          </a:prstGeom>
          <a:solidFill>
            <a:srgbClr val="10704D"/>
          </a:solidFill>
          <a:ln w="12700">
            <a:solidFill>
              <a:srgbClr val="10704D"/>
            </a:solidFill>
            <a:prstDash val="solid"/>
          </a:ln>
        </p:spPr>
      </p:sp>
      <p:sp>
        <p:nvSpPr>
          <p:cNvPr id="607" name="Shape 605"/>
          <p:cNvSpPr/>
          <p:nvPr/>
        </p:nvSpPr>
        <p:spPr>
          <a:xfrm>
            <a:off x="5977890" y="3739896"/>
            <a:ext cx="142761" cy="97231"/>
          </a:xfrm>
          <a:prstGeom prst="rect">
            <a:avLst/>
          </a:prstGeom>
          <a:solidFill>
            <a:srgbClr val="10704D"/>
          </a:solidFill>
          <a:ln w="12700">
            <a:solidFill>
              <a:srgbClr val="10704D"/>
            </a:solidFill>
            <a:prstDash val="solid"/>
          </a:ln>
        </p:spPr>
      </p:sp>
      <p:sp>
        <p:nvSpPr>
          <p:cNvPr id="608" name="Shape 606"/>
          <p:cNvSpPr/>
          <p:nvPr/>
        </p:nvSpPr>
        <p:spPr>
          <a:xfrm>
            <a:off x="6140767" y="3739896"/>
            <a:ext cx="142761" cy="97231"/>
          </a:xfrm>
          <a:prstGeom prst="rect">
            <a:avLst/>
          </a:prstGeom>
          <a:solidFill>
            <a:srgbClr val="10704D"/>
          </a:solidFill>
          <a:ln w="12700">
            <a:solidFill>
              <a:srgbClr val="10704D"/>
            </a:solidFill>
            <a:prstDash val="solid"/>
          </a:ln>
        </p:spPr>
      </p:sp>
      <p:sp>
        <p:nvSpPr>
          <p:cNvPr id="609" name="Shape 607"/>
          <p:cNvSpPr/>
          <p:nvPr/>
        </p:nvSpPr>
        <p:spPr>
          <a:xfrm>
            <a:off x="6303645" y="3739896"/>
            <a:ext cx="142761" cy="97231"/>
          </a:xfrm>
          <a:prstGeom prst="rect">
            <a:avLst/>
          </a:prstGeom>
          <a:solidFill>
            <a:srgbClr val="10704D"/>
          </a:solidFill>
          <a:ln w="12700">
            <a:solidFill>
              <a:srgbClr val="10704D"/>
            </a:solidFill>
            <a:prstDash val="solid"/>
          </a:ln>
        </p:spPr>
      </p:sp>
      <p:sp>
        <p:nvSpPr>
          <p:cNvPr id="610" name="Shape 608"/>
          <p:cNvSpPr/>
          <p:nvPr/>
        </p:nvSpPr>
        <p:spPr>
          <a:xfrm>
            <a:off x="6792277" y="3739896"/>
            <a:ext cx="142761" cy="97231"/>
          </a:xfrm>
          <a:prstGeom prst="rect">
            <a:avLst/>
          </a:prstGeom>
          <a:solidFill>
            <a:srgbClr val="4FAA82"/>
          </a:solidFill>
          <a:ln w="12700">
            <a:solidFill>
              <a:srgbClr val="4FAA82"/>
            </a:solidFill>
            <a:prstDash val="solid"/>
          </a:ln>
        </p:spPr>
      </p:sp>
      <p:sp>
        <p:nvSpPr>
          <p:cNvPr id="611" name="Shape 609"/>
          <p:cNvSpPr/>
          <p:nvPr/>
        </p:nvSpPr>
        <p:spPr>
          <a:xfrm>
            <a:off x="6955155" y="3739896"/>
            <a:ext cx="142761" cy="97231"/>
          </a:xfrm>
          <a:prstGeom prst="rect">
            <a:avLst/>
          </a:prstGeom>
          <a:solidFill>
            <a:srgbClr val="4FAA82"/>
          </a:solidFill>
          <a:ln w="12700">
            <a:solidFill>
              <a:srgbClr val="4FAA82"/>
            </a:solidFill>
            <a:prstDash val="solid"/>
          </a:ln>
        </p:spPr>
      </p:sp>
      <p:sp>
        <p:nvSpPr>
          <p:cNvPr id="612" name="Shape 610"/>
          <p:cNvSpPr/>
          <p:nvPr/>
        </p:nvSpPr>
        <p:spPr>
          <a:xfrm>
            <a:off x="7118032" y="3739896"/>
            <a:ext cx="142761" cy="97231"/>
          </a:xfrm>
          <a:prstGeom prst="rect">
            <a:avLst/>
          </a:prstGeom>
          <a:solidFill>
            <a:srgbClr val="4FAA82"/>
          </a:solidFill>
          <a:ln w="12700">
            <a:solidFill>
              <a:srgbClr val="4FAA82"/>
            </a:solidFill>
            <a:prstDash val="solid"/>
          </a:ln>
        </p:spPr>
      </p:sp>
      <p:sp>
        <p:nvSpPr>
          <p:cNvPr id="613" name="Shape 611"/>
          <p:cNvSpPr/>
          <p:nvPr/>
        </p:nvSpPr>
        <p:spPr>
          <a:xfrm>
            <a:off x="7280910" y="3739896"/>
            <a:ext cx="142761" cy="97231"/>
          </a:xfrm>
          <a:prstGeom prst="rect">
            <a:avLst/>
          </a:prstGeom>
          <a:solidFill>
            <a:srgbClr val="4FAA82"/>
          </a:solidFill>
          <a:ln w="12700">
            <a:solidFill>
              <a:srgbClr val="4FAA82"/>
            </a:solidFill>
            <a:prstDash val="solid"/>
          </a:ln>
        </p:spPr>
      </p:sp>
      <p:sp>
        <p:nvSpPr>
          <p:cNvPr id="614" name="Shape 612"/>
          <p:cNvSpPr/>
          <p:nvPr/>
        </p:nvSpPr>
        <p:spPr>
          <a:xfrm>
            <a:off x="7443788" y="3739896"/>
            <a:ext cx="142761" cy="97231"/>
          </a:xfrm>
          <a:prstGeom prst="rect">
            <a:avLst/>
          </a:prstGeom>
          <a:solidFill>
            <a:srgbClr val="7CC4A1"/>
          </a:solidFill>
          <a:ln w="12700">
            <a:solidFill>
              <a:srgbClr val="7CC4A1"/>
            </a:solidFill>
            <a:prstDash val="solid"/>
          </a:ln>
        </p:spPr>
      </p:sp>
      <p:sp>
        <p:nvSpPr>
          <p:cNvPr id="615" name="Shape 613"/>
          <p:cNvSpPr/>
          <p:nvPr/>
        </p:nvSpPr>
        <p:spPr>
          <a:xfrm>
            <a:off x="7606665" y="3739896"/>
            <a:ext cx="142761" cy="97231"/>
          </a:xfrm>
          <a:prstGeom prst="rect">
            <a:avLst/>
          </a:prstGeom>
          <a:solidFill>
            <a:srgbClr val="7CC4A1"/>
          </a:solidFill>
          <a:ln w="12700">
            <a:solidFill>
              <a:srgbClr val="7CC4A1"/>
            </a:solidFill>
            <a:prstDash val="solid"/>
          </a:ln>
        </p:spPr>
      </p:sp>
      <p:sp>
        <p:nvSpPr>
          <p:cNvPr id="616" name="Shape 614"/>
          <p:cNvSpPr/>
          <p:nvPr/>
        </p:nvSpPr>
        <p:spPr>
          <a:xfrm>
            <a:off x="7769542" y="3739896"/>
            <a:ext cx="142761" cy="97231"/>
          </a:xfrm>
          <a:prstGeom prst="rect">
            <a:avLst/>
          </a:prstGeom>
          <a:solidFill>
            <a:srgbClr val="E9EDEB"/>
          </a:solidFill>
          <a:ln w="12700">
            <a:solidFill>
              <a:srgbClr val="E9EDEB"/>
            </a:solidFill>
            <a:prstDash val="solid"/>
          </a:ln>
        </p:spPr>
      </p:sp>
      <p:sp>
        <p:nvSpPr>
          <p:cNvPr id="617" name="Shape 615"/>
          <p:cNvSpPr/>
          <p:nvPr/>
        </p:nvSpPr>
        <p:spPr>
          <a:xfrm>
            <a:off x="7932420" y="3739896"/>
            <a:ext cx="142761" cy="97231"/>
          </a:xfrm>
          <a:prstGeom prst="rect">
            <a:avLst/>
          </a:prstGeom>
          <a:solidFill>
            <a:srgbClr val="E9EDEB"/>
          </a:solidFill>
          <a:ln w="12700">
            <a:solidFill>
              <a:srgbClr val="E9EDEB"/>
            </a:solidFill>
            <a:prstDash val="solid"/>
          </a:ln>
        </p:spPr>
      </p:sp>
      <p:sp>
        <p:nvSpPr>
          <p:cNvPr id="618" name="Shape 616"/>
          <p:cNvSpPr/>
          <p:nvPr/>
        </p:nvSpPr>
        <p:spPr>
          <a:xfrm>
            <a:off x="8095297" y="3739896"/>
            <a:ext cx="142761" cy="97231"/>
          </a:xfrm>
          <a:prstGeom prst="rect">
            <a:avLst/>
          </a:prstGeom>
          <a:solidFill>
            <a:srgbClr val="E9EDEB"/>
          </a:solidFill>
          <a:ln w="12700">
            <a:solidFill>
              <a:srgbClr val="E9EDEB"/>
            </a:solidFill>
            <a:prstDash val="solid"/>
          </a:ln>
        </p:spPr>
      </p:sp>
      <p:sp>
        <p:nvSpPr>
          <p:cNvPr id="619" name="Shape 617"/>
          <p:cNvSpPr/>
          <p:nvPr/>
        </p:nvSpPr>
        <p:spPr>
          <a:xfrm>
            <a:off x="8258175" y="3739896"/>
            <a:ext cx="142761" cy="97231"/>
          </a:xfrm>
          <a:prstGeom prst="rect">
            <a:avLst/>
          </a:prstGeom>
          <a:solidFill>
            <a:srgbClr val="E9EDEB"/>
          </a:solidFill>
          <a:ln w="12700">
            <a:solidFill>
              <a:srgbClr val="E9EDEB"/>
            </a:solidFill>
            <a:prstDash val="solid"/>
          </a:ln>
        </p:spPr>
      </p:sp>
      <p:sp>
        <p:nvSpPr>
          <p:cNvPr id="620" name="Shape 618"/>
          <p:cNvSpPr/>
          <p:nvPr/>
        </p:nvSpPr>
        <p:spPr>
          <a:xfrm>
            <a:off x="8421053" y="3739896"/>
            <a:ext cx="142761" cy="97231"/>
          </a:xfrm>
          <a:prstGeom prst="rect">
            <a:avLst/>
          </a:prstGeom>
          <a:solidFill>
            <a:srgbClr val="E9EDEB"/>
          </a:solidFill>
          <a:ln w="12700">
            <a:solidFill>
              <a:srgbClr val="E9EDEB"/>
            </a:solidFill>
            <a:prstDash val="solid"/>
          </a:ln>
        </p:spPr>
      </p:sp>
      <p:sp>
        <p:nvSpPr>
          <p:cNvPr id="621" name="Shape 619"/>
          <p:cNvSpPr/>
          <p:nvPr/>
        </p:nvSpPr>
        <p:spPr>
          <a:xfrm>
            <a:off x="8583930" y="3739896"/>
            <a:ext cx="142761" cy="97231"/>
          </a:xfrm>
          <a:prstGeom prst="rect">
            <a:avLst/>
          </a:prstGeom>
          <a:solidFill>
            <a:srgbClr val="E9EDEB"/>
          </a:solidFill>
          <a:ln w="12700">
            <a:solidFill>
              <a:srgbClr val="E9EDEB"/>
            </a:solidFill>
            <a:prstDash val="solid"/>
          </a:ln>
        </p:spPr>
      </p:sp>
      <p:sp>
        <p:nvSpPr>
          <p:cNvPr id="622" name="Shape 620"/>
          <p:cNvSpPr/>
          <p:nvPr/>
        </p:nvSpPr>
        <p:spPr>
          <a:xfrm>
            <a:off x="8746807" y="3739896"/>
            <a:ext cx="142761" cy="97231"/>
          </a:xfrm>
          <a:prstGeom prst="rect">
            <a:avLst/>
          </a:prstGeom>
          <a:solidFill>
            <a:srgbClr val="E9EDEB"/>
          </a:solidFill>
          <a:ln w="12700">
            <a:solidFill>
              <a:srgbClr val="E9EDEB"/>
            </a:solidFill>
            <a:prstDash val="solid"/>
          </a:ln>
        </p:spPr>
      </p:sp>
      <p:sp>
        <p:nvSpPr>
          <p:cNvPr id="623" name="Shape 621"/>
          <p:cNvSpPr/>
          <p:nvPr/>
        </p:nvSpPr>
        <p:spPr>
          <a:xfrm>
            <a:off x="8909685" y="3739896"/>
            <a:ext cx="142761" cy="97231"/>
          </a:xfrm>
          <a:prstGeom prst="rect">
            <a:avLst/>
          </a:prstGeom>
          <a:solidFill>
            <a:srgbClr val="E9EDEB"/>
          </a:solidFill>
          <a:ln w="12700">
            <a:solidFill>
              <a:srgbClr val="E9EDEB"/>
            </a:solidFill>
            <a:prstDash val="solid"/>
          </a:ln>
        </p:spPr>
      </p:sp>
      <p:sp>
        <p:nvSpPr>
          <p:cNvPr id="624" name="Shape 622"/>
          <p:cNvSpPr/>
          <p:nvPr/>
        </p:nvSpPr>
        <p:spPr>
          <a:xfrm>
            <a:off x="9072563" y="3739896"/>
            <a:ext cx="142761" cy="97231"/>
          </a:xfrm>
          <a:prstGeom prst="rect">
            <a:avLst/>
          </a:prstGeom>
          <a:solidFill>
            <a:srgbClr val="7CC4A1"/>
          </a:solidFill>
          <a:ln w="12700">
            <a:solidFill>
              <a:srgbClr val="7CC4A1"/>
            </a:solidFill>
            <a:prstDash val="solid"/>
          </a:ln>
        </p:spPr>
      </p:sp>
      <p:sp>
        <p:nvSpPr>
          <p:cNvPr id="625" name="Shape 623"/>
          <p:cNvSpPr/>
          <p:nvPr/>
        </p:nvSpPr>
        <p:spPr>
          <a:xfrm>
            <a:off x="1417320" y="3857244"/>
            <a:ext cx="142761" cy="97231"/>
          </a:xfrm>
          <a:prstGeom prst="rect">
            <a:avLst/>
          </a:prstGeom>
          <a:solidFill>
            <a:srgbClr val="7CC4A1"/>
          </a:solidFill>
          <a:ln w="12700">
            <a:solidFill>
              <a:srgbClr val="7CC4A1"/>
            </a:solidFill>
            <a:prstDash val="solid"/>
          </a:ln>
        </p:spPr>
      </p:sp>
      <p:sp>
        <p:nvSpPr>
          <p:cNvPr id="626" name="Shape 624"/>
          <p:cNvSpPr/>
          <p:nvPr/>
        </p:nvSpPr>
        <p:spPr>
          <a:xfrm>
            <a:off x="1580198" y="3857244"/>
            <a:ext cx="142761" cy="97231"/>
          </a:xfrm>
          <a:prstGeom prst="rect">
            <a:avLst/>
          </a:prstGeom>
          <a:solidFill>
            <a:srgbClr val="7CC4A1"/>
          </a:solidFill>
          <a:ln w="12700">
            <a:solidFill>
              <a:srgbClr val="7CC4A1"/>
            </a:solidFill>
            <a:prstDash val="solid"/>
          </a:ln>
        </p:spPr>
      </p:sp>
      <p:sp>
        <p:nvSpPr>
          <p:cNvPr id="627" name="Shape 625"/>
          <p:cNvSpPr/>
          <p:nvPr/>
        </p:nvSpPr>
        <p:spPr>
          <a:xfrm>
            <a:off x="1743075" y="3857244"/>
            <a:ext cx="142761" cy="97231"/>
          </a:xfrm>
          <a:prstGeom prst="rect">
            <a:avLst/>
          </a:prstGeom>
          <a:solidFill>
            <a:srgbClr val="7CC4A1"/>
          </a:solidFill>
          <a:ln w="12700">
            <a:solidFill>
              <a:srgbClr val="7CC4A1"/>
            </a:solidFill>
            <a:prstDash val="solid"/>
          </a:ln>
        </p:spPr>
      </p:sp>
      <p:sp>
        <p:nvSpPr>
          <p:cNvPr id="628" name="Shape 626"/>
          <p:cNvSpPr/>
          <p:nvPr/>
        </p:nvSpPr>
        <p:spPr>
          <a:xfrm>
            <a:off x="1905953" y="3857244"/>
            <a:ext cx="142761" cy="97231"/>
          </a:xfrm>
          <a:prstGeom prst="rect">
            <a:avLst/>
          </a:prstGeom>
          <a:solidFill>
            <a:srgbClr val="E9EDEB"/>
          </a:solidFill>
          <a:ln w="12700">
            <a:solidFill>
              <a:srgbClr val="E9EDEB"/>
            </a:solidFill>
            <a:prstDash val="solid"/>
          </a:ln>
        </p:spPr>
      </p:sp>
      <p:sp>
        <p:nvSpPr>
          <p:cNvPr id="629" name="Shape 627"/>
          <p:cNvSpPr/>
          <p:nvPr/>
        </p:nvSpPr>
        <p:spPr>
          <a:xfrm>
            <a:off x="2068830" y="3857244"/>
            <a:ext cx="142761" cy="97231"/>
          </a:xfrm>
          <a:prstGeom prst="rect">
            <a:avLst/>
          </a:prstGeom>
          <a:solidFill>
            <a:srgbClr val="E9EDEB"/>
          </a:solidFill>
          <a:ln w="12700">
            <a:solidFill>
              <a:srgbClr val="E9EDEB"/>
            </a:solidFill>
            <a:prstDash val="solid"/>
          </a:ln>
        </p:spPr>
      </p:sp>
      <p:sp>
        <p:nvSpPr>
          <p:cNvPr id="630" name="Shape 628"/>
          <p:cNvSpPr/>
          <p:nvPr/>
        </p:nvSpPr>
        <p:spPr>
          <a:xfrm>
            <a:off x="2231708" y="3857244"/>
            <a:ext cx="142761" cy="97231"/>
          </a:xfrm>
          <a:prstGeom prst="rect">
            <a:avLst/>
          </a:prstGeom>
          <a:solidFill>
            <a:srgbClr val="E9EDEB"/>
          </a:solidFill>
          <a:ln w="12700">
            <a:solidFill>
              <a:srgbClr val="E9EDEB"/>
            </a:solidFill>
            <a:prstDash val="solid"/>
          </a:ln>
        </p:spPr>
      </p:sp>
      <p:sp>
        <p:nvSpPr>
          <p:cNvPr id="631" name="Shape 629"/>
          <p:cNvSpPr/>
          <p:nvPr/>
        </p:nvSpPr>
        <p:spPr>
          <a:xfrm>
            <a:off x="2394585" y="3857244"/>
            <a:ext cx="142761" cy="97231"/>
          </a:xfrm>
          <a:prstGeom prst="rect">
            <a:avLst/>
          </a:prstGeom>
          <a:solidFill>
            <a:srgbClr val="E9EDEB"/>
          </a:solidFill>
          <a:ln w="12700">
            <a:solidFill>
              <a:srgbClr val="E9EDEB"/>
            </a:solidFill>
            <a:prstDash val="solid"/>
          </a:ln>
        </p:spPr>
      </p:sp>
      <p:sp>
        <p:nvSpPr>
          <p:cNvPr id="632" name="Shape 630"/>
          <p:cNvSpPr/>
          <p:nvPr/>
        </p:nvSpPr>
        <p:spPr>
          <a:xfrm>
            <a:off x="2557463" y="3857244"/>
            <a:ext cx="142761" cy="97231"/>
          </a:xfrm>
          <a:prstGeom prst="rect">
            <a:avLst/>
          </a:prstGeom>
          <a:solidFill>
            <a:srgbClr val="E9EDEB"/>
          </a:solidFill>
          <a:ln w="12700">
            <a:solidFill>
              <a:srgbClr val="E9EDEB"/>
            </a:solidFill>
            <a:prstDash val="solid"/>
          </a:ln>
        </p:spPr>
      </p:sp>
      <p:sp>
        <p:nvSpPr>
          <p:cNvPr id="633" name="Shape 631"/>
          <p:cNvSpPr/>
          <p:nvPr/>
        </p:nvSpPr>
        <p:spPr>
          <a:xfrm>
            <a:off x="2720340" y="3857244"/>
            <a:ext cx="142761" cy="97231"/>
          </a:xfrm>
          <a:prstGeom prst="rect">
            <a:avLst/>
          </a:prstGeom>
          <a:solidFill>
            <a:srgbClr val="E9EDEB"/>
          </a:solidFill>
          <a:ln w="12700">
            <a:solidFill>
              <a:srgbClr val="E9EDEB"/>
            </a:solidFill>
            <a:prstDash val="solid"/>
          </a:ln>
        </p:spPr>
      </p:sp>
      <p:sp>
        <p:nvSpPr>
          <p:cNvPr id="634" name="Shape 632"/>
          <p:cNvSpPr/>
          <p:nvPr/>
        </p:nvSpPr>
        <p:spPr>
          <a:xfrm>
            <a:off x="2883218" y="3857244"/>
            <a:ext cx="142761" cy="97231"/>
          </a:xfrm>
          <a:prstGeom prst="rect">
            <a:avLst/>
          </a:prstGeom>
          <a:solidFill>
            <a:srgbClr val="7CC4A1"/>
          </a:solidFill>
          <a:ln w="12700">
            <a:solidFill>
              <a:srgbClr val="7CC4A1"/>
            </a:solidFill>
            <a:prstDash val="solid"/>
          </a:ln>
        </p:spPr>
      </p:sp>
      <p:sp>
        <p:nvSpPr>
          <p:cNvPr id="635" name="Shape 633"/>
          <p:cNvSpPr/>
          <p:nvPr/>
        </p:nvSpPr>
        <p:spPr>
          <a:xfrm>
            <a:off x="3046095" y="3857244"/>
            <a:ext cx="142761" cy="97231"/>
          </a:xfrm>
          <a:prstGeom prst="rect">
            <a:avLst/>
          </a:prstGeom>
          <a:solidFill>
            <a:srgbClr val="4FAA82"/>
          </a:solidFill>
          <a:ln w="12700">
            <a:solidFill>
              <a:srgbClr val="4FAA82"/>
            </a:solidFill>
            <a:prstDash val="solid"/>
          </a:ln>
        </p:spPr>
      </p:sp>
      <p:sp>
        <p:nvSpPr>
          <p:cNvPr id="636" name="Shape 634"/>
          <p:cNvSpPr/>
          <p:nvPr/>
        </p:nvSpPr>
        <p:spPr>
          <a:xfrm>
            <a:off x="3208972" y="3857244"/>
            <a:ext cx="142761" cy="97231"/>
          </a:xfrm>
          <a:prstGeom prst="rect">
            <a:avLst/>
          </a:prstGeom>
          <a:solidFill>
            <a:srgbClr val="7CC4A1"/>
          </a:solidFill>
          <a:ln w="12700">
            <a:solidFill>
              <a:srgbClr val="7CC4A1"/>
            </a:solidFill>
            <a:prstDash val="solid"/>
          </a:ln>
        </p:spPr>
      </p:sp>
      <p:sp>
        <p:nvSpPr>
          <p:cNvPr id="637" name="Shape 635"/>
          <p:cNvSpPr/>
          <p:nvPr/>
        </p:nvSpPr>
        <p:spPr>
          <a:xfrm>
            <a:off x="3371850" y="3857244"/>
            <a:ext cx="142761" cy="97231"/>
          </a:xfrm>
          <a:prstGeom prst="rect">
            <a:avLst/>
          </a:prstGeom>
          <a:solidFill>
            <a:srgbClr val="7CC4A1"/>
          </a:solidFill>
          <a:ln w="12700">
            <a:solidFill>
              <a:srgbClr val="7CC4A1"/>
            </a:solidFill>
            <a:prstDash val="solid"/>
          </a:ln>
        </p:spPr>
      </p:sp>
      <p:sp>
        <p:nvSpPr>
          <p:cNvPr id="638" name="Shape 636"/>
          <p:cNvSpPr/>
          <p:nvPr/>
        </p:nvSpPr>
        <p:spPr>
          <a:xfrm>
            <a:off x="3534727" y="3857244"/>
            <a:ext cx="142761" cy="97231"/>
          </a:xfrm>
          <a:prstGeom prst="rect">
            <a:avLst/>
          </a:prstGeom>
          <a:solidFill>
            <a:srgbClr val="E9EDEB"/>
          </a:solidFill>
          <a:ln w="12700">
            <a:solidFill>
              <a:srgbClr val="E9EDEB"/>
            </a:solidFill>
            <a:prstDash val="solid"/>
          </a:ln>
        </p:spPr>
      </p:sp>
      <p:sp>
        <p:nvSpPr>
          <p:cNvPr id="639" name="Shape 637"/>
          <p:cNvSpPr/>
          <p:nvPr/>
        </p:nvSpPr>
        <p:spPr>
          <a:xfrm>
            <a:off x="3697605" y="3857244"/>
            <a:ext cx="142761" cy="97231"/>
          </a:xfrm>
          <a:prstGeom prst="rect">
            <a:avLst/>
          </a:prstGeom>
          <a:solidFill>
            <a:srgbClr val="7CC4A1"/>
          </a:solidFill>
          <a:ln w="12700">
            <a:solidFill>
              <a:srgbClr val="7CC4A1"/>
            </a:solidFill>
            <a:prstDash val="solid"/>
          </a:ln>
        </p:spPr>
      </p:sp>
      <p:sp>
        <p:nvSpPr>
          <p:cNvPr id="640" name="Shape 638"/>
          <p:cNvSpPr/>
          <p:nvPr/>
        </p:nvSpPr>
        <p:spPr>
          <a:xfrm>
            <a:off x="3860483" y="3857244"/>
            <a:ext cx="142761" cy="97231"/>
          </a:xfrm>
          <a:prstGeom prst="rect">
            <a:avLst/>
          </a:prstGeom>
          <a:solidFill>
            <a:srgbClr val="E9EDEB"/>
          </a:solidFill>
          <a:ln w="12700">
            <a:solidFill>
              <a:srgbClr val="E9EDEB"/>
            </a:solidFill>
            <a:prstDash val="solid"/>
          </a:ln>
        </p:spPr>
      </p:sp>
      <p:sp>
        <p:nvSpPr>
          <p:cNvPr id="641" name="Shape 639"/>
          <p:cNvSpPr/>
          <p:nvPr/>
        </p:nvSpPr>
        <p:spPr>
          <a:xfrm>
            <a:off x="4023360" y="3857244"/>
            <a:ext cx="142761" cy="97231"/>
          </a:xfrm>
          <a:prstGeom prst="rect">
            <a:avLst/>
          </a:prstGeom>
          <a:solidFill>
            <a:srgbClr val="E9EDEB"/>
          </a:solidFill>
          <a:ln w="12700">
            <a:solidFill>
              <a:srgbClr val="E9EDEB"/>
            </a:solidFill>
            <a:prstDash val="solid"/>
          </a:ln>
        </p:spPr>
      </p:sp>
      <p:sp>
        <p:nvSpPr>
          <p:cNvPr id="642" name="Shape 640"/>
          <p:cNvSpPr/>
          <p:nvPr/>
        </p:nvSpPr>
        <p:spPr>
          <a:xfrm>
            <a:off x="4186238" y="3857244"/>
            <a:ext cx="142761" cy="97231"/>
          </a:xfrm>
          <a:prstGeom prst="rect">
            <a:avLst/>
          </a:prstGeom>
          <a:solidFill>
            <a:srgbClr val="E9EDEB"/>
          </a:solidFill>
          <a:ln w="12700">
            <a:solidFill>
              <a:srgbClr val="E9EDEB"/>
            </a:solidFill>
            <a:prstDash val="solid"/>
          </a:ln>
        </p:spPr>
      </p:sp>
      <p:sp>
        <p:nvSpPr>
          <p:cNvPr id="643" name="Shape 641"/>
          <p:cNvSpPr/>
          <p:nvPr/>
        </p:nvSpPr>
        <p:spPr>
          <a:xfrm>
            <a:off x="4349115" y="3857244"/>
            <a:ext cx="142761" cy="97231"/>
          </a:xfrm>
          <a:prstGeom prst="rect">
            <a:avLst/>
          </a:prstGeom>
          <a:solidFill>
            <a:srgbClr val="E9EDEB"/>
          </a:solidFill>
          <a:ln w="12700">
            <a:solidFill>
              <a:srgbClr val="E9EDEB"/>
            </a:solidFill>
            <a:prstDash val="solid"/>
          </a:ln>
        </p:spPr>
      </p:sp>
      <p:sp>
        <p:nvSpPr>
          <p:cNvPr id="644" name="Shape 642"/>
          <p:cNvSpPr/>
          <p:nvPr/>
        </p:nvSpPr>
        <p:spPr>
          <a:xfrm>
            <a:off x="4511992" y="3857244"/>
            <a:ext cx="142761" cy="97231"/>
          </a:xfrm>
          <a:prstGeom prst="rect">
            <a:avLst/>
          </a:prstGeom>
          <a:solidFill>
            <a:srgbClr val="E9EDEB"/>
          </a:solidFill>
          <a:ln w="12700">
            <a:solidFill>
              <a:srgbClr val="E9EDEB"/>
            </a:solidFill>
            <a:prstDash val="solid"/>
          </a:ln>
        </p:spPr>
      </p:sp>
      <p:sp>
        <p:nvSpPr>
          <p:cNvPr id="645" name="Shape 643"/>
          <p:cNvSpPr/>
          <p:nvPr/>
        </p:nvSpPr>
        <p:spPr>
          <a:xfrm>
            <a:off x="4674870" y="3857244"/>
            <a:ext cx="142761" cy="97231"/>
          </a:xfrm>
          <a:prstGeom prst="rect">
            <a:avLst/>
          </a:prstGeom>
          <a:solidFill>
            <a:srgbClr val="E9EDEB"/>
          </a:solidFill>
          <a:ln w="12700">
            <a:solidFill>
              <a:srgbClr val="E9EDEB"/>
            </a:solidFill>
            <a:prstDash val="solid"/>
          </a:ln>
        </p:spPr>
      </p:sp>
      <p:sp>
        <p:nvSpPr>
          <p:cNvPr id="646" name="Shape 644"/>
          <p:cNvSpPr/>
          <p:nvPr/>
        </p:nvSpPr>
        <p:spPr>
          <a:xfrm>
            <a:off x="4837747" y="3857244"/>
            <a:ext cx="142761" cy="97231"/>
          </a:xfrm>
          <a:prstGeom prst="rect">
            <a:avLst/>
          </a:prstGeom>
          <a:solidFill>
            <a:srgbClr val="E9EDEB"/>
          </a:solidFill>
          <a:ln w="12700">
            <a:solidFill>
              <a:srgbClr val="E9EDEB"/>
            </a:solidFill>
            <a:prstDash val="solid"/>
          </a:ln>
        </p:spPr>
      </p:sp>
      <p:sp>
        <p:nvSpPr>
          <p:cNvPr id="647" name="Shape 645"/>
          <p:cNvSpPr/>
          <p:nvPr/>
        </p:nvSpPr>
        <p:spPr>
          <a:xfrm>
            <a:off x="5000625" y="3857244"/>
            <a:ext cx="142761" cy="97231"/>
          </a:xfrm>
          <a:prstGeom prst="rect">
            <a:avLst/>
          </a:prstGeom>
          <a:solidFill>
            <a:srgbClr val="E9EDEB"/>
          </a:solidFill>
          <a:ln w="12700">
            <a:solidFill>
              <a:srgbClr val="E9EDEB"/>
            </a:solidFill>
            <a:prstDash val="solid"/>
          </a:ln>
        </p:spPr>
      </p:sp>
      <p:sp>
        <p:nvSpPr>
          <p:cNvPr id="648" name="Shape 646"/>
          <p:cNvSpPr/>
          <p:nvPr/>
        </p:nvSpPr>
        <p:spPr>
          <a:xfrm>
            <a:off x="5163503" y="3857244"/>
            <a:ext cx="142761" cy="97231"/>
          </a:xfrm>
          <a:prstGeom prst="rect">
            <a:avLst/>
          </a:prstGeom>
          <a:solidFill>
            <a:srgbClr val="E9EDEB"/>
          </a:solidFill>
          <a:ln w="12700">
            <a:solidFill>
              <a:srgbClr val="E9EDEB"/>
            </a:solidFill>
            <a:prstDash val="solid"/>
          </a:ln>
        </p:spPr>
      </p:sp>
      <p:sp>
        <p:nvSpPr>
          <p:cNvPr id="649" name="Shape 647"/>
          <p:cNvSpPr/>
          <p:nvPr/>
        </p:nvSpPr>
        <p:spPr>
          <a:xfrm>
            <a:off x="5326380" y="3857244"/>
            <a:ext cx="142761" cy="97231"/>
          </a:xfrm>
          <a:prstGeom prst="rect">
            <a:avLst/>
          </a:prstGeom>
          <a:solidFill>
            <a:srgbClr val="E9EDEB"/>
          </a:solidFill>
          <a:ln w="12700">
            <a:solidFill>
              <a:srgbClr val="E9EDEB"/>
            </a:solidFill>
            <a:prstDash val="solid"/>
          </a:ln>
        </p:spPr>
      </p:sp>
      <p:sp>
        <p:nvSpPr>
          <p:cNvPr id="650" name="Shape 648"/>
          <p:cNvSpPr/>
          <p:nvPr/>
        </p:nvSpPr>
        <p:spPr>
          <a:xfrm>
            <a:off x="5489257" y="3857244"/>
            <a:ext cx="142761" cy="97231"/>
          </a:xfrm>
          <a:prstGeom prst="rect">
            <a:avLst/>
          </a:prstGeom>
          <a:solidFill>
            <a:srgbClr val="E9EDEB"/>
          </a:solidFill>
          <a:ln w="12700">
            <a:solidFill>
              <a:srgbClr val="E9EDEB"/>
            </a:solidFill>
            <a:prstDash val="solid"/>
          </a:ln>
        </p:spPr>
      </p:sp>
      <p:sp>
        <p:nvSpPr>
          <p:cNvPr id="651" name="Shape 649"/>
          <p:cNvSpPr/>
          <p:nvPr/>
        </p:nvSpPr>
        <p:spPr>
          <a:xfrm>
            <a:off x="5652135" y="3857244"/>
            <a:ext cx="142761" cy="97231"/>
          </a:xfrm>
          <a:prstGeom prst="rect">
            <a:avLst/>
          </a:prstGeom>
          <a:solidFill>
            <a:srgbClr val="E9EDEB"/>
          </a:solidFill>
          <a:ln w="12700">
            <a:solidFill>
              <a:srgbClr val="E9EDEB"/>
            </a:solidFill>
            <a:prstDash val="solid"/>
          </a:ln>
        </p:spPr>
      </p:sp>
      <p:sp>
        <p:nvSpPr>
          <p:cNvPr id="652" name="Shape 650"/>
          <p:cNvSpPr/>
          <p:nvPr/>
        </p:nvSpPr>
        <p:spPr>
          <a:xfrm>
            <a:off x="5815012" y="3857244"/>
            <a:ext cx="142761" cy="97231"/>
          </a:xfrm>
          <a:prstGeom prst="rect">
            <a:avLst/>
          </a:prstGeom>
          <a:solidFill>
            <a:srgbClr val="E9EDEB"/>
          </a:solidFill>
          <a:ln w="12700">
            <a:solidFill>
              <a:srgbClr val="E9EDEB"/>
            </a:solidFill>
            <a:prstDash val="solid"/>
          </a:ln>
        </p:spPr>
      </p:sp>
      <p:sp>
        <p:nvSpPr>
          <p:cNvPr id="653" name="Shape 651"/>
          <p:cNvSpPr/>
          <p:nvPr/>
        </p:nvSpPr>
        <p:spPr>
          <a:xfrm>
            <a:off x="5977890" y="3857244"/>
            <a:ext cx="142761" cy="97231"/>
          </a:xfrm>
          <a:prstGeom prst="rect">
            <a:avLst/>
          </a:prstGeom>
          <a:solidFill>
            <a:srgbClr val="E9EDEB"/>
          </a:solidFill>
          <a:ln w="12700">
            <a:solidFill>
              <a:srgbClr val="E9EDEB"/>
            </a:solidFill>
            <a:prstDash val="solid"/>
          </a:ln>
        </p:spPr>
      </p:sp>
      <p:sp>
        <p:nvSpPr>
          <p:cNvPr id="654" name="Shape 652"/>
          <p:cNvSpPr/>
          <p:nvPr/>
        </p:nvSpPr>
        <p:spPr>
          <a:xfrm>
            <a:off x="6140767" y="3857244"/>
            <a:ext cx="142761" cy="97231"/>
          </a:xfrm>
          <a:prstGeom prst="rect">
            <a:avLst/>
          </a:prstGeom>
          <a:solidFill>
            <a:srgbClr val="E9EDEB"/>
          </a:solidFill>
          <a:ln w="12700">
            <a:solidFill>
              <a:srgbClr val="E9EDEB"/>
            </a:solidFill>
            <a:prstDash val="solid"/>
          </a:ln>
        </p:spPr>
      </p:sp>
      <p:sp>
        <p:nvSpPr>
          <p:cNvPr id="655" name="Shape 653"/>
          <p:cNvSpPr/>
          <p:nvPr/>
        </p:nvSpPr>
        <p:spPr>
          <a:xfrm>
            <a:off x="6303645" y="3857244"/>
            <a:ext cx="142761" cy="97231"/>
          </a:xfrm>
          <a:prstGeom prst="rect">
            <a:avLst/>
          </a:prstGeom>
          <a:solidFill>
            <a:srgbClr val="E9EDEB"/>
          </a:solidFill>
          <a:ln w="12700">
            <a:solidFill>
              <a:srgbClr val="E9EDEB"/>
            </a:solidFill>
            <a:prstDash val="solid"/>
          </a:ln>
        </p:spPr>
      </p:sp>
      <p:sp>
        <p:nvSpPr>
          <p:cNvPr id="656" name="Shape 654"/>
          <p:cNvSpPr/>
          <p:nvPr/>
        </p:nvSpPr>
        <p:spPr>
          <a:xfrm>
            <a:off x="6466522" y="3857244"/>
            <a:ext cx="142761" cy="97231"/>
          </a:xfrm>
          <a:prstGeom prst="rect">
            <a:avLst/>
          </a:prstGeom>
          <a:solidFill>
            <a:srgbClr val="E9EDEB"/>
          </a:solidFill>
          <a:ln w="12700">
            <a:solidFill>
              <a:srgbClr val="E9EDEB"/>
            </a:solidFill>
            <a:prstDash val="solid"/>
          </a:ln>
        </p:spPr>
      </p:sp>
      <p:sp>
        <p:nvSpPr>
          <p:cNvPr id="657" name="Shape 655"/>
          <p:cNvSpPr/>
          <p:nvPr/>
        </p:nvSpPr>
        <p:spPr>
          <a:xfrm>
            <a:off x="6629400" y="3857244"/>
            <a:ext cx="142761" cy="97231"/>
          </a:xfrm>
          <a:prstGeom prst="rect">
            <a:avLst/>
          </a:prstGeom>
          <a:solidFill>
            <a:srgbClr val="E9EDEB"/>
          </a:solidFill>
          <a:ln w="12700">
            <a:solidFill>
              <a:srgbClr val="E9EDEB"/>
            </a:solidFill>
            <a:prstDash val="solid"/>
          </a:ln>
        </p:spPr>
      </p:sp>
      <p:sp>
        <p:nvSpPr>
          <p:cNvPr id="658" name="Shape 656"/>
          <p:cNvSpPr/>
          <p:nvPr/>
        </p:nvSpPr>
        <p:spPr>
          <a:xfrm>
            <a:off x="6792277" y="3857244"/>
            <a:ext cx="142761" cy="97231"/>
          </a:xfrm>
          <a:prstGeom prst="rect">
            <a:avLst/>
          </a:prstGeom>
          <a:solidFill>
            <a:srgbClr val="E9EDEB"/>
          </a:solidFill>
          <a:ln w="12700">
            <a:solidFill>
              <a:srgbClr val="E9EDEB"/>
            </a:solidFill>
            <a:prstDash val="solid"/>
          </a:ln>
        </p:spPr>
      </p:sp>
      <p:sp>
        <p:nvSpPr>
          <p:cNvPr id="659" name="Shape 657"/>
          <p:cNvSpPr/>
          <p:nvPr/>
        </p:nvSpPr>
        <p:spPr>
          <a:xfrm>
            <a:off x="6955155" y="3857244"/>
            <a:ext cx="142761" cy="97231"/>
          </a:xfrm>
          <a:prstGeom prst="rect">
            <a:avLst/>
          </a:prstGeom>
          <a:solidFill>
            <a:srgbClr val="E9EDEB"/>
          </a:solidFill>
          <a:ln w="12700">
            <a:solidFill>
              <a:srgbClr val="E9EDEB"/>
            </a:solidFill>
            <a:prstDash val="solid"/>
          </a:ln>
        </p:spPr>
      </p:sp>
      <p:sp>
        <p:nvSpPr>
          <p:cNvPr id="660" name="Shape 658"/>
          <p:cNvSpPr/>
          <p:nvPr/>
        </p:nvSpPr>
        <p:spPr>
          <a:xfrm>
            <a:off x="7118032" y="3857244"/>
            <a:ext cx="142761" cy="97231"/>
          </a:xfrm>
          <a:prstGeom prst="rect">
            <a:avLst/>
          </a:prstGeom>
          <a:solidFill>
            <a:srgbClr val="E9EDEB"/>
          </a:solidFill>
          <a:ln w="12700">
            <a:solidFill>
              <a:srgbClr val="E9EDEB"/>
            </a:solidFill>
            <a:prstDash val="solid"/>
          </a:ln>
        </p:spPr>
      </p:sp>
      <p:sp>
        <p:nvSpPr>
          <p:cNvPr id="661" name="Shape 659"/>
          <p:cNvSpPr/>
          <p:nvPr/>
        </p:nvSpPr>
        <p:spPr>
          <a:xfrm>
            <a:off x="7280910" y="3857244"/>
            <a:ext cx="142761" cy="97231"/>
          </a:xfrm>
          <a:prstGeom prst="rect">
            <a:avLst/>
          </a:prstGeom>
          <a:solidFill>
            <a:srgbClr val="E9EDEB"/>
          </a:solidFill>
          <a:ln w="12700">
            <a:solidFill>
              <a:srgbClr val="E9EDEB"/>
            </a:solidFill>
            <a:prstDash val="solid"/>
          </a:ln>
        </p:spPr>
      </p:sp>
      <p:sp>
        <p:nvSpPr>
          <p:cNvPr id="662" name="Shape 660"/>
          <p:cNvSpPr/>
          <p:nvPr/>
        </p:nvSpPr>
        <p:spPr>
          <a:xfrm>
            <a:off x="7443788" y="3857244"/>
            <a:ext cx="142761" cy="97231"/>
          </a:xfrm>
          <a:prstGeom prst="rect">
            <a:avLst/>
          </a:prstGeom>
          <a:solidFill>
            <a:srgbClr val="E9EDEB"/>
          </a:solidFill>
          <a:ln w="12700">
            <a:solidFill>
              <a:srgbClr val="E9EDEB"/>
            </a:solidFill>
            <a:prstDash val="solid"/>
          </a:ln>
        </p:spPr>
      </p:sp>
      <p:sp>
        <p:nvSpPr>
          <p:cNvPr id="663" name="Shape 661"/>
          <p:cNvSpPr/>
          <p:nvPr/>
        </p:nvSpPr>
        <p:spPr>
          <a:xfrm>
            <a:off x="7606665" y="3857244"/>
            <a:ext cx="142761" cy="97231"/>
          </a:xfrm>
          <a:prstGeom prst="rect">
            <a:avLst/>
          </a:prstGeom>
          <a:solidFill>
            <a:srgbClr val="E9EDEB"/>
          </a:solidFill>
          <a:ln w="12700">
            <a:solidFill>
              <a:srgbClr val="E9EDEB"/>
            </a:solidFill>
            <a:prstDash val="solid"/>
          </a:ln>
        </p:spPr>
      </p:sp>
      <p:sp>
        <p:nvSpPr>
          <p:cNvPr id="664" name="Shape 662"/>
          <p:cNvSpPr/>
          <p:nvPr/>
        </p:nvSpPr>
        <p:spPr>
          <a:xfrm>
            <a:off x="7769542" y="3857244"/>
            <a:ext cx="142761" cy="97231"/>
          </a:xfrm>
          <a:prstGeom prst="rect">
            <a:avLst/>
          </a:prstGeom>
          <a:solidFill>
            <a:srgbClr val="E9EDEB"/>
          </a:solidFill>
          <a:ln w="12700">
            <a:solidFill>
              <a:srgbClr val="E9EDEB"/>
            </a:solidFill>
            <a:prstDash val="solid"/>
          </a:ln>
        </p:spPr>
      </p:sp>
      <p:sp>
        <p:nvSpPr>
          <p:cNvPr id="665" name="Shape 663"/>
          <p:cNvSpPr/>
          <p:nvPr/>
        </p:nvSpPr>
        <p:spPr>
          <a:xfrm>
            <a:off x="7932420" y="3857244"/>
            <a:ext cx="142761" cy="97231"/>
          </a:xfrm>
          <a:prstGeom prst="rect">
            <a:avLst/>
          </a:prstGeom>
          <a:solidFill>
            <a:srgbClr val="E9EDEB"/>
          </a:solidFill>
          <a:ln w="12700">
            <a:solidFill>
              <a:srgbClr val="E9EDEB"/>
            </a:solidFill>
            <a:prstDash val="solid"/>
          </a:ln>
        </p:spPr>
      </p:sp>
      <p:sp>
        <p:nvSpPr>
          <p:cNvPr id="666" name="Shape 664"/>
          <p:cNvSpPr/>
          <p:nvPr/>
        </p:nvSpPr>
        <p:spPr>
          <a:xfrm>
            <a:off x="8095297" y="3857244"/>
            <a:ext cx="142761" cy="97231"/>
          </a:xfrm>
          <a:prstGeom prst="rect">
            <a:avLst/>
          </a:prstGeom>
          <a:solidFill>
            <a:srgbClr val="E9EDEB"/>
          </a:solidFill>
          <a:ln w="12700">
            <a:solidFill>
              <a:srgbClr val="E9EDEB"/>
            </a:solidFill>
            <a:prstDash val="solid"/>
          </a:ln>
        </p:spPr>
      </p:sp>
      <p:sp>
        <p:nvSpPr>
          <p:cNvPr id="667" name="Shape 665"/>
          <p:cNvSpPr/>
          <p:nvPr/>
        </p:nvSpPr>
        <p:spPr>
          <a:xfrm>
            <a:off x="8258175" y="3857244"/>
            <a:ext cx="142761" cy="97231"/>
          </a:xfrm>
          <a:prstGeom prst="rect">
            <a:avLst/>
          </a:prstGeom>
          <a:solidFill>
            <a:srgbClr val="E9EDEB"/>
          </a:solidFill>
          <a:ln w="12700">
            <a:solidFill>
              <a:srgbClr val="E9EDEB"/>
            </a:solidFill>
            <a:prstDash val="solid"/>
          </a:ln>
        </p:spPr>
      </p:sp>
      <p:sp>
        <p:nvSpPr>
          <p:cNvPr id="668" name="Shape 666"/>
          <p:cNvSpPr/>
          <p:nvPr/>
        </p:nvSpPr>
        <p:spPr>
          <a:xfrm>
            <a:off x="8421053" y="3857244"/>
            <a:ext cx="142761" cy="97231"/>
          </a:xfrm>
          <a:prstGeom prst="rect">
            <a:avLst/>
          </a:prstGeom>
          <a:solidFill>
            <a:srgbClr val="E9EDEB"/>
          </a:solidFill>
          <a:ln w="12700">
            <a:solidFill>
              <a:srgbClr val="E9EDEB"/>
            </a:solidFill>
            <a:prstDash val="solid"/>
          </a:ln>
        </p:spPr>
      </p:sp>
      <p:sp>
        <p:nvSpPr>
          <p:cNvPr id="669" name="Shape 667"/>
          <p:cNvSpPr/>
          <p:nvPr/>
        </p:nvSpPr>
        <p:spPr>
          <a:xfrm>
            <a:off x="8583930" y="3857244"/>
            <a:ext cx="142761" cy="97231"/>
          </a:xfrm>
          <a:prstGeom prst="rect">
            <a:avLst/>
          </a:prstGeom>
          <a:solidFill>
            <a:srgbClr val="E9EDEB"/>
          </a:solidFill>
          <a:ln w="12700">
            <a:solidFill>
              <a:srgbClr val="E9EDEB"/>
            </a:solidFill>
            <a:prstDash val="solid"/>
          </a:ln>
        </p:spPr>
      </p:sp>
      <p:sp>
        <p:nvSpPr>
          <p:cNvPr id="670" name="Shape 668"/>
          <p:cNvSpPr/>
          <p:nvPr/>
        </p:nvSpPr>
        <p:spPr>
          <a:xfrm>
            <a:off x="8746807" y="3857244"/>
            <a:ext cx="142761" cy="97231"/>
          </a:xfrm>
          <a:prstGeom prst="rect">
            <a:avLst/>
          </a:prstGeom>
          <a:solidFill>
            <a:srgbClr val="E9EDEB"/>
          </a:solidFill>
          <a:ln w="12700">
            <a:solidFill>
              <a:srgbClr val="E9EDEB"/>
            </a:solidFill>
            <a:prstDash val="solid"/>
          </a:ln>
        </p:spPr>
      </p:sp>
      <p:sp>
        <p:nvSpPr>
          <p:cNvPr id="671" name="Shape 669"/>
          <p:cNvSpPr/>
          <p:nvPr/>
        </p:nvSpPr>
        <p:spPr>
          <a:xfrm>
            <a:off x="8909685" y="3857244"/>
            <a:ext cx="142761" cy="97231"/>
          </a:xfrm>
          <a:prstGeom prst="rect">
            <a:avLst/>
          </a:prstGeom>
          <a:solidFill>
            <a:srgbClr val="E9EDEB"/>
          </a:solidFill>
          <a:ln w="12700">
            <a:solidFill>
              <a:srgbClr val="E9EDEB"/>
            </a:solidFill>
            <a:prstDash val="solid"/>
          </a:ln>
        </p:spPr>
      </p:sp>
      <p:sp>
        <p:nvSpPr>
          <p:cNvPr id="672" name="Shape 670"/>
          <p:cNvSpPr/>
          <p:nvPr/>
        </p:nvSpPr>
        <p:spPr>
          <a:xfrm>
            <a:off x="9072563" y="3857244"/>
            <a:ext cx="142761" cy="97231"/>
          </a:xfrm>
          <a:prstGeom prst="rect">
            <a:avLst/>
          </a:prstGeom>
          <a:solidFill>
            <a:srgbClr val="E9EDEB"/>
          </a:solidFill>
          <a:ln w="12700">
            <a:solidFill>
              <a:srgbClr val="E9EDEB"/>
            </a:solidFill>
            <a:prstDash val="solid"/>
          </a:ln>
        </p:spPr>
      </p:sp>
      <p:sp>
        <p:nvSpPr>
          <p:cNvPr id="673" name="Shape 671"/>
          <p:cNvSpPr/>
          <p:nvPr/>
        </p:nvSpPr>
        <p:spPr>
          <a:xfrm>
            <a:off x="1417320" y="3974592"/>
            <a:ext cx="142761" cy="97231"/>
          </a:xfrm>
          <a:prstGeom prst="rect">
            <a:avLst/>
          </a:prstGeom>
          <a:solidFill>
            <a:srgbClr val="E9EDEB"/>
          </a:solidFill>
          <a:ln w="12700">
            <a:solidFill>
              <a:srgbClr val="E9EDEB"/>
            </a:solidFill>
            <a:prstDash val="solid"/>
          </a:ln>
        </p:spPr>
      </p:sp>
      <p:sp>
        <p:nvSpPr>
          <p:cNvPr id="674" name="Shape 672"/>
          <p:cNvSpPr/>
          <p:nvPr/>
        </p:nvSpPr>
        <p:spPr>
          <a:xfrm>
            <a:off x="1580198" y="3974592"/>
            <a:ext cx="142761" cy="97231"/>
          </a:xfrm>
          <a:prstGeom prst="rect">
            <a:avLst/>
          </a:prstGeom>
          <a:solidFill>
            <a:srgbClr val="E9EDEB"/>
          </a:solidFill>
          <a:ln w="12700">
            <a:solidFill>
              <a:srgbClr val="E9EDEB"/>
            </a:solidFill>
            <a:prstDash val="solid"/>
          </a:ln>
        </p:spPr>
      </p:sp>
      <p:sp>
        <p:nvSpPr>
          <p:cNvPr id="675" name="Shape 673"/>
          <p:cNvSpPr/>
          <p:nvPr/>
        </p:nvSpPr>
        <p:spPr>
          <a:xfrm>
            <a:off x="1743075" y="3974592"/>
            <a:ext cx="142761" cy="97231"/>
          </a:xfrm>
          <a:prstGeom prst="rect">
            <a:avLst/>
          </a:prstGeom>
          <a:solidFill>
            <a:srgbClr val="E9EDEB"/>
          </a:solidFill>
          <a:ln w="12700">
            <a:solidFill>
              <a:srgbClr val="E9EDEB"/>
            </a:solidFill>
            <a:prstDash val="solid"/>
          </a:ln>
        </p:spPr>
      </p:sp>
      <p:sp>
        <p:nvSpPr>
          <p:cNvPr id="676" name="Shape 674"/>
          <p:cNvSpPr/>
          <p:nvPr/>
        </p:nvSpPr>
        <p:spPr>
          <a:xfrm>
            <a:off x="1905953" y="3974592"/>
            <a:ext cx="142761" cy="97231"/>
          </a:xfrm>
          <a:prstGeom prst="rect">
            <a:avLst/>
          </a:prstGeom>
          <a:solidFill>
            <a:srgbClr val="E9EDEB"/>
          </a:solidFill>
          <a:ln w="12700">
            <a:solidFill>
              <a:srgbClr val="E9EDEB"/>
            </a:solidFill>
            <a:prstDash val="solid"/>
          </a:ln>
        </p:spPr>
      </p:sp>
      <p:sp>
        <p:nvSpPr>
          <p:cNvPr id="677" name="Shape 675"/>
          <p:cNvSpPr/>
          <p:nvPr/>
        </p:nvSpPr>
        <p:spPr>
          <a:xfrm>
            <a:off x="2068830" y="3974592"/>
            <a:ext cx="142761" cy="97231"/>
          </a:xfrm>
          <a:prstGeom prst="rect">
            <a:avLst/>
          </a:prstGeom>
          <a:solidFill>
            <a:srgbClr val="E9EDEB"/>
          </a:solidFill>
          <a:ln w="12700">
            <a:solidFill>
              <a:srgbClr val="E9EDEB"/>
            </a:solidFill>
            <a:prstDash val="solid"/>
          </a:ln>
        </p:spPr>
      </p:sp>
      <p:sp>
        <p:nvSpPr>
          <p:cNvPr id="678" name="Shape 676"/>
          <p:cNvSpPr/>
          <p:nvPr/>
        </p:nvSpPr>
        <p:spPr>
          <a:xfrm>
            <a:off x="2231708" y="3974592"/>
            <a:ext cx="142761" cy="97231"/>
          </a:xfrm>
          <a:prstGeom prst="rect">
            <a:avLst/>
          </a:prstGeom>
          <a:solidFill>
            <a:srgbClr val="E9EDEB"/>
          </a:solidFill>
          <a:ln w="12700">
            <a:solidFill>
              <a:srgbClr val="E9EDEB"/>
            </a:solidFill>
            <a:prstDash val="solid"/>
          </a:ln>
        </p:spPr>
      </p:sp>
      <p:sp>
        <p:nvSpPr>
          <p:cNvPr id="679" name="Shape 677"/>
          <p:cNvSpPr/>
          <p:nvPr/>
        </p:nvSpPr>
        <p:spPr>
          <a:xfrm>
            <a:off x="2394585" y="3974592"/>
            <a:ext cx="142761" cy="97231"/>
          </a:xfrm>
          <a:prstGeom prst="rect">
            <a:avLst/>
          </a:prstGeom>
          <a:solidFill>
            <a:srgbClr val="E9EDEB"/>
          </a:solidFill>
          <a:ln w="12700">
            <a:solidFill>
              <a:srgbClr val="E9EDEB"/>
            </a:solidFill>
            <a:prstDash val="solid"/>
          </a:ln>
        </p:spPr>
      </p:sp>
      <p:sp>
        <p:nvSpPr>
          <p:cNvPr id="680" name="Shape 678"/>
          <p:cNvSpPr/>
          <p:nvPr/>
        </p:nvSpPr>
        <p:spPr>
          <a:xfrm>
            <a:off x="2557463" y="3974592"/>
            <a:ext cx="142761" cy="97231"/>
          </a:xfrm>
          <a:prstGeom prst="rect">
            <a:avLst/>
          </a:prstGeom>
          <a:solidFill>
            <a:srgbClr val="E9EDEB"/>
          </a:solidFill>
          <a:ln w="12700">
            <a:solidFill>
              <a:srgbClr val="E9EDEB"/>
            </a:solidFill>
            <a:prstDash val="solid"/>
          </a:ln>
        </p:spPr>
      </p:sp>
      <p:sp>
        <p:nvSpPr>
          <p:cNvPr id="681" name="Shape 679"/>
          <p:cNvSpPr/>
          <p:nvPr/>
        </p:nvSpPr>
        <p:spPr>
          <a:xfrm>
            <a:off x="2720340" y="3974592"/>
            <a:ext cx="142761" cy="97231"/>
          </a:xfrm>
          <a:prstGeom prst="rect">
            <a:avLst/>
          </a:prstGeom>
          <a:solidFill>
            <a:srgbClr val="E9EDEB"/>
          </a:solidFill>
          <a:ln w="12700">
            <a:solidFill>
              <a:srgbClr val="E9EDEB"/>
            </a:solidFill>
            <a:prstDash val="solid"/>
          </a:ln>
        </p:spPr>
      </p:sp>
      <p:sp>
        <p:nvSpPr>
          <p:cNvPr id="682" name="Shape 680"/>
          <p:cNvSpPr/>
          <p:nvPr/>
        </p:nvSpPr>
        <p:spPr>
          <a:xfrm>
            <a:off x="2883218" y="3974592"/>
            <a:ext cx="142761" cy="97231"/>
          </a:xfrm>
          <a:prstGeom prst="rect">
            <a:avLst/>
          </a:prstGeom>
          <a:solidFill>
            <a:srgbClr val="E9EDEB"/>
          </a:solidFill>
          <a:ln w="12700">
            <a:solidFill>
              <a:srgbClr val="E9EDEB"/>
            </a:solidFill>
            <a:prstDash val="solid"/>
          </a:ln>
        </p:spPr>
      </p:sp>
      <p:sp>
        <p:nvSpPr>
          <p:cNvPr id="683" name="Shape 681"/>
          <p:cNvSpPr/>
          <p:nvPr/>
        </p:nvSpPr>
        <p:spPr>
          <a:xfrm>
            <a:off x="3046095" y="3974592"/>
            <a:ext cx="142761" cy="97231"/>
          </a:xfrm>
          <a:prstGeom prst="rect">
            <a:avLst/>
          </a:prstGeom>
          <a:solidFill>
            <a:srgbClr val="E9EDEB"/>
          </a:solidFill>
          <a:ln w="12700">
            <a:solidFill>
              <a:srgbClr val="E9EDEB"/>
            </a:solidFill>
            <a:prstDash val="solid"/>
          </a:ln>
        </p:spPr>
      </p:sp>
      <p:sp>
        <p:nvSpPr>
          <p:cNvPr id="684" name="Shape 682"/>
          <p:cNvSpPr/>
          <p:nvPr/>
        </p:nvSpPr>
        <p:spPr>
          <a:xfrm>
            <a:off x="3208972" y="3974592"/>
            <a:ext cx="142761" cy="97231"/>
          </a:xfrm>
          <a:prstGeom prst="rect">
            <a:avLst/>
          </a:prstGeom>
          <a:solidFill>
            <a:srgbClr val="E9EDEB"/>
          </a:solidFill>
          <a:ln w="12700">
            <a:solidFill>
              <a:srgbClr val="E9EDEB"/>
            </a:solidFill>
            <a:prstDash val="solid"/>
          </a:ln>
        </p:spPr>
      </p:sp>
      <p:sp>
        <p:nvSpPr>
          <p:cNvPr id="685" name="Shape 683"/>
          <p:cNvSpPr/>
          <p:nvPr/>
        </p:nvSpPr>
        <p:spPr>
          <a:xfrm>
            <a:off x="3371850" y="3974592"/>
            <a:ext cx="142761" cy="97231"/>
          </a:xfrm>
          <a:prstGeom prst="rect">
            <a:avLst/>
          </a:prstGeom>
          <a:solidFill>
            <a:srgbClr val="E9EDEB"/>
          </a:solidFill>
          <a:ln w="12700">
            <a:solidFill>
              <a:srgbClr val="E9EDEB"/>
            </a:solidFill>
            <a:prstDash val="solid"/>
          </a:ln>
        </p:spPr>
      </p:sp>
      <p:sp>
        <p:nvSpPr>
          <p:cNvPr id="686" name="Shape 684"/>
          <p:cNvSpPr/>
          <p:nvPr/>
        </p:nvSpPr>
        <p:spPr>
          <a:xfrm>
            <a:off x="3534727" y="3974592"/>
            <a:ext cx="142761" cy="97231"/>
          </a:xfrm>
          <a:prstGeom prst="rect">
            <a:avLst/>
          </a:prstGeom>
          <a:solidFill>
            <a:srgbClr val="E9EDEB"/>
          </a:solidFill>
          <a:ln w="12700">
            <a:solidFill>
              <a:srgbClr val="E9EDEB"/>
            </a:solidFill>
            <a:prstDash val="solid"/>
          </a:ln>
        </p:spPr>
      </p:sp>
      <p:sp>
        <p:nvSpPr>
          <p:cNvPr id="687" name="Shape 685"/>
          <p:cNvSpPr/>
          <p:nvPr/>
        </p:nvSpPr>
        <p:spPr>
          <a:xfrm>
            <a:off x="3697605" y="3974592"/>
            <a:ext cx="142761" cy="97231"/>
          </a:xfrm>
          <a:prstGeom prst="rect">
            <a:avLst/>
          </a:prstGeom>
          <a:solidFill>
            <a:srgbClr val="E9EDEB"/>
          </a:solidFill>
          <a:ln w="12700">
            <a:solidFill>
              <a:srgbClr val="E9EDEB"/>
            </a:solidFill>
            <a:prstDash val="solid"/>
          </a:ln>
        </p:spPr>
      </p:sp>
      <p:sp>
        <p:nvSpPr>
          <p:cNvPr id="688" name="Shape 686"/>
          <p:cNvSpPr/>
          <p:nvPr/>
        </p:nvSpPr>
        <p:spPr>
          <a:xfrm>
            <a:off x="3860483" y="3974592"/>
            <a:ext cx="142761" cy="97231"/>
          </a:xfrm>
          <a:prstGeom prst="rect">
            <a:avLst/>
          </a:prstGeom>
          <a:solidFill>
            <a:srgbClr val="E9EDEB"/>
          </a:solidFill>
          <a:ln w="12700">
            <a:solidFill>
              <a:srgbClr val="E9EDEB"/>
            </a:solidFill>
            <a:prstDash val="solid"/>
          </a:ln>
        </p:spPr>
      </p:sp>
      <p:sp>
        <p:nvSpPr>
          <p:cNvPr id="689" name="Shape 687"/>
          <p:cNvSpPr/>
          <p:nvPr/>
        </p:nvSpPr>
        <p:spPr>
          <a:xfrm>
            <a:off x="4023360" y="3974592"/>
            <a:ext cx="142761" cy="97231"/>
          </a:xfrm>
          <a:prstGeom prst="rect">
            <a:avLst/>
          </a:prstGeom>
          <a:solidFill>
            <a:srgbClr val="E9EDEB"/>
          </a:solidFill>
          <a:ln w="12700">
            <a:solidFill>
              <a:srgbClr val="E9EDEB"/>
            </a:solidFill>
            <a:prstDash val="solid"/>
          </a:ln>
        </p:spPr>
      </p:sp>
      <p:sp>
        <p:nvSpPr>
          <p:cNvPr id="690" name="Shape 688"/>
          <p:cNvSpPr/>
          <p:nvPr/>
        </p:nvSpPr>
        <p:spPr>
          <a:xfrm>
            <a:off x="4186238" y="3974592"/>
            <a:ext cx="142761" cy="97231"/>
          </a:xfrm>
          <a:prstGeom prst="rect">
            <a:avLst/>
          </a:prstGeom>
          <a:solidFill>
            <a:srgbClr val="E9EDEB"/>
          </a:solidFill>
          <a:ln w="12700">
            <a:solidFill>
              <a:srgbClr val="E9EDEB"/>
            </a:solidFill>
            <a:prstDash val="solid"/>
          </a:ln>
        </p:spPr>
      </p:sp>
      <p:sp>
        <p:nvSpPr>
          <p:cNvPr id="691" name="Shape 689"/>
          <p:cNvSpPr/>
          <p:nvPr/>
        </p:nvSpPr>
        <p:spPr>
          <a:xfrm>
            <a:off x="4349115" y="3974592"/>
            <a:ext cx="142761" cy="97231"/>
          </a:xfrm>
          <a:prstGeom prst="rect">
            <a:avLst/>
          </a:prstGeom>
          <a:solidFill>
            <a:srgbClr val="E9EDEB"/>
          </a:solidFill>
          <a:ln w="12700">
            <a:solidFill>
              <a:srgbClr val="E9EDEB"/>
            </a:solidFill>
            <a:prstDash val="solid"/>
          </a:ln>
        </p:spPr>
      </p:sp>
      <p:sp>
        <p:nvSpPr>
          <p:cNvPr id="692" name="Shape 690"/>
          <p:cNvSpPr/>
          <p:nvPr/>
        </p:nvSpPr>
        <p:spPr>
          <a:xfrm>
            <a:off x="4511992" y="3974592"/>
            <a:ext cx="142761" cy="97231"/>
          </a:xfrm>
          <a:prstGeom prst="rect">
            <a:avLst/>
          </a:prstGeom>
          <a:solidFill>
            <a:srgbClr val="E9EDEB"/>
          </a:solidFill>
          <a:ln w="12700">
            <a:solidFill>
              <a:srgbClr val="E9EDEB"/>
            </a:solidFill>
            <a:prstDash val="solid"/>
          </a:ln>
        </p:spPr>
      </p:sp>
      <p:sp>
        <p:nvSpPr>
          <p:cNvPr id="693" name="Shape 691"/>
          <p:cNvSpPr/>
          <p:nvPr/>
        </p:nvSpPr>
        <p:spPr>
          <a:xfrm>
            <a:off x="4674870" y="3974592"/>
            <a:ext cx="142761" cy="97231"/>
          </a:xfrm>
          <a:prstGeom prst="rect">
            <a:avLst/>
          </a:prstGeom>
          <a:solidFill>
            <a:srgbClr val="E9EDEB"/>
          </a:solidFill>
          <a:ln w="12700">
            <a:solidFill>
              <a:srgbClr val="E9EDEB"/>
            </a:solidFill>
            <a:prstDash val="solid"/>
          </a:ln>
        </p:spPr>
      </p:sp>
      <p:sp>
        <p:nvSpPr>
          <p:cNvPr id="694" name="Shape 692"/>
          <p:cNvSpPr/>
          <p:nvPr/>
        </p:nvSpPr>
        <p:spPr>
          <a:xfrm>
            <a:off x="4837747" y="3974592"/>
            <a:ext cx="142761" cy="97231"/>
          </a:xfrm>
          <a:prstGeom prst="rect">
            <a:avLst/>
          </a:prstGeom>
          <a:solidFill>
            <a:srgbClr val="E9EDEB"/>
          </a:solidFill>
          <a:ln w="12700">
            <a:solidFill>
              <a:srgbClr val="E9EDEB"/>
            </a:solidFill>
            <a:prstDash val="solid"/>
          </a:ln>
        </p:spPr>
      </p:sp>
      <p:sp>
        <p:nvSpPr>
          <p:cNvPr id="695" name="Shape 693"/>
          <p:cNvSpPr/>
          <p:nvPr/>
        </p:nvSpPr>
        <p:spPr>
          <a:xfrm>
            <a:off x="5000625" y="3974592"/>
            <a:ext cx="142761" cy="97231"/>
          </a:xfrm>
          <a:prstGeom prst="rect">
            <a:avLst/>
          </a:prstGeom>
          <a:solidFill>
            <a:srgbClr val="E9EDEB"/>
          </a:solidFill>
          <a:ln w="12700">
            <a:solidFill>
              <a:srgbClr val="E9EDEB"/>
            </a:solidFill>
            <a:prstDash val="solid"/>
          </a:ln>
        </p:spPr>
      </p:sp>
      <p:sp>
        <p:nvSpPr>
          <p:cNvPr id="696" name="Shape 694"/>
          <p:cNvSpPr/>
          <p:nvPr/>
        </p:nvSpPr>
        <p:spPr>
          <a:xfrm>
            <a:off x="5163503" y="3974592"/>
            <a:ext cx="142761" cy="97231"/>
          </a:xfrm>
          <a:prstGeom prst="rect">
            <a:avLst/>
          </a:prstGeom>
          <a:solidFill>
            <a:srgbClr val="E9EDEB"/>
          </a:solidFill>
          <a:ln w="12700">
            <a:solidFill>
              <a:srgbClr val="E9EDEB"/>
            </a:solidFill>
            <a:prstDash val="solid"/>
          </a:ln>
        </p:spPr>
      </p:sp>
      <p:sp>
        <p:nvSpPr>
          <p:cNvPr id="697" name="Shape 695"/>
          <p:cNvSpPr/>
          <p:nvPr/>
        </p:nvSpPr>
        <p:spPr>
          <a:xfrm>
            <a:off x="5326380" y="3974592"/>
            <a:ext cx="142761" cy="97231"/>
          </a:xfrm>
          <a:prstGeom prst="rect">
            <a:avLst/>
          </a:prstGeom>
          <a:solidFill>
            <a:srgbClr val="E9EDEB"/>
          </a:solidFill>
          <a:ln w="12700">
            <a:solidFill>
              <a:srgbClr val="E9EDEB"/>
            </a:solidFill>
            <a:prstDash val="solid"/>
          </a:ln>
        </p:spPr>
      </p:sp>
      <p:sp>
        <p:nvSpPr>
          <p:cNvPr id="698" name="Shape 696"/>
          <p:cNvSpPr/>
          <p:nvPr/>
        </p:nvSpPr>
        <p:spPr>
          <a:xfrm>
            <a:off x="5489257" y="3974592"/>
            <a:ext cx="142761" cy="97231"/>
          </a:xfrm>
          <a:prstGeom prst="rect">
            <a:avLst/>
          </a:prstGeom>
          <a:solidFill>
            <a:srgbClr val="E9EDEB"/>
          </a:solidFill>
          <a:ln w="12700">
            <a:solidFill>
              <a:srgbClr val="E9EDEB"/>
            </a:solidFill>
            <a:prstDash val="solid"/>
          </a:ln>
        </p:spPr>
      </p:sp>
      <p:sp>
        <p:nvSpPr>
          <p:cNvPr id="699" name="Shape 697"/>
          <p:cNvSpPr/>
          <p:nvPr/>
        </p:nvSpPr>
        <p:spPr>
          <a:xfrm>
            <a:off x="5652135" y="3974592"/>
            <a:ext cx="142761" cy="97231"/>
          </a:xfrm>
          <a:prstGeom prst="rect">
            <a:avLst/>
          </a:prstGeom>
          <a:solidFill>
            <a:srgbClr val="E9EDEB"/>
          </a:solidFill>
          <a:ln w="12700">
            <a:solidFill>
              <a:srgbClr val="E9EDEB"/>
            </a:solidFill>
            <a:prstDash val="solid"/>
          </a:ln>
        </p:spPr>
      </p:sp>
      <p:sp>
        <p:nvSpPr>
          <p:cNvPr id="700" name="Shape 698"/>
          <p:cNvSpPr/>
          <p:nvPr/>
        </p:nvSpPr>
        <p:spPr>
          <a:xfrm>
            <a:off x="5815012" y="3974592"/>
            <a:ext cx="142761" cy="97231"/>
          </a:xfrm>
          <a:prstGeom prst="rect">
            <a:avLst/>
          </a:prstGeom>
          <a:solidFill>
            <a:srgbClr val="E9EDEB"/>
          </a:solidFill>
          <a:ln w="12700">
            <a:solidFill>
              <a:srgbClr val="E9EDEB"/>
            </a:solidFill>
            <a:prstDash val="solid"/>
          </a:ln>
        </p:spPr>
      </p:sp>
      <p:sp>
        <p:nvSpPr>
          <p:cNvPr id="701" name="Shape 699"/>
          <p:cNvSpPr/>
          <p:nvPr/>
        </p:nvSpPr>
        <p:spPr>
          <a:xfrm>
            <a:off x="5977890" y="3974592"/>
            <a:ext cx="142761" cy="97231"/>
          </a:xfrm>
          <a:prstGeom prst="rect">
            <a:avLst/>
          </a:prstGeom>
          <a:solidFill>
            <a:srgbClr val="E9EDEB"/>
          </a:solidFill>
          <a:ln w="12700">
            <a:solidFill>
              <a:srgbClr val="E9EDEB"/>
            </a:solidFill>
            <a:prstDash val="solid"/>
          </a:ln>
        </p:spPr>
      </p:sp>
      <p:sp>
        <p:nvSpPr>
          <p:cNvPr id="702" name="Shape 700"/>
          <p:cNvSpPr/>
          <p:nvPr/>
        </p:nvSpPr>
        <p:spPr>
          <a:xfrm>
            <a:off x="6140767" y="3974592"/>
            <a:ext cx="142761" cy="97231"/>
          </a:xfrm>
          <a:prstGeom prst="rect">
            <a:avLst/>
          </a:prstGeom>
          <a:solidFill>
            <a:srgbClr val="E9EDEB"/>
          </a:solidFill>
          <a:ln w="12700">
            <a:solidFill>
              <a:srgbClr val="E9EDEB"/>
            </a:solidFill>
            <a:prstDash val="solid"/>
          </a:ln>
        </p:spPr>
      </p:sp>
      <p:sp>
        <p:nvSpPr>
          <p:cNvPr id="703" name="Shape 701"/>
          <p:cNvSpPr/>
          <p:nvPr/>
        </p:nvSpPr>
        <p:spPr>
          <a:xfrm>
            <a:off x="6303645" y="3974592"/>
            <a:ext cx="142761" cy="97231"/>
          </a:xfrm>
          <a:prstGeom prst="rect">
            <a:avLst/>
          </a:prstGeom>
          <a:solidFill>
            <a:srgbClr val="E9EDEB"/>
          </a:solidFill>
          <a:ln w="12700">
            <a:solidFill>
              <a:srgbClr val="E9EDEB"/>
            </a:solidFill>
            <a:prstDash val="solid"/>
          </a:ln>
        </p:spPr>
      </p:sp>
      <p:sp>
        <p:nvSpPr>
          <p:cNvPr id="704" name="Shape 702"/>
          <p:cNvSpPr/>
          <p:nvPr/>
        </p:nvSpPr>
        <p:spPr>
          <a:xfrm>
            <a:off x="6466522" y="3974592"/>
            <a:ext cx="142761" cy="97231"/>
          </a:xfrm>
          <a:prstGeom prst="rect">
            <a:avLst/>
          </a:prstGeom>
          <a:solidFill>
            <a:srgbClr val="E9EDEB"/>
          </a:solidFill>
          <a:ln w="12700">
            <a:solidFill>
              <a:srgbClr val="E9EDEB"/>
            </a:solidFill>
            <a:prstDash val="solid"/>
          </a:ln>
        </p:spPr>
      </p:sp>
      <p:sp>
        <p:nvSpPr>
          <p:cNvPr id="705" name="Shape 703"/>
          <p:cNvSpPr/>
          <p:nvPr/>
        </p:nvSpPr>
        <p:spPr>
          <a:xfrm>
            <a:off x="6629400" y="3974592"/>
            <a:ext cx="142761" cy="97231"/>
          </a:xfrm>
          <a:prstGeom prst="rect">
            <a:avLst/>
          </a:prstGeom>
          <a:solidFill>
            <a:srgbClr val="E9EDEB"/>
          </a:solidFill>
          <a:ln w="12700">
            <a:solidFill>
              <a:srgbClr val="E9EDEB"/>
            </a:solidFill>
            <a:prstDash val="solid"/>
          </a:ln>
        </p:spPr>
      </p:sp>
      <p:sp>
        <p:nvSpPr>
          <p:cNvPr id="706" name="Shape 704"/>
          <p:cNvSpPr/>
          <p:nvPr/>
        </p:nvSpPr>
        <p:spPr>
          <a:xfrm>
            <a:off x="6792277" y="3974592"/>
            <a:ext cx="142761" cy="97231"/>
          </a:xfrm>
          <a:prstGeom prst="rect">
            <a:avLst/>
          </a:prstGeom>
          <a:solidFill>
            <a:srgbClr val="E9EDEB"/>
          </a:solidFill>
          <a:ln w="12700">
            <a:solidFill>
              <a:srgbClr val="E9EDEB"/>
            </a:solidFill>
            <a:prstDash val="solid"/>
          </a:ln>
        </p:spPr>
      </p:sp>
      <p:sp>
        <p:nvSpPr>
          <p:cNvPr id="707" name="Shape 705"/>
          <p:cNvSpPr/>
          <p:nvPr/>
        </p:nvSpPr>
        <p:spPr>
          <a:xfrm>
            <a:off x="6955155" y="3974592"/>
            <a:ext cx="142761" cy="97231"/>
          </a:xfrm>
          <a:prstGeom prst="rect">
            <a:avLst/>
          </a:prstGeom>
          <a:solidFill>
            <a:srgbClr val="E9EDEB"/>
          </a:solidFill>
          <a:ln w="12700">
            <a:solidFill>
              <a:srgbClr val="E9EDEB"/>
            </a:solidFill>
            <a:prstDash val="solid"/>
          </a:ln>
        </p:spPr>
      </p:sp>
      <p:sp>
        <p:nvSpPr>
          <p:cNvPr id="708" name="Shape 706"/>
          <p:cNvSpPr/>
          <p:nvPr/>
        </p:nvSpPr>
        <p:spPr>
          <a:xfrm>
            <a:off x="7118032" y="3974592"/>
            <a:ext cx="142761" cy="97231"/>
          </a:xfrm>
          <a:prstGeom prst="rect">
            <a:avLst/>
          </a:prstGeom>
          <a:solidFill>
            <a:srgbClr val="E9EDEB"/>
          </a:solidFill>
          <a:ln w="12700">
            <a:solidFill>
              <a:srgbClr val="E9EDEB"/>
            </a:solidFill>
            <a:prstDash val="solid"/>
          </a:ln>
        </p:spPr>
      </p:sp>
      <p:sp>
        <p:nvSpPr>
          <p:cNvPr id="709" name="Shape 707"/>
          <p:cNvSpPr/>
          <p:nvPr/>
        </p:nvSpPr>
        <p:spPr>
          <a:xfrm>
            <a:off x="7280910" y="3974592"/>
            <a:ext cx="142761" cy="97231"/>
          </a:xfrm>
          <a:prstGeom prst="rect">
            <a:avLst/>
          </a:prstGeom>
          <a:solidFill>
            <a:srgbClr val="E9EDEB"/>
          </a:solidFill>
          <a:ln w="12700">
            <a:solidFill>
              <a:srgbClr val="E9EDEB"/>
            </a:solidFill>
            <a:prstDash val="solid"/>
          </a:ln>
        </p:spPr>
      </p:sp>
      <p:sp>
        <p:nvSpPr>
          <p:cNvPr id="710" name="Shape 708"/>
          <p:cNvSpPr/>
          <p:nvPr/>
        </p:nvSpPr>
        <p:spPr>
          <a:xfrm>
            <a:off x="7443788" y="3974592"/>
            <a:ext cx="142761" cy="97231"/>
          </a:xfrm>
          <a:prstGeom prst="rect">
            <a:avLst/>
          </a:prstGeom>
          <a:solidFill>
            <a:srgbClr val="E9EDEB"/>
          </a:solidFill>
          <a:ln w="12700">
            <a:solidFill>
              <a:srgbClr val="E9EDEB"/>
            </a:solidFill>
            <a:prstDash val="solid"/>
          </a:ln>
        </p:spPr>
      </p:sp>
      <p:sp>
        <p:nvSpPr>
          <p:cNvPr id="711" name="Shape 709"/>
          <p:cNvSpPr/>
          <p:nvPr/>
        </p:nvSpPr>
        <p:spPr>
          <a:xfrm>
            <a:off x="7606665" y="3974592"/>
            <a:ext cx="142761" cy="97231"/>
          </a:xfrm>
          <a:prstGeom prst="rect">
            <a:avLst/>
          </a:prstGeom>
          <a:solidFill>
            <a:srgbClr val="E9EDEB"/>
          </a:solidFill>
          <a:ln w="12700">
            <a:solidFill>
              <a:srgbClr val="E9EDEB"/>
            </a:solidFill>
            <a:prstDash val="solid"/>
          </a:ln>
        </p:spPr>
      </p:sp>
      <p:sp>
        <p:nvSpPr>
          <p:cNvPr id="712" name="Shape 710"/>
          <p:cNvSpPr/>
          <p:nvPr/>
        </p:nvSpPr>
        <p:spPr>
          <a:xfrm>
            <a:off x="7769542" y="3974592"/>
            <a:ext cx="142761" cy="97231"/>
          </a:xfrm>
          <a:prstGeom prst="rect">
            <a:avLst/>
          </a:prstGeom>
          <a:solidFill>
            <a:srgbClr val="E9EDEB"/>
          </a:solidFill>
          <a:ln w="12700">
            <a:solidFill>
              <a:srgbClr val="E9EDEB"/>
            </a:solidFill>
            <a:prstDash val="solid"/>
          </a:ln>
        </p:spPr>
      </p:sp>
      <p:sp>
        <p:nvSpPr>
          <p:cNvPr id="713" name="Shape 711"/>
          <p:cNvSpPr/>
          <p:nvPr/>
        </p:nvSpPr>
        <p:spPr>
          <a:xfrm>
            <a:off x="7932420" y="3974592"/>
            <a:ext cx="142761" cy="97231"/>
          </a:xfrm>
          <a:prstGeom prst="rect">
            <a:avLst/>
          </a:prstGeom>
          <a:solidFill>
            <a:srgbClr val="E9EDEB"/>
          </a:solidFill>
          <a:ln w="12700">
            <a:solidFill>
              <a:srgbClr val="E9EDEB"/>
            </a:solidFill>
            <a:prstDash val="solid"/>
          </a:ln>
        </p:spPr>
      </p:sp>
      <p:sp>
        <p:nvSpPr>
          <p:cNvPr id="714" name="Shape 712"/>
          <p:cNvSpPr/>
          <p:nvPr/>
        </p:nvSpPr>
        <p:spPr>
          <a:xfrm>
            <a:off x="8095297" y="3974592"/>
            <a:ext cx="142761" cy="97231"/>
          </a:xfrm>
          <a:prstGeom prst="rect">
            <a:avLst/>
          </a:prstGeom>
          <a:solidFill>
            <a:srgbClr val="E9EDEB"/>
          </a:solidFill>
          <a:ln w="12700">
            <a:solidFill>
              <a:srgbClr val="E9EDEB"/>
            </a:solidFill>
            <a:prstDash val="solid"/>
          </a:ln>
        </p:spPr>
      </p:sp>
      <p:sp>
        <p:nvSpPr>
          <p:cNvPr id="715" name="Shape 713"/>
          <p:cNvSpPr/>
          <p:nvPr/>
        </p:nvSpPr>
        <p:spPr>
          <a:xfrm>
            <a:off x="8258175" y="3974592"/>
            <a:ext cx="142761" cy="97231"/>
          </a:xfrm>
          <a:prstGeom prst="rect">
            <a:avLst/>
          </a:prstGeom>
          <a:solidFill>
            <a:srgbClr val="E9EDEB"/>
          </a:solidFill>
          <a:ln w="12700">
            <a:solidFill>
              <a:srgbClr val="E9EDEB"/>
            </a:solidFill>
            <a:prstDash val="solid"/>
          </a:ln>
        </p:spPr>
      </p:sp>
      <p:sp>
        <p:nvSpPr>
          <p:cNvPr id="716" name="Shape 714"/>
          <p:cNvSpPr/>
          <p:nvPr/>
        </p:nvSpPr>
        <p:spPr>
          <a:xfrm>
            <a:off x="8421053" y="3974592"/>
            <a:ext cx="142761" cy="97231"/>
          </a:xfrm>
          <a:prstGeom prst="rect">
            <a:avLst/>
          </a:prstGeom>
          <a:solidFill>
            <a:srgbClr val="E9EDEB"/>
          </a:solidFill>
          <a:ln w="12700">
            <a:solidFill>
              <a:srgbClr val="E9EDEB"/>
            </a:solidFill>
            <a:prstDash val="solid"/>
          </a:ln>
        </p:spPr>
      </p:sp>
      <p:sp>
        <p:nvSpPr>
          <p:cNvPr id="717" name="Shape 715"/>
          <p:cNvSpPr/>
          <p:nvPr/>
        </p:nvSpPr>
        <p:spPr>
          <a:xfrm>
            <a:off x="8583930" y="3974592"/>
            <a:ext cx="142761" cy="97231"/>
          </a:xfrm>
          <a:prstGeom prst="rect">
            <a:avLst/>
          </a:prstGeom>
          <a:solidFill>
            <a:srgbClr val="E9EDEB"/>
          </a:solidFill>
          <a:ln w="12700">
            <a:solidFill>
              <a:srgbClr val="E9EDEB"/>
            </a:solidFill>
            <a:prstDash val="solid"/>
          </a:ln>
        </p:spPr>
      </p:sp>
      <p:sp>
        <p:nvSpPr>
          <p:cNvPr id="718" name="Shape 716"/>
          <p:cNvSpPr/>
          <p:nvPr/>
        </p:nvSpPr>
        <p:spPr>
          <a:xfrm>
            <a:off x="8746807" y="3974592"/>
            <a:ext cx="142761" cy="97231"/>
          </a:xfrm>
          <a:prstGeom prst="rect">
            <a:avLst/>
          </a:prstGeom>
          <a:solidFill>
            <a:srgbClr val="E9EDEB"/>
          </a:solidFill>
          <a:ln w="12700">
            <a:solidFill>
              <a:srgbClr val="E9EDEB"/>
            </a:solidFill>
            <a:prstDash val="solid"/>
          </a:ln>
        </p:spPr>
      </p:sp>
      <p:sp>
        <p:nvSpPr>
          <p:cNvPr id="719" name="Shape 717"/>
          <p:cNvSpPr/>
          <p:nvPr/>
        </p:nvSpPr>
        <p:spPr>
          <a:xfrm>
            <a:off x="8909685" y="3974592"/>
            <a:ext cx="142761" cy="97231"/>
          </a:xfrm>
          <a:prstGeom prst="rect">
            <a:avLst/>
          </a:prstGeom>
          <a:solidFill>
            <a:srgbClr val="E9EDEB"/>
          </a:solidFill>
          <a:ln w="12700">
            <a:solidFill>
              <a:srgbClr val="E9EDEB"/>
            </a:solidFill>
            <a:prstDash val="solid"/>
          </a:ln>
        </p:spPr>
      </p:sp>
      <p:sp>
        <p:nvSpPr>
          <p:cNvPr id="720" name="Shape 718"/>
          <p:cNvSpPr/>
          <p:nvPr/>
        </p:nvSpPr>
        <p:spPr>
          <a:xfrm>
            <a:off x="9072563" y="3974592"/>
            <a:ext cx="142761" cy="97231"/>
          </a:xfrm>
          <a:prstGeom prst="rect">
            <a:avLst/>
          </a:prstGeom>
          <a:solidFill>
            <a:srgbClr val="E9EDEB"/>
          </a:solidFill>
          <a:ln w="12700">
            <a:solidFill>
              <a:srgbClr val="E9EDEB"/>
            </a:solidFill>
            <a:prstDash val="solid"/>
          </a:ln>
        </p:spPr>
      </p:sp>
      <p:sp>
        <p:nvSpPr>
          <p:cNvPr id="721" name="Shape 719"/>
          <p:cNvSpPr/>
          <p:nvPr/>
        </p:nvSpPr>
        <p:spPr>
          <a:xfrm>
            <a:off x="1417320" y="4091940"/>
            <a:ext cx="142761" cy="97231"/>
          </a:xfrm>
          <a:prstGeom prst="rect">
            <a:avLst/>
          </a:prstGeom>
          <a:solidFill>
            <a:srgbClr val="E9EDEB"/>
          </a:solidFill>
          <a:ln w="12700">
            <a:solidFill>
              <a:srgbClr val="E9EDEB"/>
            </a:solidFill>
            <a:prstDash val="solid"/>
          </a:ln>
        </p:spPr>
      </p:sp>
      <p:sp>
        <p:nvSpPr>
          <p:cNvPr id="722" name="Shape 720"/>
          <p:cNvSpPr/>
          <p:nvPr/>
        </p:nvSpPr>
        <p:spPr>
          <a:xfrm>
            <a:off x="1580198" y="4091940"/>
            <a:ext cx="142761" cy="97231"/>
          </a:xfrm>
          <a:prstGeom prst="rect">
            <a:avLst/>
          </a:prstGeom>
          <a:solidFill>
            <a:srgbClr val="E9EDEB"/>
          </a:solidFill>
          <a:ln w="12700">
            <a:solidFill>
              <a:srgbClr val="E9EDEB"/>
            </a:solidFill>
            <a:prstDash val="solid"/>
          </a:ln>
        </p:spPr>
      </p:sp>
      <p:sp>
        <p:nvSpPr>
          <p:cNvPr id="723" name="Shape 721"/>
          <p:cNvSpPr/>
          <p:nvPr/>
        </p:nvSpPr>
        <p:spPr>
          <a:xfrm>
            <a:off x="1743075" y="4091940"/>
            <a:ext cx="142761" cy="97231"/>
          </a:xfrm>
          <a:prstGeom prst="rect">
            <a:avLst/>
          </a:prstGeom>
          <a:solidFill>
            <a:srgbClr val="E9EDEB"/>
          </a:solidFill>
          <a:ln w="12700">
            <a:solidFill>
              <a:srgbClr val="E9EDEB"/>
            </a:solidFill>
            <a:prstDash val="solid"/>
          </a:ln>
        </p:spPr>
      </p:sp>
      <p:sp>
        <p:nvSpPr>
          <p:cNvPr id="724" name="Shape 722"/>
          <p:cNvSpPr/>
          <p:nvPr/>
        </p:nvSpPr>
        <p:spPr>
          <a:xfrm>
            <a:off x="1905953" y="4091940"/>
            <a:ext cx="142761" cy="97231"/>
          </a:xfrm>
          <a:prstGeom prst="rect">
            <a:avLst/>
          </a:prstGeom>
          <a:solidFill>
            <a:srgbClr val="E9EDEB"/>
          </a:solidFill>
          <a:ln w="12700">
            <a:solidFill>
              <a:srgbClr val="E9EDEB"/>
            </a:solidFill>
            <a:prstDash val="solid"/>
          </a:ln>
        </p:spPr>
      </p:sp>
      <p:sp>
        <p:nvSpPr>
          <p:cNvPr id="725" name="Shape 723"/>
          <p:cNvSpPr/>
          <p:nvPr/>
        </p:nvSpPr>
        <p:spPr>
          <a:xfrm>
            <a:off x="2068830" y="4091940"/>
            <a:ext cx="142761" cy="97231"/>
          </a:xfrm>
          <a:prstGeom prst="rect">
            <a:avLst/>
          </a:prstGeom>
          <a:solidFill>
            <a:srgbClr val="E9EDEB"/>
          </a:solidFill>
          <a:ln w="12700">
            <a:solidFill>
              <a:srgbClr val="E9EDEB"/>
            </a:solidFill>
            <a:prstDash val="solid"/>
          </a:ln>
        </p:spPr>
      </p:sp>
      <p:sp>
        <p:nvSpPr>
          <p:cNvPr id="726" name="Shape 724"/>
          <p:cNvSpPr/>
          <p:nvPr/>
        </p:nvSpPr>
        <p:spPr>
          <a:xfrm>
            <a:off x="2231708" y="4091940"/>
            <a:ext cx="142761" cy="97231"/>
          </a:xfrm>
          <a:prstGeom prst="rect">
            <a:avLst/>
          </a:prstGeom>
          <a:solidFill>
            <a:srgbClr val="E9EDEB"/>
          </a:solidFill>
          <a:ln w="12700">
            <a:solidFill>
              <a:srgbClr val="E9EDEB"/>
            </a:solidFill>
            <a:prstDash val="solid"/>
          </a:ln>
        </p:spPr>
      </p:sp>
      <p:sp>
        <p:nvSpPr>
          <p:cNvPr id="727" name="Shape 725"/>
          <p:cNvSpPr/>
          <p:nvPr/>
        </p:nvSpPr>
        <p:spPr>
          <a:xfrm>
            <a:off x="2394585" y="4091940"/>
            <a:ext cx="142761" cy="97231"/>
          </a:xfrm>
          <a:prstGeom prst="rect">
            <a:avLst/>
          </a:prstGeom>
          <a:solidFill>
            <a:srgbClr val="E9EDEB"/>
          </a:solidFill>
          <a:ln w="12700">
            <a:solidFill>
              <a:srgbClr val="E9EDEB"/>
            </a:solidFill>
            <a:prstDash val="solid"/>
          </a:ln>
        </p:spPr>
      </p:sp>
      <p:sp>
        <p:nvSpPr>
          <p:cNvPr id="728" name="Shape 726"/>
          <p:cNvSpPr/>
          <p:nvPr/>
        </p:nvSpPr>
        <p:spPr>
          <a:xfrm>
            <a:off x="2557463" y="4091940"/>
            <a:ext cx="142761" cy="97231"/>
          </a:xfrm>
          <a:prstGeom prst="rect">
            <a:avLst/>
          </a:prstGeom>
          <a:solidFill>
            <a:srgbClr val="E9EDEB"/>
          </a:solidFill>
          <a:ln w="12700">
            <a:solidFill>
              <a:srgbClr val="E9EDEB"/>
            </a:solidFill>
            <a:prstDash val="solid"/>
          </a:ln>
        </p:spPr>
      </p:sp>
      <p:sp>
        <p:nvSpPr>
          <p:cNvPr id="729" name="Shape 727"/>
          <p:cNvSpPr/>
          <p:nvPr/>
        </p:nvSpPr>
        <p:spPr>
          <a:xfrm>
            <a:off x="2720340" y="4091940"/>
            <a:ext cx="142761" cy="97231"/>
          </a:xfrm>
          <a:prstGeom prst="rect">
            <a:avLst/>
          </a:prstGeom>
          <a:solidFill>
            <a:srgbClr val="E9EDEB"/>
          </a:solidFill>
          <a:ln w="12700">
            <a:solidFill>
              <a:srgbClr val="E9EDEB"/>
            </a:solidFill>
            <a:prstDash val="solid"/>
          </a:ln>
        </p:spPr>
      </p:sp>
      <p:sp>
        <p:nvSpPr>
          <p:cNvPr id="730" name="Shape 728"/>
          <p:cNvSpPr/>
          <p:nvPr/>
        </p:nvSpPr>
        <p:spPr>
          <a:xfrm>
            <a:off x="2883218" y="4091940"/>
            <a:ext cx="142761" cy="97231"/>
          </a:xfrm>
          <a:prstGeom prst="rect">
            <a:avLst/>
          </a:prstGeom>
          <a:solidFill>
            <a:srgbClr val="E9EDEB"/>
          </a:solidFill>
          <a:ln w="12700">
            <a:solidFill>
              <a:srgbClr val="E9EDEB"/>
            </a:solidFill>
            <a:prstDash val="solid"/>
          </a:ln>
        </p:spPr>
      </p:sp>
      <p:sp>
        <p:nvSpPr>
          <p:cNvPr id="731" name="Shape 729"/>
          <p:cNvSpPr/>
          <p:nvPr/>
        </p:nvSpPr>
        <p:spPr>
          <a:xfrm>
            <a:off x="3046095" y="4091940"/>
            <a:ext cx="142761" cy="97231"/>
          </a:xfrm>
          <a:prstGeom prst="rect">
            <a:avLst/>
          </a:prstGeom>
          <a:solidFill>
            <a:srgbClr val="E9EDEB"/>
          </a:solidFill>
          <a:ln w="12700">
            <a:solidFill>
              <a:srgbClr val="E9EDEB"/>
            </a:solidFill>
            <a:prstDash val="solid"/>
          </a:ln>
        </p:spPr>
      </p:sp>
      <p:sp>
        <p:nvSpPr>
          <p:cNvPr id="732" name="Shape 730"/>
          <p:cNvSpPr/>
          <p:nvPr/>
        </p:nvSpPr>
        <p:spPr>
          <a:xfrm>
            <a:off x="3208972" y="4091940"/>
            <a:ext cx="142761" cy="97231"/>
          </a:xfrm>
          <a:prstGeom prst="rect">
            <a:avLst/>
          </a:prstGeom>
          <a:solidFill>
            <a:srgbClr val="E9EDEB"/>
          </a:solidFill>
          <a:ln w="12700">
            <a:solidFill>
              <a:srgbClr val="E9EDEB"/>
            </a:solidFill>
            <a:prstDash val="solid"/>
          </a:ln>
        </p:spPr>
      </p:sp>
      <p:sp>
        <p:nvSpPr>
          <p:cNvPr id="733" name="Shape 731"/>
          <p:cNvSpPr/>
          <p:nvPr/>
        </p:nvSpPr>
        <p:spPr>
          <a:xfrm>
            <a:off x="3371850" y="4091940"/>
            <a:ext cx="142761" cy="97231"/>
          </a:xfrm>
          <a:prstGeom prst="rect">
            <a:avLst/>
          </a:prstGeom>
          <a:solidFill>
            <a:srgbClr val="E9EDEB"/>
          </a:solidFill>
          <a:ln w="12700">
            <a:solidFill>
              <a:srgbClr val="E9EDEB"/>
            </a:solidFill>
            <a:prstDash val="solid"/>
          </a:ln>
        </p:spPr>
      </p:sp>
      <p:sp>
        <p:nvSpPr>
          <p:cNvPr id="734" name="Shape 732"/>
          <p:cNvSpPr/>
          <p:nvPr/>
        </p:nvSpPr>
        <p:spPr>
          <a:xfrm>
            <a:off x="3534727" y="4091940"/>
            <a:ext cx="142761" cy="97231"/>
          </a:xfrm>
          <a:prstGeom prst="rect">
            <a:avLst/>
          </a:prstGeom>
          <a:solidFill>
            <a:srgbClr val="E9EDEB"/>
          </a:solidFill>
          <a:ln w="12700">
            <a:solidFill>
              <a:srgbClr val="E9EDEB"/>
            </a:solidFill>
            <a:prstDash val="solid"/>
          </a:ln>
        </p:spPr>
      </p:sp>
      <p:sp>
        <p:nvSpPr>
          <p:cNvPr id="735" name="Shape 733"/>
          <p:cNvSpPr/>
          <p:nvPr/>
        </p:nvSpPr>
        <p:spPr>
          <a:xfrm>
            <a:off x="3697605" y="4091940"/>
            <a:ext cx="142761" cy="97231"/>
          </a:xfrm>
          <a:prstGeom prst="rect">
            <a:avLst/>
          </a:prstGeom>
          <a:solidFill>
            <a:srgbClr val="E9EDEB"/>
          </a:solidFill>
          <a:ln w="12700">
            <a:solidFill>
              <a:srgbClr val="E9EDEB"/>
            </a:solidFill>
            <a:prstDash val="solid"/>
          </a:ln>
        </p:spPr>
      </p:sp>
      <p:sp>
        <p:nvSpPr>
          <p:cNvPr id="736" name="Shape 734"/>
          <p:cNvSpPr/>
          <p:nvPr/>
        </p:nvSpPr>
        <p:spPr>
          <a:xfrm>
            <a:off x="3860483" y="4091940"/>
            <a:ext cx="142761" cy="97231"/>
          </a:xfrm>
          <a:prstGeom prst="rect">
            <a:avLst/>
          </a:prstGeom>
          <a:solidFill>
            <a:srgbClr val="E9EDEB"/>
          </a:solidFill>
          <a:ln w="12700">
            <a:solidFill>
              <a:srgbClr val="E9EDEB"/>
            </a:solidFill>
            <a:prstDash val="solid"/>
          </a:ln>
        </p:spPr>
      </p:sp>
      <p:sp>
        <p:nvSpPr>
          <p:cNvPr id="737" name="Shape 735"/>
          <p:cNvSpPr/>
          <p:nvPr/>
        </p:nvSpPr>
        <p:spPr>
          <a:xfrm>
            <a:off x="4023360" y="4091940"/>
            <a:ext cx="142761" cy="97231"/>
          </a:xfrm>
          <a:prstGeom prst="rect">
            <a:avLst/>
          </a:prstGeom>
          <a:solidFill>
            <a:srgbClr val="E9EDEB"/>
          </a:solidFill>
          <a:ln w="12700">
            <a:solidFill>
              <a:srgbClr val="E9EDEB"/>
            </a:solidFill>
            <a:prstDash val="solid"/>
          </a:ln>
        </p:spPr>
      </p:sp>
      <p:sp>
        <p:nvSpPr>
          <p:cNvPr id="738" name="Shape 736"/>
          <p:cNvSpPr/>
          <p:nvPr/>
        </p:nvSpPr>
        <p:spPr>
          <a:xfrm>
            <a:off x="4186238" y="4091940"/>
            <a:ext cx="142761" cy="97231"/>
          </a:xfrm>
          <a:prstGeom prst="rect">
            <a:avLst/>
          </a:prstGeom>
          <a:solidFill>
            <a:srgbClr val="E9EDEB"/>
          </a:solidFill>
          <a:ln w="12700">
            <a:solidFill>
              <a:srgbClr val="E9EDEB"/>
            </a:solidFill>
            <a:prstDash val="solid"/>
          </a:ln>
        </p:spPr>
      </p:sp>
      <p:sp>
        <p:nvSpPr>
          <p:cNvPr id="739" name="Shape 737"/>
          <p:cNvSpPr/>
          <p:nvPr/>
        </p:nvSpPr>
        <p:spPr>
          <a:xfrm>
            <a:off x="4349115" y="4091940"/>
            <a:ext cx="142761" cy="97231"/>
          </a:xfrm>
          <a:prstGeom prst="rect">
            <a:avLst/>
          </a:prstGeom>
          <a:solidFill>
            <a:srgbClr val="E9EDEB"/>
          </a:solidFill>
          <a:ln w="12700">
            <a:solidFill>
              <a:srgbClr val="E9EDEB"/>
            </a:solidFill>
            <a:prstDash val="solid"/>
          </a:ln>
        </p:spPr>
      </p:sp>
      <p:sp>
        <p:nvSpPr>
          <p:cNvPr id="740" name="Shape 738"/>
          <p:cNvSpPr/>
          <p:nvPr/>
        </p:nvSpPr>
        <p:spPr>
          <a:xfrm>
            <a:off x="4511992" y="4091940"/>
            <a:ext cx="142761" cy="97231"/>
          </a:xfrm>
          <a:prstGeom prst="rect">
            <a:avLst/>
          </a:prstGeom>
          <a:solidFill>
            <a:srgbClr val="E9EDEB"/>
          </a:solidFill>
          <a:ln w="12700">
            <a:solidFill>
              <a:srgbClr val="E9EDEB"/>
            </a:solidFill>
            <a:prstDash val="solid"/>
          </a:ln>
        </p:spPr>
      </p:sp>
      <p:sp>
        <p:nvSpPr>
          <p:cNvPr id="741" name="Shape 739"/>
          <p:cNvSpPr/>
          <p:nvPr/>
        </p:nvSpPr>
        <p:spPr>
          <a:xfrm>
            <a:off x="4674870" y="4091940"/>
            <a:ext cx="142761" cy="97231"/>
          </a:xfrm>
          <a:prstGeom prst="rect">
            <a:avLst/>
          </a:prstGeom>
          <a:solidFill>
            <a:srgbClr val="E9EDEB"/>
          </a:solidFill>
          <a:ln w="12700">
            <a:solidFill>
              <a:srgbClr val="E9EDEB"/>
            </a:solidFill>
            <a:prstDash val="solid"/>
          </a:ln>
        </p:spPr>
      </p:sp>
      <p:sp>
        <p:nvSpPr>
          <p:cNvPr id="742" name="Shape 740"/>
          <p:cNvSpPr/>
          <p:nvPr/>
        </p:nvSpPr>
        <p:spPr>
          <a:xfrm>
            <a:off x="4837747" y="4091940"/>
            <a:ext cx="142761" cy="97231"/>
          </a:xfrm>
          <a:prstGeom prst="rect">
            <a:avLst/>
          </a:prstGeom>
          <a:solidFill>
            <a:srgbClr val="E9EDEB"/>
          </a:solidFill>
          <a:ln w="12700">
            <a:solidFill>
              <a:srgbClr val="E9EDEB"/>
            </a:solidFill>
            <a:prstDash val="solid"/>
          </a:ln>
        </p:spPr>
      </p:sp>
      <p:sp>
        <p:nvSpPr>
          <p:cNvPr id="743" name="Shape 741"/>
          <p:cNvSpPr/>
          <p:nvPr/>
        </p:nvSpPr>
        <p:spPr>
          <a:xfrm>
            <a:off x="5000625" y="4091940"/>
            <a:ext cx="142761" cy="97231"/>
          </a:xfrm>
          <a:prstGeom prst="rect">
            <a:avLst/>
          </a:prstGeom>
          <a:solidFill>
            <a:srgbClr val="E9EDEB"/>
          </a:solidFill>
          <a:ln w="12700">
            <a:solidFill>
              <a:srgbClr val="E9EDEB"/>
            </a:solidFill>
            <a:prstDash val="solid"/>
          </a:ln>
        </p:spPr>
      </p:sp>
      <p:sp>
        <p:nvSpPr>
          <p:cNvPr id="744" name="Shape 742"/>
          <p:cNvSpPr/>
          <p:nvPr/>
        </p:nvSpPr>
        <p:spPr>
          <a:xfrm>
            <a:off x="5163503" y="4091940"/>
            <a:ext cx="142761" cy="97231"/>
          </a:xfrm>
          <a:prstGeom prst="rect">
            <a:avLst/>
          </a:prstGeom>
          <a:solidFill>
            <a:srgbClr val="E9EDEB"/>
          </a:solidFill>
          <a:ln w="12700">
            <a:solidFill>
              <a:srgbClr val="E9EDEB"/>
            </a:solidFill>
            <a:prstDash val="solid"/>
          </a:ln>
        </p:spPr>
      </p:sp>
      <p:sp>
        <p:nvSpPr>
          <p:cNvPr id="745" name="Shape 743"/>
          <p:cNvSpPr/>
          <p:nvPr/>
        </p:nvSpPr>
        <p:spPr>
          <a:xfrm>
            <a:off x="5326380" y="4091940"/>
            <a:ext cx="142761" cy="97231"/>
          </a:xfrm>
          <a:prstGeom prst="rect">
            <a:avLst/>
          </a:prstGeom>
          <a:solidFill>
            <a:srgbClr val="E9EDEB"/>
          </a:solidFill>
          <a:ln w="12700">
            <a:solidFill>
              <a:srgbClr val="E9EDEB"/>
            </a:solidFill>
            <a:prstDash val="solid"/>
          </a:ln>
        </p:spPr>
      </p:sp>
      <p:sp>
        <p:nvSpPr>
          <p:cNvPr id="746" name="Shape 744"/>
          <p:cNvSpPr/>
          <p:nvPr/>
        </p:nvSpPr>
        <p:spPr>
          <a:xfrm>
            <a:off x="5489257" y="4091940"/>
            <a:ext cx="142761" cy="97231"/>
          </a:xfrm>
          <a:prstGeom prst="rect">
            <a:avLst/>
          </a:prstGeom>
          <a:solidFill>
            <a:srgbClr val="E9EDEB"/>
          </a:solidFill>
          <a:ln w="12700">
            <a:solidFill>
              <a:srgbClr val="E9EDEB"/>
            </a:solidFill>
            <a:prstDash val="solid"/>
          </a:ln>
        </p:spPr>
      </p:sp>
      <p:sp>
        <p:nvSpPr>
          <p:cNvPr id="747" name="Shape 745"/>
          <p:cNvSpPr/>
          <p:nvPr/>
        </p:nvSpPr>
        <p:spPr>
          <a:xfrm>
            <a:off x="5652135" y="4091940"/>
            <a:ext cx="142761" cy="97231"/>
          </a:xfrm>
          <a:prstGeom prst="rect">
            <a:avLst/>
          </a:prstGeom>
          <a:solidFill>
            <a:srgbClr val="E9EDEB"/>
          </a:solidFill>
          <a:ln w="12700">
            <a:solidFill>
              <a:srgbClr val="E9EDEB"/>
            </a:solidFill>
            <a:prstDash val="solid"/>
          </a:ln>
        </p:spPr>
      </p:sp>
      <p:sp>
        <p:nvSpPr>
          <p:cNvPr id="748" name="Shape 746"/>
          <p:cNvSpPr/>
          <p:nvPr/>
        </p:nvSpPr>
        <p:spPr>
          <a:xfrm>
            <a:off x="5815012" y="4091940"/>
            <a:ext cx="142761" cy="97231"/>
          </a:xfrm>
          <a:prstGeom prst="rect">
            <a:avLst/>
          </a:prstGeom>
          <a:solidFill>
            <a:srgbClr val="E9EDEB"/>
          </a:solidFill>
          <a:ln w="12700">
            <a:solidFill>
              <a:srgbClr val="E9EDEB"/>
            </a:solidFill>
            <a:prstDash val="solid"/>
          </a:ln>
        </p:spPr>
      </p:sp>
      <p:sp>
        <p:nvSpPr>
          <p:cNvPr id="749" name="Shape 747"/>
          <p:cNvSpPr/>
          <p:nvPr/>
        </p:nvSpPr>
        <p:spPr>
          <a:xfrm>
            <a:off x="5977890" y="4091940"/>
            <a:ext cx="142761" cy="97231"/>
          </a:xfrm>
          <a:prstGeom prst="rect">
            <a:avLst/>
          </a:prstGeom>
          <a:solidFill>
            <a:srgbClr val="E9EDEB"/>
          </a:solidFill>
          <a:ln w="12700">
            <a:solidFill>
              <a:srgbClr val="E9EDEB"/>
            </a:solidFill>
            <a:prstDash val="solid"/>
          </a:ln>
        </p:spPr>
      </p:sp>
      <p:sp>
        <p:nvSpPr>
          <p:cNvPr id="750" name="Shape 748"/>
          <p:cNvSpPr/>
          <p:nvPr/>
        </p:nvSpPr>
        <p:spPr>
          <a:xfrm>
            <a:off x="6140767" y="4091940"/>
            <a:ext cx="142761" cy="97231"/>
          </a:xfrm>
          <a:prstGeom prst="rect">
            <a:avLst/>
          </a:prstGeom>
          <a:solidFill>
            <a:srgbClr val="E9EDEB"/>
          </a:solidFill>
          <a:ln w="12700">
            <a:solidFill>
              <a:srgbClr val="E9EDEB"/>
            </a:solidFill>
            <a:prstDash val="solid"/>
          </a:ln>
        </p:spPr>
      </p:sp>
      <p:sp>
        <p:nvSpPr>
          <p:cNvPr id="751" name="Shape 749"/>
          <p:cNvSpPr/>
          <p:nvPr/>
        </p:nvSpPr>
        <p:spPr>
          <a:xfrm>
            <a:off x="6303645" y="4091940"/>
            <a:ext cx="142761" cy="97231"/>
          </a:xfrm>
          <a:prstGeom prst="rect">
            <a:avLst/>
          </a:prstGeom>
          <a:solidFill>
            <a:srgbClr val="E9EDEB"/>
          </a:solidFill>
          <a:ln w="12700">
            <a:solidFill>
              <a:srgbClr val="E9EDEB"/>
            </a:solidFill>
            <a:prstDash val="solid"/>
          </a:ln>
        </p:spPr>
      </p:sp>
      <p:sp>
        <p:nvSpPr>
          <p:cNvPr id="752" name="Shape 750"/>
          <p:cNvSpPr/>
          <p:nvPr/>
        </p:nvSpPr>
        <p:spPr>
          <a:xfrm>
            <a:off x="6466522" y="4091940"/>
            <a:ext cx="142761" cy="97231"/>
          </a:xfrm>
          <a:prstGeom prst="rect">
            <a:avLst/>
          </a:prstGeom>
          <a:solidFill>
            <a:srgbClr val="E9EDEB"/>
          </a:solidFill>
          <a:ln w="12700">
            <a:solidFill>
              <a:srgbClr val="E9EDEB"/>
            </a:solidFill>
            <a:prstDash val="solid"/>
          </a:ln>
        </p:spPr>
      </p:sp>
      <p:sp>
        <p:nvSpPr>
          <p:cNvPr id="753" name="Shape 751"/>
          <p:cNvSpPr/>
          <p:nvPr/>
        </p:nvSpPr>
        <p:spPr>
          <a:xfrm>
            <a:off x="6629400" y="4091940"/>
            <a:ext cx="142761" cy="97231"/>
          </a:xfrm>
          <a:prstGeom prst="rect">
            <a:avLst/>
          </a:prstGeom>
          <a:solidFill>
            <a:srgbClr val="E9EDEB"/>
          </a:solidFill>
          <a:ln w="12700">
            <a:solidFill>
              <a:srgbClr val="E9EDEB"/>
            </a:solidFill>
            <a:prstDash val="solid"/>
          </a:ln>
        </p:spPr>
      </p:sp>
      <p:sp>
        <p:nvSpPr>
          <p:cNvPr id="754" name="Shape 752"/>
          <p:cNvSpPr/>
          <p:nvPr/>
        </p:nvSpPr>
        <p:spPr>
          <a:xfrm>
            <a:off x="6792277" y="4091940"/>
            <a:ext cx="142761" cy="97231"/>
          </a:xfrm>
          <a:prstGeom prst="rect">
            <a:avLst/>
          </a:prstGeom>
          <a:solidFill>
            <a:srgbClr val="E9EDEB"/>
          </a:solidFill>
          <a:ln w="12700">
            <a:solidFill>
              <a:srgbClr val="E9EDEB"/>
            </a:solidFill>
            <a:prstDash val="solid"/>
          </a:ln>
        </p:spPr>
      </p:sp>
      <p:sp>
        <p:nvSpPr>
          <p:cNvPr id="755" name="Shape 753"/>
          <p:cNvSpPr/>
          <p:nvPr/>
        </p:nvSpPr>
        <p:spPr>
          <a:xfrm>
            <a:off x="6955155" y="4091940"/>
            <a:ext cx="142761" cy="97231"/>
          </a:xfrm>
          <a:prstGeom prst="rect">
            <a:avLst/>
          </a:prstGeom>
          <a:solidFill>
            <a:srgbClr val="E9EDEB"/>
          </a:solidFill>
          <a:ln w="12700">
            <a:solidFill>
              <a:srgbClr val="E9EDEB"/>
            </a:solidFill>
            <a:prstDash val="solid"/>
          </a:ln>
        </p:spPr>
      </p:sp>
      <p:sp>
        <p:nvSpPr>
          <p:cNvPr id="756" name="Shape 754"/>
          <p:cNvSpPr/>
          <p:nvPr/>
        </p:nvSpPr>
        <p:spPr>
          <a:xfrm>
            <a:off x="7118032" y="4091940"/>
            <a:ext cx="142761" cy="97231"/>
          </a:xfrm>
          <a:prstGeom prst="rect">
            <a:avLst/>
          </a:prstGeom>
          <a:solidFill>
            <a:srgbClr val="E9EDEB"/>
          </a:solidFill>
          <a:ln w="12700">
            <a:solidFill>
              <a:srgbClr val="E9EDEB"/>
            </a:solidFill>
            <a:prstDash val="solid"/>
          </a:ln>
        </p:spPr>
      </p:sp>
      <p:sp>
        <p:nvSpPr>
          <p:cNvPr id="757" name="Shape 755"/>
          <p:cNvSpPr/>
          <p:nvPr/>
        </p:nvSpPr>
        <p:spPr>
          <a:xfrm>
            <a:off x="7280910" y="4091940"/>
            <a:ext cx="142761" cy="97231"/>
          </a:xfrm>
          <a:prstGeom prst="rect">
            <a:avLst/>
          </a:prstGeom>
          <a:solidFill>
            <a:srgbClr val="E9EDEB"/>
          </a:solidFill>
          <a:ln w="12700">
            <a:solidFill>
              <a:srgbClr val="E9EDEB"/>
            </a:solidFill>
            <a:prstDash val="solid"/>
          </a:ln>
        </p:spPr>
      </p:sp>
      <p:sp>
        <p:nvSpPr>
          <p:cNvPr id="758" name="Shape 756"/>
          <p:cNvSpPr/>
          <p:nvPr/>
        </p:nvSpPr>
        <p:spPr>
          <a:xfrm>
            <a:off x="7443788" y="4091940"/>
            <a:ext cx="142761" cy="97231"/>
          </a:xfrm>
          <a:prstGeom prst="rect">
            <a:avLst/>
          </a:prstGeom>
          <a:solidFill>
            <a:srgbClr val="E9EDEB"/>
          </a:solidFill>
          <a:ln w="12700">
            <a:solidFill>
              <a:srgbClr val="E9EDEB"/>
            </a:solidFill>
            <a:prstDash val="solid"/>
          </a:ln>
        </p:spPr>
      </p:sp>
      <p:sp>
        <p:nvSpPr>
          <p:cNvPr id="759" name="Shape 757"/>
          <p:cNvSpPr/>
          <p:nvPr/>
        </p:nvSpPr>
        <p:spPr>
          <a:xfrm>
            <a:off x="7606665" y="4091940"/>
            <a:ext cx="142761" cy="97231"/>
          </a:xfrm>
          <a:prstGeom prst="rect">
            <a:avLst/>
          </a:prstGeom>
          <a:solidFill>
            <a:srgbClr val="E9EDEB"/>
          </a:solidFill>
          <a:ln w="12700">
            <a:solidFill>
              <a:srgbClr val="E9EDEB"/>
            </a:solidFill>
            <a:prstDash val="solid"/>
          </a:ln>
        </p:spPr>
      </p:sp>
      <p:sp>
        <p:nvSpPr>
          <p:cNvPr id="760" name="Shape 758"/>
          <p:cNvSpPr/>
          <p:nvPr/>
        </p:nvSpPr>
        <p:spPr>
          <a:xfrm>
            <a:off x="7769542" y="4091940"/>
            <a:ext cx="142761" cy="97231"/>
          </a:xfrm>
          <a:prstGeom prst="rect">
            <a:avLst/>
          </a:prstGeom>
          <a:solidFill>
            <a:srgbClr val="E9EDEB"/>
          </a:solidFill>
          <a:ln w="12700">
            <a:solidFill>
              <a:srgbClr val="E9EDEB"/>
            </a:solidFill>
            <a:prstDash val="solid"/>
          </a:ln>
        </p:spPr>
      </p:sp>
      <p:sp>
        <p:nvSpPr>
          <p:cNvPr id="761" name="Shape 759"/>
          <p:cNvSpPr/>
          <p:nvPr/>
        </p:nvSpPr>
        <p:spPr>
          <a:xfrm>
            <a:off x="7932420" y="4091940"/>
            <a:ext cx="142761" cy="97231"/>
          </a:xfrm>
          <a:prstGeom prst="rect">
            <a:avLst/>
          </a:prstGeom>
          <a:solidFill>
            <a:srgbClr val="E9EDEB"/>
          </a:solidFill>
          <a:ln w="12700">
            <a:solidFill>
              <a:srgbClr val="E9EDEB"/>
            </a:solidFill>
            <a:prstDash val="solid"/>
          </a:ln>
        </p:spPr>
      </p:sp>
      <p:sp>
        <p:nvSpPr>
          <p:cNvPr id="762" name="Shape 760"/>
          <p:cNvSpPr/>
          <p:nvPr/>
        </p:nvSpPr>
        <p:spPr>
          <a:xfrm>
            <a:off x="8095297" y="4091940"/>
            <a:ext cx="142761" cy="97231"/>
          </a:xfrm>
          <a:prstGeom prst="rect">
            <a:avLst/>
          </a:prstGeom>
          <a:solidFill>
            <a:srgbClr val="E9EDEB"/>
          </a:solidFill>
          <a:ln w="12700">
            <a:solidFill>
              <a:srgbClr val="E9EDEB"/>
            </a:solidFill>
            <a:prstDash val="solid"/>
          </a:ln>
        </p:spPr>
      </p:sp>
      <p:sp>
        <p:nvSpPr>
          <p:cNvPr id="763" name="Shape 761"/>
          <p:cNvSpPr/>
          <p:nvPr/>
        </p:nvSpPr>
        <p:spPr>
          <a:xfrm>
            <a:off x="8258175" y="4091940"/>
            <a:ext cx="142761" cy="97231"/>
          </a:xfrm>
          <a:prstGeom prst="rect">
            <a:avLst/>
          </a:prstGeom>
          <a:solidFill>
            <a:srgbClr val="E9EDEB"/>
          </a:solidFill>
          <a:ln w="12700">
            <a:solidFill>
              <a:srgbClr val="E9EDEB"/>
            </a:solidFill>
            <a:prstDash val="solid"/>
          </a:ln>
        </p:spPr>
      </p:sp>
      <p:sp>
        <p:nvSpPr>
          <p:cNvPr id="764" name="Shape 762"/>
          <p:cNvSpPr/>
          <p:nvPr/>
        </p:nvSpPr>
        <p:spPr>
          <a:xfrm>
            <a:off x="8421053" y="4091940"/>
            <a:ext cx="142761" cy="97231"/>
          </a:xfrm>
          <a:prstGeom prst="rect">
            <a:avLst/>
          </a:prstGeom>
          <a:solidFill>
            <a:srgbClr val="E9EDEB"/>
          </a:solidFill>
          <a:ln w="12700">
            <a:solidFill>
              <a:srgbClr val="E9EDEB"/>
            </a:solidFill>
            <a:prstDash val="solid"/>
          </a:ln>
        </p:spPr>
      </p:sp>
      <p:sp>
        <p:nvSpPr>
          <p:cNvPr id="765" name="Shape 763"/>
          <p:cNvSpPr/>
          <p:nvPr/>
        </p:nvSpPr>
        <p:spPr>
          <a:xfrm>
            <a:off x="8583930" y="4091940"/>
            <a:ext cx="142761" cy="97231"/>
          </a:xfrm>
          <a:prstGeom prst="rect">
            <a:avLst/>
          </a:prstGeom>
          <a:solidFill>
            <a:srgbClr val="E9EDEB"/>
          </a:solidFill>
          <a:ln w="12700">
            <a:solidFill>
              <a:srgbClr val="E9EDEB"/>
            </a:solidFill>
            <a:prstDash val="solid"/>
          </a:ln>
        </p:spPr>
      </p:sp>
      <p:sp>
        <p:nvSpPr>
          <p:cNvPr id="766" name="Shape 764"/>
          <p:cNvSpPr/>
          <p:nvPr/>
        </p:nvSpPr>
        <p:spPr>
          <a:xfrm>
            <a:off x="8746807" y="4091940"/>
            <a:ext cx="142761" cy="97231"/>
          </a:xfrm>
          <a:prstGeom prst="rect">
            <a:avLst/>
          </a:prstGeom>
          <a:solidFill>
            <a:srgbClr val="E9EDEB"/>
          </a:solidFill>
          <a:ln w="12700">
            <a:solidFill>
              <a:srgbClr val="E9EDEB"/>
            </a:solidFill>
            <a:prstDash val="solid"/>
          </a:ln>
        </p:spPr>
      </p:sp>
      <p:sp>
        <p:nvSpPr>
          <p:cNvPr id="767" name="Shape 765"/>
          <p:cNvSpPr/>
          <p:nvPr/>
        </p:nvSpPr>
        <p:spPr>
          <a:xfrm>
            <a:off x="8909685" y="4091940"/>
            <a:ext cx="142761" cy="97231"/>
          </a:xfrm>
          <a:prstGeom prst="rect">
            <a:avLst/>
          </a:prstGeom>
          <a:solidFill>
            <a:srgbClr val="E9EDEB"/>
          </a:solidFill>
          <a:ln w="12700">
            <a:solidFill>
              <a:srgbClr val="E9EDEB"/>
            </a:solidFill>
            <a:prstDash val="solid"/>
          </a:ln>
        </p:spPr>
      </p:sp>
      <p:sp>
        <p:nvSpPr>
          <p:cNvPr id="768" name="Shape 766"/>
          <p:cNvSpPr/>
          <p:nvPr/>
        </p:nvSpPr>
        <p:spPr>
          <a:xfrm>
            <a:off x="9072563" y="4091940"/>
            <a:ext cx="142761" cy="97231"/>
          </a:xfrm>
          <a:prstGeom prst="rect">
            <a:avLst/>
          </a:prstGeom>
          <a:solidFill>
            <a:srgbClr val="E9EDEB"/>
          </a:solidFill>
          <a:ln w="12700">
            <a:solidFill>
              <a:srgbClr val="E9EDEB"/>
            </a:solidFill>
            <a:prstDash val="solid"/>
          </a:ln>
        </p:spPr>
      </p:sp>
      <p:sp>
        <p:nvSpPr>
          <p:cNvPr id="769" name="Shape 767"/>
          <p:cNvSpPr/>
          <p:nvPr/>
        </p:nvSpPr>
        <p:spPr>
          <a:xfrm>
            <a:off x="1417320" y="4209288"/>
            <a:ext cx="142761" cy="97231"/>
          </a:xfrm>
          <a:prstGeom prst="rect">
            <a:avLst/>
          </a:prstGeom>
          <a:solidFill>
            <a:srgbClr val="E9EDEB"/>
          </a:solidFill>
          <a:ln w="12700">
            <a:solidFill>
              <a:srgbClr val="E9EDEB"/>
            </a:solidFill>
            <a:prstDash val="solid"/>
          </a:ln>
        </p:spPr>
      </p:sp>
      <p:sp>
        <p:nvSpPr>
          <p:cNvPr id="770" name="Shape 768"/>
          <p:cNvSpPr/>
          <p:nvPr/>
        </p:nvSpPr>
        <p:spPr>
          <a:xfrm>
            <a:off x="1580198" y="4209288"/>
            <a:ext cx="142761" cy="97231"/>
          </a:xfrm>
          <a:prstGeom prst="rect">
            <a:avLst/>
          </a:prstGeom>
          <a:solidFill>
            <a:srgbClr val="E9EDEB"/>
          </a:solidFill>
          <a:ln w="12700">
            <a:solidFill>
              <a:srgbClr val="E9EDEB"/>
            </a:solidFill>
            <a:prstDash val="solid"/>
          </a:ln>
        </p:spPr>
      </p:sp>
      <p:sp>
        <p:nvSpPr>
          <p:cNvPr id="771" name="Shape 769"/>
          <p:cNvSpPr/>
          <p:nvPr/>
        </p:nvSpPr>
        <p:spPr>
          <a:xfrm>
            <a:off x="1743075" y="4209288"/>
            <a:ext cx="142761" cy="97231"/>
          </a:xfrm>
          <a:prstGeom prst="rect">
            <a:avLst/>
          </a:prstGeom>
          <a:solidFill>
            <a:srgbClr val="E9EDEB"/>
          </a:solidFill>
          <a:ln w="12700">
            <a:solidFill>
              <a:srgbClr val="E9EDEB"/>
            </a:solidFill>
            <a:prstDash val="solid"/>
          </a:ln>
        </p:spPr>
      </p:sp>
      <p:sp>
        <p:nvSpPr>
          <p:cNvPr id="772" name="Shape 770"/>
          <p:cNvSpPr/>
          <p:nvPr/>
        </p:nvSpPr>
        <p:spPr>
          <a:xfrm>
            <a:off x="1905953" y="4209288"/>
            <a:ext cx="142761" cy="97231"/>
          </a:xfrm>
          <a:prstGeom prst="rect">
            <a:avLst/>
          </a:prstGeom>
          <a:solidFill>
            <a:srgbClr val="E9EDEB"/>
          </a:solidFill>
          <a:ln w="12700">
            <a:solidFill>
              <a:srgbClr val="E9EDEB"/>
            </a:solidFill>
            <a:prstDash val="solid"/>
          </a:ln>
        </p:spPr>
      </p:sp>
      <p:sp>
        <p:nvSpPr>
          <p:cNvPr id="773" name="Shape 771"/>
          <p:cNvSpPr/>
          <p:nvPr/>
        </p:nvSpPr>
        <p:spPr>
          <a:xfrm>
            <a:off x="2068830" y="4209288"/>
            <a:ext cx="142761" cy="97231"/>
          </a:xfrm>
          <a:prstGeom prst="rect">
            <a:avLst/>
          </a:prstGeom>
          <a:solidFill>
            <a:srgbClr val="E9EDEB"/>
          </a:solidFill>
          <a:ln w="12700">
            <a:solidFill>
              <a:srgbClr val="E9EDEB"/>
            </a:solidFill>
            <a:prstDash val="solid"/>
          </a:ln>
        </p:spPr>
      </p:sp>
      <p:sp>
        <p:nvSpPr>
          <p:cNvPr id="774" name="Shape 772"/>
          <p:cNvSpPr/>
          <p:nvPr/>
        </p:nvSpPr>
        <p:spPr>
          <a:xfrm>
            <a:off x="2231708" y="4209288"/>
            <a:ext cx="142761" cy="97231"/>
          </a:xfrm>
          <a:prstGeom prst="rect">
            <a:avLst/>
          </a:prstGeom>
          <a:solidFill>
            <a:srgbClr val="E9EDEB"/>
          </a:solidFill>
          <a:ln w="12700">
            <a:solidFill>
              <a:srgbClr val="E9EDEB"/>
            </a:solidFill>
            <a:prstDash val="solid"/>
          </a:ln>
        </p:spPr>
      </p:sp>
      <p:sp>
        <p:nvSpPr>
          <p:cNvPr id="775" name="Shape 773"/>
          <p:cNvSpPr/>
          <p:nvPr/>
        </p:nvSpPr>
        <p:spPr>
          <a:xfrm>
            <a:off x="2394585" y="4209288"/>
            <a:ext cx="142761" cy="97231"/>
          </a:xfrm>
          <a:prstGeom prst="rect">
            <a:avLst/>
          </a:prstGeom>
          <a:solidFill>
            <a:srgbClr val="E9EDEB"/>
          </a:solidFill>
          <a:ln w="12700">
            <a:solidFill>
              <a:srgbClr val="E9EDEB"/>
            </a:solidFill>
            <a:prstDash val="solid"/>
          </a:ln>
        </p:spPr>
      </p:sp>
      <p:sp>
        <p:nvSpPr>
          <p:cNvPr id="776" name="Shape 774"/>
          <p:cNvSpPr/>
          <p:nvPr/>
        </p:nvSpPr>
        <p:spPr>
          <a:xfrm>
            <a:off x="2557463" y="4209288"/>
            <a:ext cx="142761" cy="97231"/>
          </a:xfrm>
          <a:prstGeom prst="rect">
            <a:avLst/>
          </a:prstGeom>
          <a:solidFill>
            <a:srgbClr val="E9EDEB"/>
          </a:solidFill>
          <a:ln w="12700">
            <a:solidFill>
              <a:srgbClr val="E9EDEB"/>
            </a:solidFill>
            <a:prstDash val="solid"/>
          </a:ln>
        </p:spPr>
      </p:sp>
      <p:sp>
        <p:nvSpPr>
          <p:cNvPr id="777" name="Shape 775"/>
          <p:cNvSpPr/>
          <p:nvPr/>
        </p:nvSpPr>
        <p:spPr>
          <a:xfrm>
            <a:off x="2720340" y="4209288"/>
            <a:ext cx="142761" cy="97231"/>
          </a:xfrm>
          <a:prstGeom prst="rect">
            <a:avLst/>
          </a:prstGeom>
          <a:solidFill>
            <a:srgbClr val="E9EDEB"/>
          </a:solidFill>
          <a:ln w="12700">
            <a:solidFill>
              <a:srgbClr val="E9EDEB"/>
            </a:solidFill>
            <a:prstDash val="solid"/>
          </a:ln>
        </p:spPr>
      </p:sp>
      <p:sp>
        <p:nvSpPr>
          <p:cNvPr id="778" name="Shape 776"/>
          <p:cNvSpPr/>
          <p:nvPr/>
        </p:nvSpPr>
        <p:spPr>
          <a:xfrm>
            <a:off x="2883218" y="4209288"/>
            <a:ext cx="142761" cy="97231"/>
          </a:xfrm>
          <a:prstGeom prst="rect">
            <a:avLst/>
          </a:prstGeom>
          <a:solidFill>
            <a:srgbClr val="E9EDEB"/>
          </a:solidFill>
          <a:ln w="12700">
            <a:solidFill>
              <a:srgbClr val="E9EDEB"/>
            </a:solidFill>
            <a:prstDash val="solid"/>
          </a:ln>
        </p:spPr>
      </p:sp>
      <p:sp>
        <p:nvSpPr>
          <p:cNvPr id="779" name="Shape 777"/>
          <p:cNvSpPr/>
          <p:nvPr/>
        </p:nvSpPr>
        <p:spPr>
          <a:xfrm>
            <a:off x="3046095" y="4209288"/>
            <a:ext cx="142761" cy="97231"/>
          </a:xfrm>
          <a:prstGeom prst="rect">
            <a:avLst/>
          </a:prstGeom>
          <a:solidFill>
            <a:srgbClr val="E9EDEB"/>
          </a:solidFill>
          <a:ln w="12700">
            <a:solidFill>
              <a:srgbClr val="E9EDEB"/>
            </a:solidFill>
            <a:prstDash val="solid"/>
          </a:ln>
        </p:spPr>
      </p:sp>
      <p:sp>
        <p:nvSpPr>
          <p:cNvPr id="780" name="Shape 778"/>
          <p:cNvSpPr/>
          <p:nvPr/>
        </p:nvSpPr>
        <p:spPr>
          <a:xfrm>
            <a:off x="3208972" y="4209288"/>
            <a:ext cx="142761" cy="97231"/>
          </a:xfrm>
          <a:prstGeom prst="rect">
            <a:avLst/>
          </a:prstGeom>
          <a:solidFill>
            <a:srgbClr val="E9EDEB"/>
          </a:solidFill>
          <a:ln w="12700">
            <a:solidFill>
              <a:srgbClr val="E9EDEB"/>
            </a:solidFill>
            <a:prstDash val="solid"/>
          </a:ln>
        </p:spPr>
      </p:sp>
      <p:sp>
        <p:nvSpPr>
          <p:cNvPr id="781" name="Shape 779"/>
          <p:cNvSpPr/>
          <p:nvPr/>
        </p:nvSpPr>
        <p:spPr>
          <a:xfrm>
            <a:off x="3371850" y="4209288"/>
            <a:ext cx="142761" cy="97231"/>
          </a:xfrm>
          <a:prstGeom prst="rect">
            <a:avLst/>
          </a:prstGeom>
          <a:solidFill>
            <a:srgbClr val="E9EDEB"/>
          </a:solidFill>
          <a:ln w="12700">
            <a:solidFill>
              <a:srgbClr val="E9EDEB"/>
            </a:solidFill>
            <a:prstDash val="solid"/>
          </a:ln>
        </p:spPr>
      </p:sp>
      <p:sp>
        <p:nvSpPr>
          <p:cNvPr id="782" name="Shape 780"/>
          <p:cNvSpPr/>
          <p:nvPr/>
        </p:nvSpPr>
        <p:spPr>
          <a:xfrm>
            <a:off x="3534727" y="4209288"/>
            <a:ext cx="142761" cy="97231"/>
          </a:xfrm>
          <a:prstGeom prst="rect">
            <a:avLst/>
          </a:prstGeom>
          <a:solidFill>
            <a:srgbClr val="E9EDEB"/>
          </a:solidFill>
          <a:ln w="12700">
            <a:solidFill>
              <a:srgbClr val="E9EDEB"/>
            </a:solidFill>
            <a:prstDash val="solid"/>
          </a:ln>
        </p:spPr>
      </p:sp>
      <p:sp>
        <p:nvSpPr>
          <p:cNvPr id="783" name="Shape 781"/>
          <p:cNvSpPr/>
          <p:nvPr/>
        </p:nvSpPr>
        <p:spPr>
          <a:xfrm>
            <a:off x="3697605" y="4209288"/>
            <a:ext cx="142761" cy="97231"/>
          </a:xfrm>
          <a:prstGeom prst="rect">
            <a:avLst/>
          </a:prstGeom>
          <a:solidFill>
            <a:srgbClr val="E9EDEB"/>
          </a:solidFill>
          <a:ln w="12700">
            <a:solidFill>
              <a:srgbClr val="E9EDEB"/>
            </a:solidFill>
            <a:prstDash val="solid"/>
          </a:ln>
        </p:spPr>
      </p:sp>
      <p:sp>
        <p:nvSpPr>
          <p:cNvPr id="784" name="Shape 782"/>
          <p:cNvSpPr/>
          <p:nvPr/>
        </p:nvSpPr>
        <p:spPr>
          <a:xfrm>
            <a:off x="3860483" y="4209288"/>
            <a:ext cx="142761" cy="97231"/>
          </a:xfrm>
          <a:prstGeom prst="rect">
            <a:avLst/>
          </a:prstGeom>
          <a:solidFill>
            <a:srgbClr val="E9EDEB"/>
          </a:solidFill>
          <a:ln w="12700">
            <a:solidFill>
              <a:srgbClr val="E9EDEB"/>
            </a:solidFill>
            <a:prstDash val="solid"/>
          </a:ln>
        </p:spPr>
      </p:sp>
      <p:sp>
        <p:nvSpPr>
          <p:cNvPr id="785" name="Shape 783"/>
          <p:cNvSpPr/>
          <p:nvPr/>
        </p:nvSpPr>
        <p:spPr>
          <a:xfrm>
            <a:off x="4023360" y="4209288"/>
            <a:ext cx="142761" cy="97231"/>
          </a:xfrm>
          <a:prstGeom prst="rect">
            <a:avLst/>
          </a:prstGeom>
          <a:solidFill>
            <a:srgbClr val="E9EDEB"/>
          </a:solidFill>
          <a:ln w="12700">
            <a:solidFill>
              <a:srgbClr val="E9EDEB"/>
            </a:solidFill>
            <a:prstDash val="solid"/>
          </a:ln>
        </p:spPr>
      </p:sp>
      <p:sp>
        <p:nvSpPr>
          <p:cNvPr id="786" name="Shape 784"/>
          <p:cNvSpPr/>
          <p:nvPr/>
        </p:nvSpPr>
        <p:spPr>
          <a:xfrm>
            <a:off x="4186238" y="4209288"/>
            <a:ext cx="142761" cy="97231"/>
          </a:xfrm>
          <a:prstGeom prst="rect">
            <a:avLst/>
          </a:prstGeom>
          <a:solidFill>
            <a:srgbClr val="E9EDEB"/>
          </a:solidFill>
          <a:ln w="12700">
            <a:solidFill>
              <a:srgbClr val="E9EDEB"/>
            </a:solidFill>
            <a:prstDash val="solid"/>
          </a:ln>
        </p:spPr>
      </p:sp>
      <p:sp>
        <p:nvSpPr>
          <p:cNvPr id="787" name="Shape 785"/>
          <p:cNvSpPr/>
          <p:nvPr/>
        </p:nvSpPr>
        <p:spPr>
          <a:xfrm>
            <a:off x="4349115" y="4209288"/>
            <a:ext cx="142761" cy="97231"/>
          </a:xfrm>
          <a:prstGeom prst="rect">
            <a:avLst/>
          </a:prstGeom>
          <a:solidFill>
            <a:srgbClr val="E9EDEB"/>
          </a:solidFill>
          <a:ln w="12700">
            <a:solidFill>
              <a:srgbClr val="E9EDEB"/>
            </a:solidFill>
            <a:prstDash val="solid"/>
          </a:ln>
        </p:spPr>
      </p:sp>
      <p:sp>
        <p:nvSpPr>
          <p:cNvPr id="788" name="Shape 786"/>
          <p:cNvSpPr/>
          <p:nvPr/>
        </p:nvSpPr>
        <p:spPr>
          <a:xfrm>
            <a:off x="4511992" y="4209288"/>
            <a:ext cx="142761" cy="97231"/>
          </a:xfrm>
          <a:prstGeom prst="rect">
            <a:avLst/>
          </a:prstGeom>
          <a:solidFill>
            <a:srgbClr val="E9EDEB"/>
          </a:solidFill>
          <a:ln w="12700">
            <a:solidFill>
              <a:srgbClr val="E9EDEB"/>
            </a:solidFill>
            <a:prstDash val="solid"/>
          </a:ln>
        </p:spPr>
      </p:sp>
      <p:sp>
        <p:nvSpPr>
          <p:cNvPr id="789" name="Shape 787"/>
          <p:cNvSpPr/>
          <p:nvPr/>
        </p:nvSpPr>
        <p:spPr>
          <a:xfrm>
            <a:off x="4674870" y="4209288"/>
            <a:ext cx="142761" cy="97231"/>
          </a:xfrm>
          <a:prstGeom prst="rect">
            <a:avLst/>
          </a:prstGeom>
          <a:solidFill>
            <a:srgbClr val="E9EDEB"/>
          </a:solidFill>
          <a:ln w="12700">
            <a:solidFill>
              <a:srgbClr val="E9EDEB"/>
            </a:solidFill>
            <a:prstDash val="solid"/>
          </a:ln>
        </p:spPr>
      </p:sp>
      <p:sp>
        <p:nvSpPr>
          <p:cNvPr id="790" name="Shape 788"/>
          <p:cNvSpPr/>
          <p:nvPr/>
        </p:nvSpPr>
        <p:spPr>
          <a:xfrm>
            <a:off x="4837747" y="4209288"/>
            <a:ext cx="142761" cy="97231"/>
          </a:xfrm>
          <a:prstGeom prst="rect">
            <a:avLst/>
          </a:prstGeom>
          <a:solidFill>
            <a:srgbClr val="E9EDEB"/>
          </a:solidFill>
          <a:ln w="12700">
            <a:solidFill>
              <a:srgbClr val="E9EDEB"/>
            </a:solidFill>
            <a:prstDash val="solid"/>
          </a:ln>
        </p:spPr>
      </p:sp>
      <p:sp>
        <p:nvSpPr>
          <p:cNvPr id="791" name="Shape 789"/>
          <p:cNvSpPr/>
          <p:nvPr/>
        </p:nvSpPr>
        <p:spPr>
          <a:xfrm>
            <a:off x="5000625" y="4209288"/>
            <a:ext cx="142761" cy="97231"/>
          </a:xfrm>
          <a:prstGeom prst="rect">
            <a:avLst/>
          </a:prstGeom>
          <a:solidFill>
            <a:srgbClr val="E9EDEB"/>
          </a:solidFill>
          <a:ln w="12700">
            <a:solidFill>
              <a:srgbClr val="E9EDEB"/>
            </a:solidFill>
            <a:prstDash val="solid"/>
          </a:ln>
        </p:spPr>
      </p:sp>
      <p:sp>
        <p:nvSpPr>
          <p:cNvPr id="792" name="Shape 790"/>
          <p:cNvSpPr/>
          <p:nvPr/>
        </p:nvSpPr>
        <p:spPr>
          <a:xfrm>
            <a:off x="5163503" y="4209288"/>
            <a:ext cx="142761" cy="97231"/>
          </a:xfrm>
          <a:prstGeom prst="rect">
            <a:avLst/>
          </a:prstGeom>
          <a:solidFill>
            <a:srgbClr val="E9EDEB"/>
          </a:solidFill>
          <a:ln w="12700">
            <a:solidFill>
              <a:srgbClr val="E9EDEB"/>
            </a:solidFill>
            <a:prstDash val="solid"/>
          </a:ln>
        </p:spPr>
      </p:sp>
      <p:sp>
        <p:nvSpPr>
          <p:cNvPr id="793" name="Shape 791"/>
          <p:cNvSpPr/>
          <p:nvPr/>
        </p:nvSpPr>
        <p:spPr>
          <a:xfrm>
            <a:off x="5326380" y="4209288"/>
            <a:ext cx="142761" cy="97231"/>
          </a:xfrm>
          <a:prstGeom prst="rect">
            <a:avLst/>
          </a:prstGeom>
          <a:solidFill>
            <a:srgbClr val="E9EDEB"/>
          </a:solidFill>
          <a:ln w="12700">
            <a:solidFill>
              <a:srgbClr val="E9EDEB"/>
            </a:solidFill>
            <a:prstDash val="solid"/>
          </a:ln>
        </p:spPr>
      </p:sp>
      <p:sp>
        <p:nvSpPr>
          <p:cNvPr id="794" name="Shape 792"/>
          <p:cNvSpPr/>
          <p:nvPr/>
        </p:nvSpPr>
        <p:spPr>
          <a:xfrm>
            <a:off x="5489257" y="4209288"/>
            <a:ext cx="142761" cy="97231"/>
          </a:xfrm>
          <a:prstGeom prst="rect">
            <a:avLst/>
          </a:prstGeom>
          <a:solidFill>
            <a:srgbClr val="E9EDEB"/>
          </a:solidFill>
          <a:ln w="12700">
            <a:solidFill>
              <a:srgbClr val="E9EDEB"/>
            </a:solidFill>
            <a:prstDash val="solid"/>
          </a:ln>
        </p:spPr>
      </p:sp>
      <p:sp>
        <p:nvSpPr>
          <p:cNvPr id="795" name="Shape 793"/>
          <p:cNvSpPr/>
          <p:nvPr/>
        </p:nvSpPr>
        <p:spPr>
          <a:xfrm>
            <a:off x="5652135" y="4209288"/>
            <a:ext cx="142761" cy="97231"/>
          </a:xfrm>
          <a:prstGeom prst="rect">
            <a:avLst/>
          </a:prstGeom>
          <a:solidFill>
            <a:srgbClr val="E9EDEB"/>
          </a:solidFill>
          <a:ln w="12700">
            <a:solidFill>
              <a:srgbClr val="E9EDEB"/>
            </a:solidFill>
            <a:prstDash val="solid"/>
          </a:ln>
        </p:spPr>
      </p:sp>
      <p:sp>
        <p:nvSpPr>
          <p:cNvPr id="796" name="Shape 794"/>
          <p:cNvSpPr/>
          <p:nvPr/>
        </p:nvSpPr>
        <p:spPr>
          <a:xfrm>
            <a:off x="5815012" y="4209288"/>
            <a:ext cx="142761" cy="97231"/>
          </a:xfrm>
          <a:prstGeom prst="rect">
            <a:avLst/>
          </a:prstGeom>
          <a:solidFill>
            <a:srgbClr val="E9EDEB"/>
          </a:solidFill>
          <a:ln w="12700">
            <a:solidFill>
              <a:srgbClr val="E9EDEB"/>
            </a:solidFill>
            <a:prstDash val="solid"/>
          </a:ln>
        </p:spPr>
      </p:sp>
      <p:sp>
        <p:nvSpPr>
          <p:cNvPr id="797" name="Shape 795"/>
          <p:cNvSpPr/>
          <p:nvPr/>
        </p:nvSpPr>
        <p:spPr>
          <a:xfrm>
            <a:off x="5977890" y="4209288"/>
            <a:ext cx="142761" cy="97231"/>
          </a:xfrm>
          <a:prstGeom prst="rect">
            <a:avLst/>
          </a:prstGeom>
          <a:solidFill>
            <a:srgbClr val="E9EDEB"/>
          </a:solidFill>
          <a:ln w="12700">
            <a:solidFill>
              <a:srgbClr val="E9EDEB"/>
            </a:solidFill>
            <a:prstDash val="solid"/>
          </a:ln>
        </p:spPr>
      </p:sp>
      <p:sp>
        <p:nvSpPr>
          <p:cNvPr id="798" name="Shape 796"/>
          <p:cNvSpPr/>
          <p:nvPr/>
        </p:nvSpPr>
        <p:spPr>
          <a:xfrm>
            <a:off x="6140767" y="4209288"/>
            <a:ext cx="142761" cy="97231"/>
          </a:xfrm>
          <a:prstGeom prst="rect">
            <a:avLst/>
          </a:prstGeom>
          <a:solidFill>
            <a:srgbClr val="E9EDEB"/>
          </a:solidFill>
          <a:ln w="12700">
            <a:solidFill>
              <a:srgbClr val="E9EDEB"/>
            </a:solidFill>
            <a:prstDash val="solid"/>
          </a:ln>
        </p:spPr>
      </p:sp>
      <p:sp>
        <p:nvSpPr>
          <p:cNvPr id="799" name="Shape 797"/>
          <p:cNvSpPr/>
          <p:nvPr/>
        </p:nvSpPr>
        <p:spPr>
          <a:xfrm>
            <a:off x="6303645" y="4209288"/>
            <a:ext cx="142761" cy="97231"/>
          </a:xfrm>
          <a:prstGeom prst="rect">
            <a:avLst/>
          </a:prstGeom>
          <a:solidFill>
            <a:srgbClr val="E9EDEB"/>
          </a:solidFill>
          <a:ln w="12700">
            <a:solidFill>
              <a:srgbClr val="E9EDEB"/>
            </a:solidFill>
            <a:prstDash val="solid"/>
          </a:ln>
        </p:spPr>
      </p:sp>
      <p:sp>
        <p:nvSpPr>
          <p:cNvPr id="800" name="Shape 798"/>
          <p:cNvSpPr/>
          <p:nvPr/>
        </p:nvSpPr>
        <p:spPr>
          <a:xfrm>
            <a:off x="6466522" y="4209288"/>
            <a:ext cx="142761" cy="97231"/>
          </a:xfrm>
          <a:prstGeom prst="rect">
            <a:avLst/>
          </a:prstGeom>
          <a:solidFill>
            <a:srgbClr val="E9EDEB"/>
          </a:solidFill>
          <a:ln w="12700">
            <a:solidFill>
              <a:srgbClr val="E9EDEB"/>
            </a:solidFill>
            <a:prstDash val="solid"/>
          </a:ln>
        </p:spPr>
      </p:sp>
      <p:sp>
        <p:nvSpPr>
          <p:cNvPr id="801" name="Shape 799"/>
          <p:cNvSpPr/>
          <p:nvPr/>
        </p:nvSpPr>
        <p:spPr>
          <a:xfrm>
            <a:off x="6629400" y="4209288"/>
            <a:ext cx="142761" cy="97231"/>
          </a:xfrm>
          <a:prstGeom prst="rect">
            <a:avLst/>
          </a:prstGeom>
          <a:solidFill>
            <a:srgbClr val="E9EDEB"/>
          </a:solidFill>
          <a:ln w="12700">
            <a:solidFill>
              <a:srgbClr val="E9EDEB"/>
            </a:solidFill>
            <a:prstDash val="solid"/>
          </a:ln>
        </p:spPr>
      </p:sp>
      <p:sp>
        <p:nvSpPr>
          <p:cNvPr id="802" name="Shape 800"/>
          <p:cNvSpPr/>
          <p:nvPr/>
        </p:nvSpPr>
        <p:spPr>
          <a:xfrm>
            <a:off x="6792277" y="4209288"/>
            <a:ext cx="142761" cy="97231"/>
          </a:xfrm>
          <a:prstGeom prst="rect">
            <a:avLst/>
          </a:prstGeom>
          <a:solidFill>
            <a:srgbClr val="E9EDEB"/>
          </a:solidFill>
          <a:ln w="12700">
            <a:solidFill>
              <a:srgbClr val="E9EDEB"/>
            </a:solidFill>
            <a:prstDash val="solid"/>
          </a:ln>
        </p:spPr>
      </p:sp>
      <p:sp>
        <p:nvSpPr>
          <p:cNvPr id="803" name="Shape 801"/>
          <p:cNvSpPr/>
          <p:nvPr/>
        </p:nvSpPr>
        <p:spPr>
          <a:xfrm>
            <a:off x="6955155" y="4209288"/>
            <a:ext cx="142761" cy="97231"/>
          </a:xfrm>
          <a:prstGeom prst="rect">
            <a:avLst/>
          </a:prstGeom>
          <a:solidFill>
            <a:srgbClr val="E9EDEB"/>
          </a:solidFill>
          <a:ln w="12700">
            <a:solidFill>
              <a:srgbClr val="E9EDEB"/>
            </a:solidFill>
            <a:prstDash val="solid"/>
          </a:ln>
        </p:spPr>
      </p:sp>
      <p:sp>
        <p:nvSpPr>
          <p:cNvPr id="804" name="Shape 802"/>
          <p:cNvSpPr/>
          <p:nvPr/>
        </p:nvSpPr>
        <p:spPr>
          <a:xfrm>
            <a:off x="7118032" y="4209288"/>
            <a:ext cx="142761" cy="97231"/>
          </a:xfrm>
          <a:prstGeom prst="rect">
            <a:avLst/>
          </a:prstGeom>
          <a:solidFill>
            <a:srgbClr val="E9EDEB"/>
          </a:solidFill>
          <a:ln w="12700">
            <a:solidFill>
              <a:srgbClr val="E9EDEB"/>
            </a:solidFill>
            <a:prstDash val="solid"/>
          </a:ln>
        </p:spPr>
      </p:sp>
      <p:sp>
        <p:nvSpPr>
          <p:cNvPr id="805" name="Shape 803"/>
          <p:cNvSpPr/>
          <p:nvPr/>
        </p:nvSpPr>
        <p:spPr>
          <a:xfrm>
            <a:off x="7280910" y="4209288"/>
            <a:ext cx="142761" cy="97231"/>
          </a:xfrm>
          <a:prstGeom prst="rect">
            <a:avLst/>
          </a:prstGeom>
          <a:solidFill>
            <a:srgbClr val="E9EDEB"/>
          </a:solidFill>
          <a:ln w="12700">
            <a:solidFill>
              <a:srgbClr val="E9EDEB"/>
            </a:solidFill>
            <a:prstDash val="solid"/>
          </a:ln>
        </p:spPr>
      </p:sp>
      <p:sp>
        <p:nvSpPr>
          <p:cNvPr id="806" name="Shape 804"/>
          <p:cNvSpPr/>
          <p:nvPr/>
        </p:nvSpPr>
        <p:spPr>
          <a:xfrm>
            <a:off x="7443788" y="4209288"/>
            <a:ext cx="142761" cy="97231"/>
          </a:xfrm>
          <a:prstGeom prst="rect">
            <a:avLst/>
          </a:prstGeom>
          <a:solidFill>
            <a:srgbClr val="E9EDEB"/>
          </a:solidFill>
          <a:ln w="12700">
            <a:solidFill>
              <a:srgbClr val="E9EDEB"/>
            </a:solidFill>
            <a:prstDash val="solid"/>
          </a:ln>
        </p:spPr>
      </p:sp>
      <p:sp>
        <p:nvSpPr>
          <p:cNvPr id="807" name="Shape 805"/>
          <p:cNvSpPr/>
          <p:nvPr/>
        </p:nvSpPr>
        <p:spPr>
          <a:xfrm>
            <a:off x="7606665" y="4209288"/>
            <a:ext cx="142761" cy="97231"/>
          </a:xfrm>
          <a:prstGeom prst="rect">
            <a:avLst/>
          </a:prstGeom>
          <a:solidFill>
            <a:srgbClr val="E9EDEB"/>
          </a:solidFill>
          <a:ln w="12700">
            <a:solidFill>
              <a:srgbClr val="E9EDEB"/>
            </a:solidFill>
            <a:prstDash val="solid"/>
          </a:ln>
        </p:spPr>
      </p:sp>
      <p:sp>
        <p:nvSpPr>
          <p:cNvPr id="808" name="Shape 806"/>
          <p:cNvSpPr/>
          <p:nvPr/>
        </p:nvSpPr>
        <p:spPr>
          <a:xfrm>
            <a:off x="7769542" y="4209288"/>
            <a:ext cx="142761" cy="97231"/>
          </a:xfrm>
          <a:prstGeom prst="rect">
            <a:avLst/>
          </a:prstGeom>
          <a:solidFill>
            <a:srgbClr val="E9EDEB"/>
          </a:solidFill>
          <a:ln w="12700">
            <a:solidFill>
              <a:srgbClr val="E9EDEB"/>
            </a:solidFill>
            <a:prstDash val="solid"/>
          </a:ln>
        </p:spPr>
      </p:sp>
      <p:sp>
        <p:nvSpPr>
          <p:cNvPr id="809" name="Shape 807"/>
          <p:cNvSpPr/>
          <p:nvPr/>
        </p:nvSpPr>
        <p:spPr>
          <a:xfrm>
            <a:off x="7932420" y="4209288"/>
            <a:ext cx="142761" cy="97231"/>
          </a:xfrm>
          <a:prstGeom prst="rect">
            <a:avLst/>
          </a:prstGeom>
          <a:solidFill>
            <a:srgbClr val="E9EDEB"/>
          </a:solidFill>
          <a:ln w="12700">
            <a:solidFill>
              <a:srgbClr val="E9EDEB"/>
            </a:solidFill>
            <a:prstDash val="solid"/>
          </a:ln>
        </p:spPr>
      </p:sp>
      <p:sp>
        <p:nvSpPr>
          <p:cNvPr id="810" name="Shape 808"/>
          <p:cNvSpPr/>
          <p:nvPr/>
        </p:nvSpPr>
        <p:spPr>
          <a:xfrm>
            <a:off x="8095297" y="4209288"/>
            <a:ext cx="142761" cy="97231"/>
          </a:xfrm>
          <a:prstGeom prst="rect">
            <a:avLst/>
          </a:prstGeom>
          <a:solidFill>
            <a:srgbClr val="E9EDEB"/>
          </a:solidFill>
          <a:ln w="12700">
            <a:solidFill>
              <a:srgbClr val="E9EDEB"/>
            </a:solidFill>
            <a:prstDash val="solid"/>
          </a:ln>
        </p:spPr>
      </p:sp>
      <p:sp>
        <p:nvSpPr>
          <p:cNvPr id="811" name="Shape 809"/>
          <p:cNvSpPr/>
          <p:nvPr/>
        </p:nvSpPr>
        <p:spPr>
          <a:xfrm>
            <a:off x="8258175" y="4209288"/>
            <a:ext cx="142761" cy="97231"/>
          </a:xfrm>
          <a:prstGeom prst="rect">
            <a:avLst/>
          </a:prstGeom>
          <a:solidFill>
            <a:srgbClr val="E9EDEB"/>
          </a:solidFill>
          <a:ln w="12700">
            <a:solidFill>
              <a:srgbClr val="E9EDEB"/>
            </a:solidFill>
            <a:prstDash val="solid"/>
          </a:ln>
        </p:spPr>
      </p:sp>
      <p:sp>
        <p:nvSpPr>
          <p:cNvPr id="812" name="Shape 810"/>
          <p:cNvSpPr/>
          <p:nvPr/>
        </p:nvSpPr>
        <p:spPr>
          <a:xfrm>
            <a:off x="8421053" y="4209288"/>
            <a:ext cx="142761" cy="97231"/>
          </a:xfrm>
          <a:prstGeom prst="rect">
            <a:avLst/>
          </a:prstGeom>
          <a:solidFill>
            <a:srgbClr val="E9EDEB"/>
          </a:solidFill>
          <a:ln w="12700">
            <a:solidFill>
              <a:srgbClr val="E9EDEB"/>
            </a:solidFill>
            <a:prstDash val="solid"/>
          </a:ln>
        </p:spPr>
      </p:sp>
      <p:sp>
        <p:nvSpPr>
          <p:cNvPr id="813" name="Shape 811"/>
          <p:cNvSpPr/>
          <p:nvPr/>
        </p:nvSpPr>
        <p:spPr>
          <a:xfrm>
            <a:off x="8583930" y="4209288"/>
            <a:ext cx="142761" cy="97231"/>
          </a:xfrm>
          <a:prstGeom prst="rect">
            <a:avLst/>
          </a:prstGeom>
          <a:solidFill>
            <a:srgbClr val="E9EDEB"/>
          </a:solidFill>
          <a:ln w="12700">
            <a:solidFill>
              <a:srgbClr val="E9EDEB"/>
            </a:solidFill>
            <a:prstDash val="solid"/>
          </a:ln>
        </p:spPr>
      </p:sp>
      <p:sp>
        <p:nvSpPr>
          <p:cNvPr id="814" name="Shape 812"/>
          <p:cNvSpPr/>
          <p:nvPr/>
        </p:nvSpPr>
        <p:spPr>
          <a:xfrm>
            <a:off x="8746807" y="4209288"/>
            <a:ext cx="142761" cy="97231"/>
          </a:xfrm>
          <a:prstGeom prst="rect">
            <a:avLst/>
          </a:prstGeom>
          <a:solidFill>
            <a:srgbClr val="7CC4A1"/>
          </a:solidFill>
          <a:ln w="12700">
            <a:solidFill>
              <a:srgbClr val="7CC4A1"/>
            </a:solidFill>
            <a:prstDash val="solid"/>
          </a:ln>
        </p:spPr>
      </p:sp>
      <p:sp>
        <p:nvSpPr>
          <p:cNvPr id="815" name="Shape 813"/>
          <p:cNvSpPr/>
          <p:nvPr/>
        </p:nvSpPr>
        <p:spPr>
          <a:xfrm>
            <a:off x="8909685" y="4209288"/>
            <a:ext cx="142761" cy="97231"/>
          </a:xfrm>
          <a:prstGeom prst="rect">
            <a:avLst/>
          </a:prstGeom>
          <a:solidFill>
            <a:srgbClr val="7CC4A1"/>
          </a:solidFill>
          <a:ln w="12700">
            <a:solidFill>
              <a:srgbClr val="7CC4A1"/>
            </a:solidFill>
            <a:prstDash val="solid"/>
          </a:ln>
        </p:spPr>
      </p:sp>
      <p:sp>
        <p:nvSpPr>
          <p:cNvPr id="816" name="Shape 814"/>
          <p:cNvSpPr/>
          <p:nvPr/>
        </p:nvSpPr>
        <p:spPr>
          <a:xfrm>
            <a:off x="9072563" y="4209288"/>
            <a:ext cx="142761" cy="97231"/>
          </a:xfrm>
          <a:prstGeom prst="rect">
            <a:avLst/>
          </a:prstGeom>
          <a:solidFill>
            <a:srgbClr val="7CC4A1"/>
          </a:solidFill>
          <a:ln w="12700">
            <a:solidFill>
              <a:srgbClr val="7CC4A1"/>
            </a:solidFill>
            <a:prstDash val="solid"/>
          </a:ln>
        </p:spPr>
      </p:sp>
      <p:sp>
        <p:nvSpPr>
          <p:cNvPr id="817" name="Shape 815"/>
          <p:cNvSpPr/>
          <p:nvPr/>
        </p:nvSpPr>
        <p:spPr>
          <a:xfrm>
            <a:off x="1417320" y="4326636"/>
            <a:ext cx="142761" cy="97231"/>
          </a:xfrm>
          <a:prstGeom prst="rect">
            <a:avLst/>
          </a:prstGeom>
          <a:solidFill>
            <a:srgbClr val="7CC4A1"/>
          </a:solidFill>
          <a:ln w="12700">
            <a:solidFill>
              <a:srgbClr val="7CC4A1"/>
            </a:solidFill>
            <a:prstDash val="solid"/>
          </a:ln>
        </p:spPr>
      </p:sp>
      <p:sp>
        <p:nvSpPr>
          <p:cNvPr id="818" name="Shape 816"/>
          <p:cNvSpPr/>
          <p:nvPr/>
        </p:nvSpPr>
        <p:spPr>
          <a:xfrm>
            <a:off x="1580198" y="4326636"/>
            <a:ext cx="142761" cy="97231"/>
          </a:xfrm>
          <a:prstGeom prst="rect">
            <a:avLst/>
          </a:prstGeom>
          <a:solidFill>
            <a:srgbClr val="7CC4A1"/>
          </a:solidFill>
          <a:ln w="12700">
            <a:solidFill>
              <a:srgbClr val="7CC4A1"/>
            </a:solidFill>
            <a:prstDash val="solid"/>
          </a:ln>
        </p:spPr>
      </p:sp>
      <p:sp>
        <p:nvSpPr>
          <p:cNvPr id="819" name="Shape 817"/>
          <p:cNvSpPr/>
          <p:nvPr/>
        </p:nvSpPr>
        <p:spPr>
          <a:xfrm>
            <a:off x="1743075" y="4326636"/>
            <a:ext cx="142761" cy="97231"/>
          </a:xfrm>
          <a:prstGeom prst="rect">
            <a:avLst/>
          </a:prstGeom>
          <a:solidFill>
            <a:srgbClr val="7CC4A1"/>
          </a:solidFill>
          <a:ln w="12700">
            <a:solidFill>
              <a:srgbClr val="7CC4A1"/>
            </a:solidFill>
            <a:prstDash val="solid"/>
          </a:ln>
        </p:spPr>
      </p:sp>
      <p:sp>
        <p:nvSpPr>
          <p:cNvPr id="820" name="Shape 818"/>
          <p:cNvSpPr/>
          <p:nvPr/>
        </p:nvSpPr>
        <p:spPr>
          <a:xfrm>
            <a:off x="1905953" y="4326636"/>
            <a:ext cx="142761" cy="97231"/>
          </a:xfrm>
          <a:prstGeom prst="rect">
            <a:avLst/>
          </a:prstGeom>
          <a:solidFill>
            <a:srgbClr val="7CC4A1"/>
          </a:solidFill>
          <a:ln w="12700">
            <a:solidFill>
              <a:srgbClr val="7CC4A1"/>
            </a:solidFill>
            <a:prstDash val="solid"/>
          </a:ln>
        </p:spPr>
      </p:sp>
      <p:sp>
        <p:nvSpPr>
          <p:cNvPr id="821" name="Shape 819"/>
          <p:cNvSpPr/>
          <p:nvPr/>
        </p:nvSpPr>
        <p:spPr>
          <a:xfrm>
            <a:off x="2068830" y="4326636"/>
            <a:ext cx="142761" cy="97231"/>
          </a:xfrm>
          <a:prstGeom prst="rect">
            <a:avLst/>
          </a:prstGeom>
          <a:solidFill>
            <a:srgbClr val="E9EDEB"/>
          </a:solidFill>
          <a:ln w="12700">
            <a:solidFill>
              <a:srgbClr val="E9EDEB"/>
            </a:solidFill>
            <a:prstDash val="solid"/>
          </a:ln>
        </p:spPr>
      </p:sp>
      <p:sp>
        <p:nvSpPr>
          <p:cNvPr id="822" name="Shape 820"/>
          <p:cNvSpPr/>
          <p:nvPr/>
        </p:nvSpPr>
        <p:spPr>
          <a:xfrm>
            <a:off x="2231708" y="4326636"/>
            <a:ext cx="142761" cy="97231"/>
          </a:xfrm>
          <a:prstGeom prst="rect">
            <a:avLst/>
          </a:prstGeom>
          <a:solidFill>
            <a:srgbClr val="E9EDEB"/>
          </a:solidFill>
          <a:ln w="12700">
            <a:solidFill>
              <a:srgbClr val="E9EDEB"/>
            </a:solidFill>
            <a:prstDash val="solid"/>
          </a:ln>
        </p:spPr>
      </p:sp>
      <p:sp>
        <p:nvSpPr>
          <p:cNvPr id="823" name="Shape 821"/>
          <p:cNvSpPr/>
          <p:nvPr/>
        </p:nvSpPr>
        <p:spPr>
          <a:xfrm>
            <a:off x="2394585" y="4326636"/>
            <a:ext cx="142761" cy="97231"/>
          </a:xfrm>
          <a:prstGeom prst="rect">
            <a:avLst/>
          </a:prstGeom>
          <a:solidFill>
            <a:srgbClr val="E9EDEB"/>
          </a:solidFill>
          <a:ln w="12700">
            <a:solidFill>
              <a:srgbClr val="E9EDEB"/>
            </a:solidFill>
            <a:prstDash val="solid"/>
          </a:ln>
        </p:spPr>
      </p:sp>
      <p:sp>
        <p:nvSpPr>
          <p:cNvPr id="824" name="Shape 822"/>
          <p:cNvSpPr/>
          <p:nvPr/>
        </p:nvSpPr>
        <p:spPr>
          <a:xfrm>
            <a:off x="2557463" y="4326636"/>
            <a:ext cx="142761" cy="97231"/>
          </a:xfrm>
          <a:prstGeom prst="rect">
            <a:avLst/>
          </a:prstGeom>
          <a:solidFill>
            <a:srgbClr val="E9EDEB"/>
          </a:solidFill>
          <a:ln w="12700">
            <a:solidFill>
              <a:srgbClr val="E9EDEB"/>
            </a:solidFill>
            <a:prstDash val="solid"/>
          </a:ln>
        </p:spPr>
      </p:sp>
      <p:sp>
        <p:nvSpPr>
          <p:cNvPr id="825" name="Shape 823"/>
          <p:cNvSpPr/>
          <p:nvPr/>
        </p:nvSpPr>
        <p:spPr>
          <a:xfrm>
            <a:off x="2720340" y="4326636"/>
            <a:ext cx="142761" cy="97231"/>
          </a:xfrm>
          <a:prstGeom prst="rect">
            <a:avLst/>
          </a:prstGeom>
          <a:solidFill>
            <a:srgbClr val="E9EDEB"/>
          </a:solidFill>
          <a:ln w="12700">
            <a:solidFill>
              <a:srgbClr val="E9EDEB"/>
            </a:solidFill>
            <a:prstDash val="solid"/>
          </a:ln>
        </p:spPr>
      </p:sp>
      <p:sp>
        <p:nvSpPr>
          <p:cNvPr id="826" name="Shape 824"/>
          <p:cNvSpPr/>
          <p:nvPr/>
        </p:nvSpPr>
        <p:spPr>
          <a:xfrm>
            <a:off x="2883218" y="4326636"/>
            <a:ext cx="142761" cy="97231"/>
          </a:xfrm>
          <a:prstGeom prst="rect">
            <a:avLst/>
          </a:prstGeom>
          <a:solidFill>
            <a:srgbClr val="E9EDEB"/>
          </a:solidFill>
          <a:ln w="12700">
            <a:solidFill>
              <a:srgbClr val="E9EDEB"/>
            </a:solidFill>
            <a:prstDash val="solid"/>
          </a:ln>
        </p:spPr>
      </p:sp>
      <p:sp>
        <p:nvSpPr>
          <p:cNvPr id="827" name="Shape 825"/>
          <p:cNvSpPr/>
          <p:nvPr/>
        </p:nvSpPr>
        <p:spPr>
          <a:xfrm>
            <a:off x="3046095" y="4326636"/>
            <a:ext cx="142761" cy="97231"/>
          </a:xfrm>
          <a:prstGeom prst="rect">
            <a:avLst/>
          </a:prstGeom>
          <a:solidFill>
            <a:srgbClr val="E9EDEB"/>
          </a:solidFill>
          <a:ln w="12700">
            <a:solidFill>
              <a:srgbClr val="E9EDEB"/>
            </a:solidFill>
            <a:prstDash val="solid"/>
          </a:ln>
        </p:spPr>
      </p:sp>
      <p:sp>
        <p:nvSpPr>
          <p:cNvPr id="828" name="Shape 826"/>
          <p:cNvSpPr/>
          <p:nvPr/>
        </p:nvSpPr>
        <p:spPr>
          <a:xfrm>
            <a:off x="3208972" y="4326636"/>
            <a:ext cx="142761" cy="97231"/>
          </a:xfrm>
          <a:prstGeom prst="rect">
            <a:avLst/>
          </a:prstGeom>
          <a:solidFill>
            <a:srgbClr val="E9EDEB"/>
          </a:solidFill>
          <a:ln w="12700">
            <a:solidFill>
              <a:srgbClr val="E9EDEB"/>
            </a:solidFill>
            <a:prstDash val="solid"/>
          </a:ln>
        </p:spPr>
      </p:sp>
      <p:sp>
        <p:nvSpPr>
          <p:cNvPr id="829" name="Shape 827"/>
          <p:cNvSpPr/>
          <p:nvPr/>
        </p:nvSpPr>
        <p:spPr>
          <a:xfrm>
            <a:off x="3371850" y="4326636"/>
            <a:ext cx="142761" cy="97231"/>
          </a:xfrm>
          <a:prstGeom prst="rect">
            <a:avLst/>
          </a:prstGeom>
          <a:solidFill>
            <a:srgbClr val="E9EDEB"/>
          </a:solidFill>
          <a:ln w="12700">
            <a:solidFill>
              <a:srgbClr val="E9EDEB"/>
            </a:solidFill>
            <a:prstDash val="solid"/>
          </a:ln>
        </p:spPr>
      </p:sp>
      <p:sp>
        <p:nvSpPr>
          <p:cNvPr id="830" name="Shape 828"/>
          <p:cNvSpPr/>
          <p:nvPr/>
        </p:nvSpPr>
        <p:spPr>
          <a:xfrm>
            <a:off x="3534727" y="4326636"/>
            <a:ext cx="142761" cy="97231"/>
          </a:xfrm>
          <a:prstGeom prst="rect">
            <a:avLst/>
          </a:prstGeom>
          <a:solidFill>
            <a:srgbClr val="E9EDEB"/>
          </a:solidFill>
          <a:ln w="12700">
            <a:solidFill>
              <a:srgbClr val="E9EDEB"/>
            </a:solidFill>
            <a:prstDash val="solid"/>
          </a:ln>
        </p:spPr>
      </p:sp>
      <p:sp>
        <p:nvSpPr>
          <p:cNvPr id="831" name="Shape 829"/>
          <p:cNvSpPr/>
          <p:nvPr/>
        </p:nvSpPr>
        <p:spPr>
          <a:xfrm>
            <a:off x="3697605" y="4326636"/>
            <a:ext cx="142761" cy="97231"/>
          </a:xfrm>
          <a:prstGeom prst="rect">
            <a:avLst/>
          </a:prstGeom>
          <a:solidFill>
            <a:srgbClr val="E9EDEB"/>
          </a:solidFill>
          <a:ln w="12700">
            <a:solidFill>
              <a:srgbClr val="E9EDEB"/>
            </a:solidFill>
            <a:prstDash val="solid"/>
          </a:ln>
        </p:spPr>
      </p:sp>
      <p:sp>
        <p:nvSpPr>
          <p:cNvPr id="832" name="Shape 830"/>
          <p:cNvSpPr/>
          <p:nvPr/>
        </p:nvSpPr>
        <p:spPr>
          <a:xfrm>
            <a:off x="3860483" y="4326636"/>
            <a:ext cx="142761" cy="97231"/>
          </a:xfrm>
          <a:prstGeom prst="rect">
            <a:avLst/>
          </a:prstGeom>
          <a:solidFill>
            <a:srgbClr val="E9EDEB"/>
          </a:solidFill>
          <a:ln w="12700">
            <a:solidFill>
              <a:srgbClr val="E9EDEB"/>
            </a:solidFill>
            <a:prstDash val="solid"/>
          </a:ln>
        </p:spPr>
      </p:sp>
      <p:sp>
        <p:nvSpPr>
          <p:cNvPr id="833" name="Shape 831"/>
          <p:cNvSpPr/>
          <p:nvPr/>
        </p:nvSpPr>
        <p:spPr>
          <a:xfrm>
            <a:off x="4023360" y="4326636"/>
            <a:ext cx="142761" cy="97231"/>
          </a:xfrm>
          <a:prstGeom prst="rect">
            <a:avLst/>
          </a:prstGeom>
          <a:solidFill>
            <a:srgbClr val="E9EDEB"/>
          </a:solidFill>
          <a:ln w="12700">
            <a:solidFill>
              <a:srgbClr val="E9EDEB"/>
            </a:solidFill>
            <a:prstDash val="solid"/>
          </a:ln>
        </p:spPr>
      </p:sp>
      <p:sp>
        <p:nvSpPr>
          <p:cNvPr id="834" name="Shape 832"/>
          <p:cNvSpPr/>
          <p:nvPr/>
        </p:nvSpPr>
        <p:spPr>
          <a:xfrm>
            <a:off x="4186238" y="4326636"/>
            <a:ext cx="142761" cy="97231"/>
          </a:xfrm>
          <a:prstGeom prst="rect">
            <a:avLst/>
          </a:prstGeom>
          <a:solidFill>
            <a:srgbClr val="E9EDEB"/>
          </a:solidFill>
          <a:ln w="12700">
            <a:solidFill>
              <a:srgbClr val="E9EDEB"/>
            </a:solidFill>
            <a:prstDash val="solid"/>
          </a:ln>
        </p:spPr>
      </p:sp>
      <p:sp>
        <p:nvSpPr>
          <p:cNvPr id="835" name="Shape 833"/>
          <p:cNvSpPr/>
          <p:nvPr/>
        </p:nvSpPr>
        <p:spPr>
          <a:xfrm>
            <a:off x="4349115" y="4326636"/>
            <a:ext cx="142761" cy="97231"/>
          </a:xfrm>
          <a:prstGeom prst="rect">
            <a:avLst/>
          </a:prstGeom>
          <a:solidFill>
            <a:srgbClr val="E9EDEB"/>
          </a:solidFill>
          <a:ln w="12700">
            <a:solidFill>
              <a:srgbClr val="E9EDEB"/>
            </a:solidFill>
            <a:prstDash val="solid"/>
          </a:ln>
        </p:spPr>
      </p:sp>
      <p:sp>
        <p:nvSpPr>
          <p:cNvPr id="836" name="Shape 834"/>
          <p:cNvSpPr/>
          <p:nvPr/>
        </p:nvSpPr>
        <p:spPr>
          <a:xfrm>
            <a:off x="4511992" y="4326636"/>
            <a:ext cx="142761" cy="97231"/>
          </a:xfrm>
          <a:prstGeom prst="rect">
            <a:avLst/>
          </a:prstGeom>
          <a:solidFill>
            <a:srgbClr val="E9EDEB"/>
          </a:solidFill>
          <a:ln w="12700">
            <a:solidFill>
              <a:srgbClr val="E9EDEB"/>
            </a:solidFill>
            <a:prstDash val="solid"/>
          </a:ln>
        </p:spPr>
      </p:sp>
      <p:sp>
        <p:nvSpPr>
          <p:cNvPr id="837" name="Shape 835"/>
          <p:cNvSpPr/>
          <p:nvPr/>
        </p:nvSpPr>
        <p:spPr>
          <a:xfrm>
            <a:off x="4674870" y="4326636"/>
            <a:ext cx="142761" cy="97231"/>
          </a:xfrm>
          <a:prstGeom prst="rect">
            <a:avLst/>
          </a:prstGeom>
          <a:solidFill>
            <a:srgbClr val="E9EDEB"/>
          </a:solidFill>
          <a:ln w="12700">
            <a:solidFill>
              <a:srgbClr val="E9EDEB"/>
            </a:solidFill>
            <a:prstDash val="solid"/>
          </a:ln>
        </p:spPr>
      </p:sp>
      <p:sp>
        <p:nvSpPr>
          <p:cNvPr id="838" name="Shape 836"/>
          <p:cNvSpPr/>
          <p:nvPr/>
        </p:nvSpPr>
        <p:spPr>
          <a:xfrm>
            <a:off x="4837747" y="4326636"/>
            <a:ext cx="142761" cy="97231"/>
          </a:xfrm>
          <a:prstGeom prst="rect">
            <a:avLst/>
          </a:prstGeom>
          <a:solidFill>
            <a:srgbClr val="E9EDEB"/>
          </a:solidFill>
          <a:ln w="12700">
            <a:solidFill>
              <a:srgbClr val="E9EDEB"/>
            </a:solidFill>
            <a:prstDash val="solid"/>
          </a:ln>
        </p:spPr>
      </p:sp>
      <p:sp>
        <p:nvSpPr>
          <p:cNvPr id="839" name="Shape 837"/>
          <p:cNvSpPr/>
          <p:nvPr/>
        </p:nvSpPr>
        <p:spPr>
          <a:xfrm>
            <a:off x="5000625" y="4326636"/>
            <a:ext cx="142761" cy="97231"/>
          </a:xfrm>
          <a:prstGeom prst="rect">
            <a:avLst/>
          </a:prstGeom>
          <a:solidFill>
            <a:srgbClr val="E9EDEB"/>
          </a:solidFill>
          <a:ln w="12700">
            <a:solidFill>
              <a:srgbClr val="E9EDEB"/>
            </a:solidFill>
            <a:prstDash val="solid"/>
          </a:ln>
        </p:spPr>
      </p:sp>
      <p:sp>
        <p:nvSpPr>
          <p:cNvPr id="840" name="Shape 838"/>
          <p:cNvSpPr/>
          <p:nvPr/>
        </p:nvSpPr>
        <p:spPr>
          <a:xfrm>
            <a:off x="5163503" y="4326636"/>
            <a:ext cx="142761" cy="97231"/>
          </a:xfrm>
          <a:prstGeom prst="rect">
            <a:avLst/>
          </a:prstGeom>
          <a:solidFill>
            <a:srgbClr val="E9EDEB"/>
          </a:solidFill>
          <a:ln w="12700">
            <a:solidFill>
              <a:srgbClr val="E9EDEB"/>
            </a:solidFill>
            <a:prstDash val="solid"/>
          </a:ln>
        </p:spPr>
      </p:sp>
      <p:sp>
        <p:nvSpPr>
          <p:cNvPr id="841" name="Shape 839"/>
          <p:cNvSpPr/>
          <p:nvPr/>
        </p:nvSpPr>
        <p:spPr>
          <a:xfrm>
            <a:off x="5326380" y="4326636"/>
            <a:ext cx="142761" cy="97231"/>
          </a:xfrm>
          <a:prstGeom prst="rect">
            <a:avLst/>
          </a:prstGeom>
          <a:solidFill>
            <a:srgbClr val="E9EDEB"/>
          </a:solidFill>
          <a:ln w="12700">
            <a:solidFill>
              <a:srgbClr val="E9EDEB"/>
            </a:solidFill>
            <a:prstDash val="solid"/>
          </a:ln>
        </p:spPr>
      </p:sp>
      <p:sp>
        <p:nvSpPr>
          <p:cNvPr id="842" name="Shape 840"/>
          <p:cNvSpPr/>
          <p:nvPr/>
        </p:nvSpPr>
        <p:spPr>
          <a:xfrm>
            <a:off x="5489257" y="4326636"/>
            <a:ext cx="142761" cy="97231"/>
          </a:xfrm>
          <a:prstGeom prst="rect">
            <a:avLst/>
          </a:prstGeom>
          <a:solidFill>
            <a:srgbClr val="E9EDEB"/>
          </a:solidFill>
          <a:ln w="12700">
            <a:solidFill>
              <a:srgbClr val="E9EDEB"/>
            </a:solidFill>
            <a:prstDash val="solid"/>
          </a:ln>
        </p:spPr>
      </p:sp>
      <p:sp>
        <p:nvSpPr>
          <p:cNvPr id="843" name="Shape 841"/>
          <p:cNvSpPr/>
          <p:nvPr/>
        </p:nvSpPr>
        <p:spPr>
          <a:xfrm>
            <a:off x="5652135" y="4326636"/>
            <a:ext cx="142761" cy="97231"/>
          </a:xfrm>
          <a:prstGeom prst="rect">
            <a:avLst/>
          </a:prstGeom>
          <a:solidFill>
            <a:srgbClr val="E9EDEB"/>
          </a:solidFill>
          <a:ln w="12700">
            <a:solidFill>
              <a:srgbClr val="E9EDEB"/>
            </a:solidFill>
            <a:prstDash val="solid"/>
          </a:ln>
        </p:spPr>
      </p:sp>
      <p:sp>
        <p:nvSpPr>
          <p:cNvPr id="844" name="Shape 842"/>
          <p:cNvSpPr/>
          <p:nvPr/>
        </p:nvSpPr>
        <p:spPr>
          <a:xfrm>
            <a:off x="5815012" y="4326636"/>
            <a:ext cx="142761" cy="97231"/>
          </a:xfrm>
          <a:prstGeom prst="rect">
            <a:avLst/>
          </a:prstGeom>
          <a:solidFill>
            <a:srgbClr val="E9EDEB"/>
          </a:solidFill>
          <a:ln w="12700">
            <a:solidFill>
              <a:srgbClr val="E9EDEB"/>
            </a:solidFill>
            <a:prstDash val="solid"/>
          </a:ln>
        </p:spPr>
      </p:sp>
      <p:sp>
        <p:nvSpPr>
          <p:cNvPr id="845" name="Shape 843"/>
          <p:cNvSpPr/>
          <p:nvPr/>
        </p:nvSpPr>
        <p:spPr>
          <a:xfrm>
            <a:off x="5977890" y="4326636"/>
            <a:ext cx="142761" cy="97231"/>
          </a:xfrm>
          <a:prstGeom prst="rect">
            <a:avLst/>
          </a:prstGeom>
          <a:solidFill>
            <a:srgbClr val="E9EDEB"/>
          </a:solidFill>
          <a:ln w="12700">
            <a:solidFill>
              <a:srgbClr val="E9EDEB"/>
            </a:solidFill>
            <a:prstDash val="solid"/>
          </a:ln>
        </p:spPr>
      </p:sp>
      <p:sp>
        <p:nvSpPr>
          <p:cNvPr id="846" name="Shape 844"/>
          <p:cNvSpPr/>
          <p:nvPr/>
        </p:nvSpPr>
        <p:spPr>
          <a:xfrm>
            <a:off x="6140767" y="4326636"/>
            <a:ext cx="142761" cy="97231"/>
          </a:xfrm>
          <a:prstGeom prst="rect">
            <a:avLst/>
          </a:prstGeom>
          <a:solidFill>
            <a:srgbClr val="E9EDEB"/>
          </a:solidFill>
          <a:ln w="12700">
            <a:solidFill>
              <a:srgbClr val="E9EDEB"/>
            </a:solidFill>
            <a:prstDash val="solid"/>
          </a:ln>
        </p:spPr>
      </p:sp>
      <p:sp>
        <p:nvSpPr>
          <p:cNvPr id="847" name="Shape 845"/>
          <p:cNvSpPr/>
          <p:nvPr/>
        </p:nvSpPr>
        <p:spPr>
          <a:xfrm>
            <a:off x="6303645" y="4326636"/>
            <a:ext cx="142761" cy="97231"/>
          </a:xfrm>
          <a:prstGeom prst="rect">
            <a:avLst/>
          </a:prstGeom>
          <a:solidFill>
            <a:srgbClr val="E9EDEB"/>
          </a:solidFill>
          <a:ln w="12700">
            <a:solidFill>
              <a:srgbClr val="E9EDEB"/>
            </a:solidFill>
            <a:prstDash val="solid"/>
          </a:ln>
        </p:spPr>
      </p:sp>
      <p:sp>
        <p:nvSpPr>
          <p:cNvPr id="848" name="Shape 846"/>
          <p:cNvSpPr/>
          <p:nvPr/>
        </p:nvSpPr>
        <p:spPr>
          <a:xfrm>
            <a:off x="6466522" y="4326636"/>
            <a:ext cx="142761" cy="97231"/>
          </a:xfrm>
          <a:prstGeom prst="rect">
            <a:avLst/>
          </a:prstGeom>
          <a:solidFill>
            <a:srgbClr val="E9EDEB"/>
          </a:solidFill>
          <a:ln w="12700">
            <a:solidFill>
              <a:srgbClr val="E9EDEB"/>
            </a:solidFill>
            <a:prstDash val="solid"/>
          </a:ln>
        </p:spPr>
      </p:sp>
      <p:sp>
        <p:nvSpPr>
          <p:cNvPr id="849" name="Shape 847"/>
          <p:cNvSpPr/>
          <p:nvPr/>
        </p:nvSpPr>
        <p:spPr>
          <a:xfrm>
            <a:off x="6629400" y="4326636"/>
            <a:ext cx="142761" cy="97231"/>
          </a:xfrm>
          <a:prstGeom prst="rect">
            <a:avLst/>
          </a:prstGeom>
          <a:solidFill>
            <a:srgbClr val="E9EDEB"/>
          </a:solidFill>
          <a:ln w="12700">
            <a:solidFill>
              <a:srgbClr val="E9EDEB"/>
            </a:solidFill>
            <a:prstDash val="solid"/>
          </a:ln>
        </p:spPr>
      </p:sp>
      <p:sp>
        <p:nvSpPr>
          <p:cNvPr id="850" name="Shape 848"/>
          <p:cNvSpPr/>
          <p:nvPr/>
        </p:nvSpPr>
        <p:spPr>
          <a:xfrm>
            <a:off x="6792277" y="4326636"/>
            <a:ext cx="142761" cy="97231"/>
          </a:xfrm>
          <a:prstGeom prst="rect">
            <a:avLst/>
          </a:prstGeom>
          <a:solidFill>
            <a:srgbClr val="E9EDEB"/>
          </a:solidFill>
          <a:ln w="12700">
            <a:solidFill>
              <a:srgbClr val="E9EDEB"/>
            </a:solidFill>
            <a:prstDash val="solid"/>
          </a:ln>
        </p:spPr>
      </p:sp>
      <p:sp>
        <p:nvSpPr>
          <p:cNvPr id="851" name="Shape 849"/>
          <p:cNvSpPr/>
          <p:nvPr/>
        </p:nvSpPr>
        <p:spPr>
          <a:xfrm>
            <a:off x="6955155" y="4326636"/>
            <a:ext cx="142761" cy="97231"/>
          </a:xfrm>
          <a:prstGeom prst="rect">
            <a:avLst/>
          </a:prstGeom>
          <a:solidFill>
            <a:srgbClr val="E9EDEB"/>
          </a:solidFill>
          <a:ln w="12700">
            <a:solidFill>
              <a:srgbClr val="E9EDEB"/>
            </a:solidFill>
            <a:prstDash val="solid"/>
          </a:ln>
        </p:spPr>
      </p:sp>
      <p:sp>
        <p:nvSpPr>
          <p:cNvPr id="852" name="Shape 850"/>
          <p:cNvSpPr/>
          <p:nvPr/>
        </p:nvSpPr>
        <p:spPr>
          <a:xfrm>
            <a:off x="7118032" y="4326636"/>
            <a:ext cx="142761" cy="97231"/>
          </a:xfrm>
          <a:prstGeom prst="rect">
            <a:avLst/>
          </a:prstGeom>
          <a:solidFill>
            <a:srgbClr val="E9EDEB"/>
          </a:solidFill>
          <a:ln w="12700">
            <a:solidFill>
              <a:srgbClr val="E9EDEB"/>
            </a:solidFill>
            <a:prstDash val="solid"/>
          </a:ln>
        </p:spPr>
      </p:sp>
      <p:sp>
        <p:nvSpPr>
          <p:cNvPr id="853" name="Shape 851"/>
          <p:cNvSpPr/>
          <p:nvPr/>
        </p:nvSpPr>
        <p:spPr>
          <a:xfrm>
            <a:off x="7280910" y="4326636"/>
            <a:ext cx="142761" cy="97231"/>
          </a:xfrm>
          <a:prstGeom prst="rect">
            <a:avLst/>
          </a:prstGeom>
          <a:solidFill>
            <a:srgbClr val="E9EDEB"/>
          </a:solidFill>
          <a:ln w="12700">
            <a:solidFill>
              <a:srgbClr val="E9EDEB"/>
            </a:solidFill>
            <a:prstDash val="solid"/>
          </a:ln>
        </p:spPr>
      </p:sp>
      <p:sp>
        <p:nvSpPr>
          <p:cNvPr id="854" name="Shape 852"/>
          <p:cNvSpPr/>
          <p:nvPr/>
        </p:nvSpPr>
        <p:spPr>
          <a:xfrm>
            <a:off x="7443788" y="4326636"/>
            <a:ext cx="142761" cy="97231"/>
          </a:xfrm>
          <a:prstGeom prst="rect">
            <a:avLst/>
          </a:prstGeom>
          <a:solidFill>
            <a:srgbClr val="E9EDEB"/>
          </a:solidFill>
          <a:ln w="12700">
            <a:solidFill>
              <a:srgbClr val="E9EDEB"/>
            </a:solidFill>
            <a:prstDash val="solid"/>
          </a:ln>
        </p:spPr>
      </p:sp>
      <p:sp>
        <p:nvSpPr>
          <p:cNvPr id="855" name="Shape 853"/>
          <p:cNvSpPr/>
          <p:nvPr/>
        </p:nvSpPr>
        <p:spPr>
          <a:xfrm>
            <a:off x="7606665" y="4326636"/>
            <a:ext cx="142761" cy="97231"/>
          </a:xfrm>
          <a:prstGeom prst="rect">
            <a:avLst/>
          </a:prstGeom>
          <a:solidFill>
            <a:srgbClr val="E9EDEB"/>
          </a:solidFill>
          <a:ln w="12700">
            <a:solidFill>
              <a:srgbClr val="E9EDEB"/>
            </a:solidFill>
            <a:prstDash val="solid"/>
          </a:ln>
        </p:spPr>
      </p:sp>
      <p:sp>
        <p:nvSpPr>
          <p:cNvPr id="856" name="Shape 854"/>
          <p:cNvSpPr/>
          <p:nvPr/>
        </p:nvSpPr>
        <p:spPr>
          <a:xfrm>
            <a:off x="7769542" y="4326636"/>
            <a:ext cx="142761" cy="97231"/>
          </a:xfrm>
          <a:prstGeom prst="rect">
            <a:avLst/>
          </a:prstGeom>
          <a:solidFill>
            <a:srgbClr val="E9EDEB"/>
          </a:solidFill>
          <a:ln w="12700">
            <a:solidFill>
              <a:srgbClr val="E9EDEB"/>
            </a:solidFill>
            <a:prstDash val="solid"/>
          </a:ln>
        </p:spPr>
      </p:sp>
      <p:sp>
        <p:nvSpPr>
          <p:cNvPr id="857" name="Shape 855"/>
          <p:cNvSpPr/>
          <p:nvPr/>
        </p:nvSpPr>
        <p:spPr>
          <a:xfrm>
            <a:off x="7932420" y="4326636"/>
            <a:ext cx="142761" cy="97231"/>
          </a:xfrm>
          <a:prstGeom prst="rect">
            <a:avLst/>
          </a:prstGeom>
          <a:solidFill>
            <a:srgbClr val="E9EDEB"/>
          </a:solidFill>
          <a:ln w="12700">
            <a:solidFill>
              <a:srgbClr val="E9EDEB"/>
            </a:solidFill>
            <a:prstDash val="solid"/>
          </a:ln>
        </p:spPr>
      </p:sp>
      <p:sp>
        <p:nvSpPr>
          <p:cNvPr id="858" name="Shape 856"/>
          <p:cNvSpPr/>
          <p:nvPr/>
        </p:nvSpPr>
        <p:spPr>
          <a:xfrm>
            <a:off x="8095297" y="4326636"/>
            <a:ext cx="142761" cy="97231"/>
          </a:xfrm>
          <a:prstGeom prst="rect">
            <a:avLst/>
          </a:prstGeom>
          <a:solidFill>
            <a:srgbClr val="E9EDEB"/>
          </a:solidFill>
          <a:ln w="12700">
            <a:solidFill>
              <a:srgbClr val="E9EDEB"/>
            </a:solidFill>
            <a:prstDash val="solid"/>
          </a:ln>
        </p:spPr>
      </p:sp>
      <p:sp>
        <p:nvSpPr>
          <p:cNvPr id="859" name="Shape 857"/>
          <p:cNvSpPr/>
          <p:nvPr/>
        </p:nvSpPr>
        <p:spPr>
          <a:xfrm>
            <a:off x="8258175" y="4326636"/>
            <a:ext cx="142761" cy="97231"/>
          </a:xfrm>
          <a:prstGeom prst="rect">
            <a:avLst/>
          </a:prstGeom>
          <a:solidFill>
            <a:srgbClr val="E9EDEB"/>
          </a:solidFill>
          <a:ln w="12700">
            <a:solidFill>
              <a:srgbClr val="E9EDEB"/>
            </a:solidFill>
            <a:prstDash val="solid"/>
          </a:ln>
        </p:spPr>
      </p:sp>
      <p:sp>
        <p:nvSpPr>
          <p:cNvPr id="860" name="Shape 858"/>
          <p:cNvSpPr/>
          <p:nvPr/>
        </p:nvSpPr>
        <p:spPr>
          <a:xfrm>
            <a:off x="8421053" y="4326636"/>
            <a:ext cx="142761" cy="97231"/>
          </a:xfrm>
          <a:prstGeom prst="rect">
            <a:avLst/>
          </a:prstGeom>
          <a:solidFill>
            <a:srgbClr val="E9EDEB"/>
          </a:solidFill>
          <a:ln w="12700">
            <a:solidFill>
              <a:srgbClr val="E9EDEB"/>
            </a:solidFill>
            <a:prstDash val="solid"/>
          </a:ln>
        </p:spPr>
      </p:sp>
      <p:sp>
        <p:nvSpPr>
          <p:cNvPr id="861" name="Shape 859"/>
          <p:cNvSpPr/>
          <p:nvPr/>
        </p:nvSpPr>
        <p:spPr>
          <a:xfrm>
            <a:off x="8583930" y="4326636"/>
            <a:ext cx="142761" cy="97231"/>
          </a:xfrm>
          <a:prstGeom prst="rect">
            <a:avLst/>
          </a:prstGeom>
          <a:solidFill>
            <a:srgbClr val="E9EDEB"/>
          </a:solidFill>
          <a:ln w="12700">
            <a:solidFill>
              <a:srgbClr val="E9EDEB"/>
            </a:solidFill>
            <a:prstDash val="solid"/>
          </a:ln>
        </p:spPr>
      </p:sp>
      <p:sp>
        <p:nvSpPr>
          <p:cNvPr id="862" name="Shape 860"/>
          <p:cNvSpPr/>
          <p:nvPr/>
        </p:nvSpPr>
        <p:spPr>
          <a:xfrm>
            <a:off x="8746807" y="4326636"/>
            <a:ext cx="142761" cy="97231"/>
          </a:xfrm>
          <a:prstGeom prst="rect">
            <a:avLst/>
          </a:prstGeom>
          <a:solidFill>
            <a:srgbClr val="E9EDEB"/>
          </a:solidFill>
          <a:ln w="12700">
            <a:solidFill>
              <a:srgbClr val="E9EDEB"/>
            </a:solidFill>
            <a:prstDash val="solid"/>
          </a:ln>
        </p:spPr>
      </p:sp>
      <p:sp>
        <p:nvSpPr>
          <p:cNvPr id="863" name="Shape 861"/>
          <p:cNvSpPr/>
          <p:nvPr/>
        </p:nvSpPr>
        <p:spPr>
          <a:xfrm>
            <a:off x="8909685" y="4326636"/>
            <a:ext cx="142761" cy="97231"/>
          </a:xfrm>
          <a:prstGeom prst="rect">
            <a:avLst/>
          </a:prstGeom>
          <a:solidFill>
            <a:srgbClr val="E9EDEB"/>
          </a:solidFill>
          <a:ln w="12700">
            <a:solidFill>
              <a:srgbClr val="E9EDEB"/>
            </a:solidFill>
            <a:prstDash val="solid"/>
          </a:ln>
        </p:spPr>
      </p:sp>
      <p:sp>
        <p:nvSpPr>
          <p:cNvPr id="864" name="Shape 862"/>
          <p:cNvSpPr/>
          <p:nvPr/>
        </p:nvSpPr>
        <p:spPr>
          <a:xfrm>
            <a:off x="9072563" y="4326636"/>
            <a:ext cx="142761" cy="97231"/>
          </a:xfrm>
          <a:prstGeom prst="rect">
            <a:avLst/>
          </a:prstGeom>
          <a:solidFill>
            <a:srgbClr val="E9EDEB"/>
          </a:solidFill>
          <a:ln w="12700">
            <a:solidFill>
              <a:srgbClr val="E9EDEB"/>
            </a:solidFill>
            <a:prstDash val="solid"/>
          </a:ln>
        </p:spPr>
      </p:sp>
      <p:sp>
        <p:nvSpPr>
          <p:cNvPr id="865" name="Shape 863"/>
          <p:cNvSpPr/>
          <p:nvPr/>
        </p:nvSpPr>
        <p:spPr>
          <a:xfrm>
            <a:off x="1417320" y="4443984"/>
            <a:ext cx="142761" cy="97231"/>
          </a:xfrm>
          <a:prstGeom prst="rect">
            <a:avLst/>
          </a:prstGeom>
          <a:solidFill>
            <a:srgbClr val="7CC4A1"/>
          </a:solidFill>
          <a:ln w="12700">
            <a:solidFill>
              <a:srgbClr val="7CC4A1"/>
            </a:solidFill>
            <a:prstDash val="solid"/>
          </a:ln>
        </p:spPr>
      </p:sp>
      <p:sp>
        <p:nvSpPr>
          <p:cNvPr id="866" name="Shape 864"/>
          <p:cNvSpPr/>
          <p:nvPr/>
        </p:nvSpPr>
        <p:spPr>
          <a:xfrm>
            <a:off x="1580198" y="4443984"/>
            <a:ext cx="142761" cy="97231"/>
          </a:xfrm>
          <a:prstGeom prst="rect">
            <a:avLst/>
          </a:prstGeom>
          <a:solidFill>
            <a:srgbClr val="7CC4A1"/>
          </a:solidFill>
          <a:ln w="12700">
            <a:solidFill>
              <a:srgbClr val="7CC4A1"/>
            </a:solidFill>
            <a:prstDash val="solid"/>
          </a:ln>
        </p:spPr>
      </p:sp>
      <p:sp>
        <p:nvSpPr>
          <p:cNvPr id="867" name="Shape 865"/>
          <p:cNvSpPr/>
          <p:nvPr/>
        </p:nvSpPr>
        <p:spPr>
          <a:xfrm>
            <a:off x="1743075" y="4443984"/>
            <a:ext cx="142761" cy="97231"/>
          </a:xfrm>
          <a:prstGeom prst="rect">
            <a:avLst/>
          </a:prstGeom>
          <a:solidFill>
            <a:srgbClr val="7CC4A1"/>
          </a:solidFill>
          <a:ln w="12700">
            <a:solidFill>
              <a:srgbClr val="7CC4A1"/>
            </a:solidFill>
            <a:prstDash val="solid"/>
          </a:ln>
        </p:spPr>
      </p:sp>
      <p:sp>
        <p:nvSpPr>
          <p:cNvPr id="868" name="Shape 866"/>
          <p:cNvSpPr/>
          <p:nvPr/>
        </p:nvSpPr>
        <p:spPr>
          <a:xfrm>
            <a:off x="1905953" y="4443984"/>
            <a:ext cx="142761" cy="97231"/>
          </a:xfrm>
          <a:prstGeom prst="rect">
            <a:avLst/>
          </a:prstGeom>
          <a:solidFill>
            <a:srgbClr val="268C64"/>
          </a:solidFill>
          <a:ln w="12700">
            <a:solidFill>
              <a:srgbClr val="268C64"/>
            </a:solidFill>
            <a:prstDash val="solid"/>
          </a:ln>
        </p:spPr>
      </p:sp>
      <p:sp>
        <p:nvSpPr>
          <p:cNvPr id="869" name="Shape 867"/>
          <p:cNvSpPr/>
          <p:nvPr/>
        </p:nvSpPr>
        <p:spPr>
          <a:xfrm>
            <a:off x="2068830" y="4443984"/>
            <a:ext cx="142761" cy="97231"/>
          </a:xfrm>
          <a:prstGeom prst="rect">
            <a:avLst/>
          </a:prstGeom>
          <a:solidFill>
            <a:srgbClr val="075236"/>
          </a:solidFill>
          <a:ln w="12700">
            <a:solidFill>
              <a:srgbClr val="075236"/>
            </a:solidFill>
            <a:prstDash val="solid"/>
          </a:ln>
        </p:spPr>
      </p:sp>
      <p:sp>
        <p:nvSpPr>
          <p:cNvPr id="870" name="Shape 868"/>
          <p:cNvSpPr/>
          <p:nvPr/>
        </p:nvSpPr>
        <p:spPr>
          <a:xfrm>
            <a:off x="2231708" y="4443984"/>
            <a:ext cx="142761" cy="97231"/>
          </a:xfrm>
          <a:prstGeom prst="rect">
            <a:avLst/>
          </a:prstGeom>
          <a:solidFill>
            <a:srgbClr val="10704D"/>
          </a:solidFill>
          <a:ln w="12700">
            <a:solidFill>
              <a:srgbClr val="10704D"/>
            </a:solidFill>
            <a:prstDash val="solid"/>
          </a:ln>
        </p:spPr>
      </p:sp>
      <p:sp>
        <p:nvSpPr>
          <p:cNvPr id="871" name="Shape 869"/>
          <p:cNvSpPr/>
          <p:nvPr/>
        </p:nvSpPr>
        <p:spPr>
          <a:xfrm>
            <a:off x="2394585" y="4443984"/>
            <a:ext cx="142761" cy="97231"/>
          </a:xfrm>
          <a:prstGeom prst="rect">
            <a:avLst/>
          </a:prstGeom>
          <a:solidFill>
            <a:srgbClr val="4FAA82"/>
          </a:solidFill>
          <a:ln w="12700">
            <a:solidFill>
              <a:srgbClr val="4FAA82"/>
            </a:solidFill>
            <a:prstDash val="solid"/>
          </a:ln>
        </p:spPr>
      </p:sp>
      <p:sp>
        <p:nvSpPr>
          <p:cNvPr id="872" name="Shape 870"/>
          <p:cNvSpPr/>
          <p:nvPr/>
        </p:nvSpPr>
        <p:spPr>
          <a:xfrm>
            <a:off x="2557463" y="4443984"/>
            <a:ext cx="142761" cy="97231"/>
          </a:xfrm>
          <a:prstGeom prst="rect">
            <a:avLst/>
          </a:prstGeom>
          <a:solidFill>
            <a:srgbClr val="268C64"/>
          </a:solidFill>
          <a:ln w="12700">
            <a:solidFill>
              <a:srgbClr val="268C64"/>
            </a:solidFill>
            <a:prstDash val="solid"/>
          </a:ln>
        </p:spPr>
      </p:sp>
      <p:sp>
        <p:nvSpPr>
          <p:cNvPr id="873" name="Shape 871"/>
          <p:cNvSpPr/>
          <p:nvPr/>
        </p:nvSpPr>
        <p:spPr>
          <a:xfrm>
            <a:off x="2720340" y="4443984"/>
            <a:ext cx="142761" cy="97231"/>
          </a:xfrm>
          <a:prstGeom prst="rect">
            <a:avLst/>
          </a:prstGeom>
          <a:solidFill>
            <a:srgbClr val="4FAA82"/>
          </a:solidFill>
          <a:ln w="12700">
            <a:solidFill>
              <a:srgbClr val="4FAA82"/>
            </a:solidFill>
            <a:prstDash val="solid"/>
          </a:ln>
        </p:spPr>
      </p:sp>
      <p:sp>
        <p:nvSpPr>
          <p:cNvPr id="874" name="Shape 872"/>
          <p:cNvSpPr/>
          <p:nvPr/>
        </p:nvSpPr>
        <p:spPr>
          <a:xfrm>
            <a:off x="2883218" y="4443984"/>
            <a:ext cx="142761" cy="97231"/>
          </a:xfrm>
          <a:prstGeom prst="rect">
            <a:avLst/>
          </a:prstGeom>
          <a:solidFill>
            <a:srgbClr val="4FAA82"/>
          </a:solidFill>
          <a:ln w="12700">
            <a:solidFill>
              <a:srgbClr val="4FAA82"/>
            </a:solidFill>
            <a:prstDash val="solid"/>
          </a:ln>
        </p:spPr>
      </p:sp>
      <p:sp>
        <p:nvSpPr>
          <p:cNvPr id="875" name="Shape 873"/>
          <p:cNvSpPr/>
          <p:nvPr/>
        </p:nvSpPr>
        <p:spPr>
          <a:xfrm>
            <a:off x="3046095" y="4443984"/>
            <a:ext cx="142761" cy="97231"/>
          </a:xfrm>
          <a:prstGeom prst="rect">
            <a:avLst/>
          </a:prstGeom>
          <a:solidFill>
            <a:srgbClr val="7CC4A1"/>
          </a:solidFill>
          <a:ln w="12700">
            <a:solidFill>
              <a:srgbClr val="7CC4A1"/>
            </a:solidFill>
            <a:prstDash val="solid"/>
          </a:ln>
        </p:spPr>
      </p:sp>
      <p:sp>
        <p:nvSpPr>
          <p:cNvPr id="876" name="Shape 874"/>
          <p:cNvSpPr/>
          <p:nvPr/>
        </p:nvSpPr>
        <p:spPr>
          <a:xfrm>
            <a:off x="3208972" y="4443984"/>
            <a:ext cx="142761" cy="97231"/>
          </a:xfrm>
          <a:prstGeom prst="rect">
            <a:avLst/>
          </a:prstGeom>
          <a:solidFill>
            <a:srgbClr val="4FAA82"/>
          </a:solidFill>
          <a:ln w="12700">
            <a:solidFill>
              <a:srgbClr val="4FAA82"/>
            </a:solidFill>
            <a:prstDash val="solid"/>
          </a:ln>
        </p:spPr>
      </p:sp>
      <p:sp>
        <p:nvSpPr>
          <p:cNvPr id="877" name="Shape 875"/>
          <p:cNvSpPr/>
          <p:nvPr/>
        </p:nvSpPr>
        <p:spPr>
          <a:xfrm>
            <a:off x="3371850" y="4443984"/>
            <a:ext cx="142761" cy="97231"/>
          </a:xfrm>
          <a:prstGeom prst="rect">
            <a:avLst/>
          </a:prstGeom>
          <a:solidFill>
            <a:srgbClr val="4FAA82"/>
          </a:solidFill>
          <a:ln w="12700">
            <a:solidFill>
              <a:srgbClr val="4FAA82"/>
            </a:solidFill>
            <a:prstDash val="solid"/>
          </a:ln>
        </p:spPr>
      </p:sp>
      <p:sp>
        <p:nvSpPr>
          <p:cNvPr id="878" name="Shape 876"/>
          <p:cNvSpPr/>
          <p:nvPr/>
        </p:nvSpPr>
        <p:spPr>
          <a:xfrm>
            <a:off x="3534727" y="4443984"/>
            <a:ext cx="142761" cy="97231"/>
          </a:xfrm>
          <a:prstGeom prst="rect">
            <a:avLst/>
          </a:prstGeom>
          <a:solidFill>
            <a:srgbClr val="4FAA82"/>
          </a:solidFill>
          <a:ln w="12700">
            <a:solidFill>
              <a:srgbClr val="4FAA82"/>
            </a:solidFill>
            <a:prstDash val="solid"/>
          </a:ln>
        </p:spPr>
      </p:sp>
      <p:sp>
        <p:nvSpPr>
          <p:cNvPr id="879" name="Shape 877"/>
          <p:cNvSpPr/>
          <p:nvPr/>
        </p:nvSpPr>
        <p:spPr>
          <a:xfrm>
            <a:off x="3697605" y="4443984"/>
            <a:ext cx="142761" cy="97231"/>
          </a:xfrm>
          <a:prstGeom prst="rect">
            <a:avLst/>
          </a:prstGeom>
          <a:solidFill>
            <a:srgbClr val="268C64"/>
          </a:solidFill>
          <a:ln w="12700">
            <a:solidFill>
              <a:srgbClr val="268C64"/>
            </a:solidFill>
            <a:prstDash val="solid"/>
          </a:ln>
        </p:spPr>
      </p:sp>
      <p:sp>
        <p:nvSpPr>
          <p:cNvPr id="880" name="Shape 878"/>
          <p:cNvSpPr/>
          <p:nvPr/>
        </p:nvSpPr>
        <p:spPr>
          <a:xfrm>
            <a:off x="3860483" y="4443984"/>
            <a:ext cx="142761" cy="97231"/>
          </a:xfrm>
          <a:prstGeom prst="rect">
            <a:avLst/>
          </a:prstGeom>
          <a:solidFill>
            <a:srgbClr val="268C64"/>
          </a:solidFill>
          <a:ln w="12700">
            <a:solidFill>
              <a:srgbClr val="268C64"/>
            </a:solidFill>
            <a:prstDash val="solid"/>
          </a:ln>
        </p:spPr>
      </p:sp>
      <p:sp>
        <p:nvSpPr>
          <p:cNvPr id="881" name="Shape 879"/>
          <p:cNvSpPr/>
          <p:nvPr/>
        </p:nvSpPr>
        <p:spPr>
          <a:xfrm>
            <a:off x="4023360" y="4443984"/>
            <a:ext cx="142761" cy="97231"/>
          </a:xfrm>
          <a:prstGeom prst="rect">
            <a:avLst/>
          </a:prstGeom>
          <a:solidFill>
            <a:srgbClr val="4FAA82"/>
          </a:solidFill>
          <a:ln w="12700">
            <a:solidFill>
              <a:srgbClr val="4FAA82"/>
            </a:solidFill>
            <a:prstDash val="solid"/>
          </a:ln>
        </p:spPr>
      </p:sp>
      <p:sp>
        <p:nvSpPr>
          <p:cNvPr id="882" name="Shape 880"/>
          <p:cNvSpPr/>
          <p:nvPr/>
        </p:nvSpPr>
        <p:spPr>
          <a:xfrm>
            <a:off x="4186238" y="4443984"/>
            <a:ext cx="142761" cy="97231"/>
          </a:xfrm>
          <a:prstGeom prst="rect">
            <a:avLst/>
          </a:prstGeom>
          <a:solidFill>
            <a:srgbClr val="4FAA82"/>
          </a:solidFill>
          <a:ln w="12700">
            <a:solidFill>
              <a:srgbClr val="4FAA82"/>
            </a:solidFill>
            <a:prstDash val="solid"/>
          </a:ln>
        </p:spPr>
      </p:sp>
      <p:sp>
        <p:nvSpPr>
          <p:cNvPr id="883" name="Shape 881"/>
          <p:cNvSpPr/>
          <p:nvPr/>
        </p:nvSpPr>
        <p:spPr>
          <a:xfrm>
            <a:off x="4349115" y="4443984"/>
            <a:ext cx="142761" cy="97231"/>
          </a:xfrm>
          <a:prstGeom prst="rect">
            <a:avLst/>
          </a:prstGeom>
          <a:solidFill>
            <a:srgbClr val="4FAA82"/>
          </a:solidFill>
          <a:ln w="12700">
            <a:solidFill>
              <a:srgbClr val="4FAA82"/>
            </a:solidFill>
            <a:prstDash val="solid"/>
          </a:ln>
        </p:spPr>
      </p:sp>
      <p:sp>
        <p:nvSpPr>
          <p:cNvPr id="884" name="Shape 882"/>
          <p:cNvSpPr/>
          <p:nvPr/>
        </p:nvSpPr>
        <p:spPr>
          <a:xfrm>
            <a:off x="4511992" y="4443984"/>
            <a:ext cx="142761" cy="97231"/>
          </a:xfrm>
          <a:prstGeom prst="rect">
            <a:avLst/>
          </a:prstGeom>
          <a:solidFill>
            <a:srgbClr val="268C64"/>
          </a:solidFill>
          <a:ln w="12700">
            <a:solidFill>
              <a:srgbClr val="268C64"/>
            </a:solidFill>
            <a:prstDash val="solid"/>
          </a:ln>
        </p:spPr>
      </p:sp>
      <p:sp>
        <p:nvSpPr>
          <p:cNvPr id="885" name="Shape 883"/>
          <p:cNvSpPr/>
          <p:nvPr/>
        </p:nvSpPr>
        <p:spPr>
          <a:xfrm>
            <a:off x="4674870" y="4443984"/>
            <a:ext cx="142761" cy="97231"/>
          </a:xfrm>
          <a:prstGeom prst="rect">
            <a:avLst/>
          </a:prstGeom>
          <a:solidFill>
            <a:srgbClr val="268C64"/>
          </a:solidFill>
          <a:ln w="12700">
            <a:solidFill>
              <a:srgbClr val="268C64"/>
            </a:solidFill>
            <a:prstDash val="solid"/>
          </a:ln>
        </p:spPr>
      </p:sp>
      <p:sp>
        <p:nvSpPr>
          <p:cNvPr id="886" name="Shape 884"/>
          <p:cNvSpPr/>
          <p:nvPr/>
        </p:nvSpPr>
        <p:spPr>
          <a:xfrm>
            <a:off x="4837747" y="4443984"/>
            <a:ext cx="142761" cy="97231"/>
          </a:xfrm>
          <a:prstGeom prst="rect">
            <a:avLst/>
          </a:prstGeom>
          <a:solidFill>
            <a:srgbClr val="268C64"/>
          </a:solidFill>
          <a:ln w="12700">
            <a:solidFill>
              <a:srgbClr val="268C64"/>
            </a:solidFill>
            <a:prstDash val="solid"/>
          </a:ln>
        </p:spPr>
      </p:sp>
      <p:sp>
        <p:nvSpPr>
          <p:cNvPr id="887" name="Shape 885"/>
          <p:cNvSpPr/>
          <p:nvPr/>
        </p:nvSpPr>
        <p:spPr>
          <a:xfrm>
            <a:off x="5000625" y="4443984"/>
            <a:ext cx="142761" cy="97231"/>
          </a:xfrm>
          <a:prstGeom prst="rect">
            <a:avLst/>
          </a:prstGeom>
          <a:solidFill>
            <a:srgbClr val="268C64"/>
          </a:solidFill>
          <a:ln w="12700">
            <a:solidFill>
              <a:srgbClr val="268C64"/>
            </a:solidFill>
            <a:prstDash val="solid"/>
          </a:ln>
        </p:spPr>
      </p:sp>
      <p:sp>
        <p:nvSpPr>
          <p:cNvPr id="888" name="Shape 886"/>
          <p:cNvSpPr/>
          <p:nvPr/>
        </p:nvSpPr>
        <p:spPr>
          <a:xfrm>
            <a:off x="5163503" y="4443984"/>
            <a:ext cx="142761" cy="97231"/>
          </a:xfrm>
          <a:prstGeom prst="rect">
            <a:avLst/>
          </a:prstGeom>
          <a:solidFill>
            <a:srgbClr val="268C64"/>
          </a:solidFill>
          <a:ln w="12700">
            <a:solidFill>
              <a:srgbClr val="268C64"/>
            </a:solidFill>
            <a:prstDash val="solid"/>
          </a:ln>
        </p:spPr>
      </p:sp>
      <p:sp>
        <p:nvSpPr>
          <p:cNvPr id="889" name="Shape 887"/>
          <p:cNvSpPr/>
          <p:nvPr/>
        </p:nvSpPr>
        <p:spPr>
          <a:xfrm>
            <a:off x="5326380" y="4443984"/>
            <a:ext cx="142761" cy="97231"/>
          </a:xfrm>
          <a:prstGeom prst="rect">
            <a:avLst/>
          </a:prstGeom>
          <a:solidFill>
            <a:srgbClr val="268C64"/>
          </a:solidFill>
          <a:ln w="12700">
            <a:solidFill>
              <a:srgbClr val="268C64"/>
            </a:solidFill>
            <a:prstDash val="solid"/>
          </a:ln>
        </p:spPr>
      </p:sp>
      <p:sp>
        <p:nvSpPr>
          <p:cNvPr id="890" name="Shape 888"/>
          <p:cNvSpPr/>
          <p:nvPr/>
        </p:nvSpPr>
        <p:spPr>
          <a:xfrm>
            <a:off x="5489257" y="4443984"/>
            <a:ext cx="142761" cy="97231"/>
          </a:xfrm>
          <a:prstGeom prst="rect">
            <a:avLst/>
          </a:prstGeom>
          <a:solidFill>
            <a:srgbClr val="268C64"/>
          </a:solidFill>
          <a:ln w="12700">
            <a:solidFill>
              <a:srgbClr val="268C64"/>
            </a:solidFill>
            <a:prstDash val="solid"/>
          </a:ln>
        </p:spPr>
      </p:sp>
      <p:sp>
        <p:nvSpPr>
          <p:cNvPr id="891" name="Shape 889"/>
          <p:cNvSpPr/>
          <p:nvPr/>
        </p:nvSpPr>
        <p:spPr>
          <a:xfrm>
            <a:off x="5652135" y="4443984"/>
            <a:ext cx="142761" cy="97231"/>
          </a:xfrm>
          <a:prstGeom prst="rect">
            <a:avLst/>
          </a:prstGeom>
          <a:solidFill>
            <a:srgbClr val="10704D"/>
          </a:solidFill>
          <a:ln w="12700">
            <a:solidFill>
              <a:srgbClr val="10704D"/>
            </a:solidFill>
            <a:prstDash val="solid"/>
          </a:ln>
        </p:spPr>
      </p:sp>
      <p:sp>
        <p:nvSpPr>
          <p:cNvPr id="892" name="Shape 890"/>
          <p:cNvSpPr/>
          <p:nvPr/>
        </p:nvSpPr>
        <p:spPr>
          <a:xfrm>
            <a:off x="5815012" y="4443984"/>
            <a:ext cx="142761" cy="97231"/>
          </a:xfrm>
          <a:prstGeom prst="rect">
            <a:avLst/>
          </a:prstGeom>
          <a:solidFill>
            <a:srgbClr val="268C64"/>
          </a:solidFill>
          <a:ln w="12700">
            <a:solidFill>
              <a:srgbClr val="268C64"/>
            </a:solidFill>
            <a:prstDash val="solid"/>
          </a:ln>
        </p:spPr>
      </p:sp>
      <p:sp>
        <p:nvSpPr>
          <p:cNvPr id="893" name="Shape 891"/>
          <p:cNvSpPr/>
          <p:nvPr/>
        </p:nvSpPr>
        <p:spPr>
          <a:xfrm>
            <a:off x="5977890" y="4443984"/>
            <a:ext cx="142761" cy="97231"/>
          </a:xfrm>
          <a:prstGeom prst="rect">
            <a:avLst/>
          </a:prstGeom>
          <a:solidFill>
            <a:srgbClr val="268C64"/>
          </a:solidFill>
          <a:ln w="12700">
            <a:solidFill>
              <a:srgbClr val="268C64"/>
            </a:solidFill>
            <a:prstDash val="solid"/>
          </a:ln>
        </p:spPr>
      </p:sp>
      <p:sp>
        <p:nvSpPr>
          <p:cNvPr id="894" name="Shape 892"/>
          <p:cNvSpPr/>
          <p:nvPr/>
        </p:nvSpPr>
        <p:spPr>
          <a:xfrm>
            <a:off x="6140767" y="4443984"/>
            <a:ext cx="142761" cy="97231"/>
          </a:xfrm>
          <a:prstGeom prst="rect">
            <a:avLst/>
          </a:prstGeom>
          <a:solidFill>
            <a:srgbClr val="268C64"/>
          </a:solidFill>
          <a:ln w="12700">
            <a:solidFill>
              <a:srgbClr val="268C64"/>
            </a:solidFill>
            <a:prstDash val="solid"/>
          </a:ln>
        </p:spPr>
      </p:sp>
      <p:sp>
        <p:nvSpPr>
          <p:cNvPr id="895" name="Shape 893"/>
          <p:cNvSpPr/>
          <p:nvPr/>
        </p:nvSpPr>
        <p:spPr>
          <a:xfrm>
            <a:off x="6303645" y="4443984"/>
            <a:ext cx="142761" cy="97231"/>
          </a:xfrm>
          <a:prstGeom prst="rect">
            <a:avLst/>
          </a:prstGeom>
          <a:solidFill>
            <a:srgbClr val="268C64"/>
          </a:solidFill>
          <a:ln w="12700">
            <a:solidFill>
              <a:srgbClr val="268C64"/>
            </a:solidFill>
            <a:prstDash val="solid"/>
          </a:ln>
        </p:spPr>
      </p:sp>
      <p:sp>
        <p:nvSpPr>
          <p:cNvPr id="896" name="Shape 894"/>
          <p:cNvSpPr/>
          <p:nvPr/>
        </p:nvSpPr>
        <p:spPr>
          <a:xfrm>
            <a:off x="6466522" y="4443984"/>
            <a:ext cx="142761" cy="97231"/>
          </a:xfrm>
          <a:prstGeom prst="rect">
            <a:avLst/>
          </a:prstGeom>
          <a:solidFill>
            <a:srgbClr val="268C64"/>
          </a:solidFill>
          <a:ln w="12700">
            <a:solidFill>
              <a:srgbClr val="268C64"/>
            </a:solidFill>
            <a:prstDash val="solid"/>
          </a:ln>
        </p:spPr>
      </p:sp>
      <p:sp>
        <p:nvSpPr>
          <p:cNvPr id="897" name="Shape 895"/>
          <p:cNvSpPr/>
          <p:nvPr/>
        </p:nvSpPr>
        <p:spPr>
          <a:xfrm>
            <a:off x="6629400" y="4443984"/>
            <a:ext cx="142761" cy="97231"/>
          </a:xfrm>
          <a:prstGeom prst="rect">
            <a:avLst/>
          </a:prstGeom>
          <a:solidFill>
            <a:srgbClr val="268C64"/>
          </a:solidFill>
          <a:ln w="12700">
            <a:solidFill>
              <a:srgbClr val="268C64"/>
            </a:solidFill>
            <a:prstDash val="solid"/>
          </a:ln>
        </p:spPr>
      </p:sp>
      <p:sp>
        <p:nvSpPr>
          <p:cNvPr id="898" name="Shape 896"/>
          <p:cNvSpPr/>
          <p:nvPr/>
        </p:nvSpPr>
        <p:spPr>
          <a:xfrm>
            <a:off x="6792277" y="4443984"/>
            <a:ext cx="142761" cy="97231"/>
          </a:xfrm>
          <a:prstGeom prst="rect">
            <a:avLst/>
          </a:prstGeom>
          <a:solidFill>
            <a:srgbClr val="268C64"/>
          </a:solidFill>
          <a:ln w="12700">
            <a:solidFill>
              <a:srgbClr val="268C64"/>
            </a:solidFill>
            <a:prstDash val="solid"/>
          </a:ln>
        </p:spPr>
      </p:sp>
      <p:sp>
        <p:nvSpPr>
          <p:cNvPr id="899" name="Shape 897"/>
          <p:cNvSpPr/>
          <p:nvPr/>
        </p:nvSpPr>
        <p:spPr>
          <a:xfrm>
            <a:off x="6955155" y="4443984"/>
            <a:ext cx="142761" cy="97231"/>
          </a:xfrm>
          <a:prstGeom prst="rect">
            <a:avLst/>
          </a:prstGeom>
          <a:solidFill>
            <a:srgbClr val="268C64"/>
          </a:solidFill>
          <a:ln w="12700">
            <a:solidFill>
              <a:srgbClr val="268C64"/>
            </a:solidFill>
            <a:prstDash val="solid"/>
          </a:ln>
        </p:spPr>
      </p:sp>
      <p:sp>
        <p:nvSpPr>
          <p:cNvPr id="900" name="Shape 898"/>
          <p:cNvSpPr/>
          <p:nvPr/>
        </p:nvSpPr>
        <p:spPr>
          <a:xfrm>
            <a:off x="7118032" y="4443984"/>
            <a:ext cx="142761" cy="97231"/>
          </a:xfrm>
          <a:prstGeom prst="rect">
            <a:avLst/>
          </a:prstGeom>
          <a:solidFill>
            <a:srgbClr val="268C64"/>
          </a:solidFill>
          <a:ln w="12700">
            <a:solidFill>
              <a:srgbClr val="268C64"/>
            </a:solidFill>
            <a:prstDash val="solid"/>
          </a:ln>
        </p:spPr>
      </p:sp>
      <p:sp>
        <p:nvSpPr>
          <p:cNvPr id="901" name="Shape 899"/>
          <p:cNvSpPr/>
          <p:nvPr/>
        </p:nvSpPr>
        <p:spPr>
          <a:xfrm>
            <a:off x="7280910" y="4443984"/>
            <a:ext cx="142761" cy="97231"/>
          </a:xfrm>
          <a:prstGeom prst="rect">
            <a:avLst/>
          </a:prstGeom>
          <a:solidFill>
            <a:srgbClr val="268C64"/>
          </a:solidFill>
          <a:ln w="12700">
            <a:solidFill>
              <a:srgbClr val="268C64"/>
            </a:solidFill>
            <a:prstDash val="solid"/>
          </a:ln>
        </p:spPr>
      </p:sp>
      <p:sp>
        <p:nvSpPr>
          <p:cNvPr id="902" name="Shape 900"/>
          <p:cNvSpPr/>
          <p:nvPr/>
        </p:nvSpPr>
        <p:spPr>
          <a:xfrm>
            <a:off x="7443788" y="4443984"/>
            <a:ext cx="142761" cy="97231"/>
          </a:xfrm>
          <a:prstGeom prst="rect">
            <a:avLst/>
          </a:prstGeom>
          <a:solidFill>
            <a:srgbClr val="268C64"/>
          </a:solidFill>
          <a:ln w="12700">
            <a:solidFill>
              <a:srgbClr val="268C64"/>
            </a:solidFill>
            <a:prstDash val="solid"/>
          </a:ln>
        </p:spPr>
      </p:sp>
      <p:sp>
        <p:nvSpPr>
          <p:cNvPr id="903" name="Shape 901"/>
          <p:cNvSpPr/>
          <p:nvPr/>
        </p:nvSpPr>
        <p:spPr>
          <a:xfrm>
            <a:off x="7606665" y="4443984"/>
            <a:ext cx="142761" cy="97231"/>
          </a:xfrm>
          <a:prstGeom prst="rect">
            <a:avLst/>
          </a:prstGeom>
          <a:solidFill>
            <a:srgbClr val="4FAA82"/>
          </a:solidFill>
          <a:ln w="12700">
            <a:solidFill>
              <a:srgbClr val="4FAA82"/>
            </a:solidFill>
            <a:prstDash val="solid"/>
          </a:ln>
        </p:spPr>
      </p:sp>
      <p:sp>
        <p:nvSpPr>
          <p:cNvPr id="904" name="Shape 902"/>
          <p:cNvSpPr/>
          <p:nvPr/>
        </p:nvSpPr>
        <p:spPr>
          <a:xfrm>
            <a:off x="7769542" y="4443984"/>
            <a:ext cx="142761" cy="97231"/>
          </a:xfrm>
          <a:prstGeom prst="rect">
            <a:avLst/>
          </a:prstGeom>
          <a:solidFill>
            <a:srgbClr val="4FAA82"/>
          </a:solidFill>
          <a:ln w="12700">
            <a:solidFill>
              <a:srgbClr val="4FAA82"/>
            </a:solidFill>
            <a:prstDash val="solid"/>
          </a:ln>
        </p:spPr>
      </p:sp>
      <p:sp>
        <p:nvSpPr>
          <p:cNvPr id="905" name="Shape 903"/>
          <p:cNvSpPr/>
          <p:nvPr/>
        </p:nvSpPr>
        <p:spPr>
          <a:xfrm>
            <a:off x="7932420" y="4443984"/>
            <a:ext cx="142761" cy="97231"/>
          </a:xfrm>
          <a:prstGeom prst="rect">
            <a:avLst/>
          </a:prstGeom>
          <a:solidFill>
            <a:srgbClr val="4FAA82"/>
          </a:solidFill>
          <a:ln w="12700">
            <a:solidFill>
              <a:srgbClr val="4FAA82"/>
            </a:solidFill>
            <a:prstDash val="solid"/>
          </a:ln>
        </p:spPr>
      </p:sp>
      <p:sp>
        <p:nvSpPr>
          <p:cNvPr id="906" name="Shape 904"/>
          <p:cNvSpPr/>
          <p:nvPr/>
        </p:nvSpPr>
        <p:spPr>
          <a:xfrm>
            <a:off x="8095297" y="4443984"/>
            <a:ext cx="142761" cy="97231"/>
          </a:xfrm>
          <a:prstGeom prst="rect">
            <a:avLst/>
          </a:prstGeom>
          <a:solidFill>
            <a:srgbClr val="7CC4A1"/>
          </a:solidFill>
          <a:ln w="12700">
            <a:solidFill>
              <a:srgbClr val="7CC4A1"/>
            </a:solidFill>
            <a:prstDash val="solid"/>
          </a:ln>
        </p:spPr>
      </p:sp>
      <p:sp>
        <p:nvSpPr>
          <p:cNvPr id="907" name="Shape 905"/>
          <p:cNvSpPr/>
          <p:nvPr/>
        </p:nvSpPr>
        <p:spPr>
          <a:xfrm>
            <a:off x="8258175" y="4443984"/>
            <a:ext cx="142761" cy="97231"/>
          </a:xfrm>
          <a:prstGeom prst="rect">
            <a:avLst/>
          </a:prstGeom>
          <a:solidFill>
            <a:srgbClr val="4FAA82"/>
          </a:solidFill>
          <a:ln w="12700">
            <a:solidFill>
              <a:srgbClr val="4FAA82"/>
            </a:solidFill>
            <a:prstDash val="solid"/>
          </a:ln>
        </p:spPr>
      </p:sp>
      <p:sp>
        <p:nvSpPr>
          <p:cNvPr id="908" name="Shape 906"/>
          <p:cNvSpPr/>
          <p:nvPr/>
        </p:nvSpPr>
        <p:spPr>
          <a:xfrm>
            <a:off x="8421053" y="4443984"/>
            <a:ext cx="142761" cy="97231"/>
          </a:xfrm>
          <a:prstGeom prst="rect">
            <a:avLst/>
          </a:prstGeom>
          <a:solidFill>
            <a:srgbClr val="7CC4A1"/>
          </a:solidFill>
          <a:ln w="12700">
            <a:solidFill>
              <a:srgbClr val="7CC4A1"/>
            </a:solidFill>
            <a:prstDash val="solid"/>
          </a:ln>
        </p:spPr>
      </p:sp>
      <p:sp>
        <p:nvSpPr>
          <p:cNvPr id="909" name="Shape 907"/>
          <p:cNvSpPr/>
          <p:nvPr/>
        </p:nvSpPr>
        <p:spPr>
          <a:xfrm>
            <a:off x="8583930" y="4443984"/>
            <a:ext cx="142761" cy="97231"/>
          </a:xfrm>
          <a:prstGeom prst="rect">
            <a:avLst/>
          </a:prstGeom>
          <a:solidFill>
            <a:srgbClr val="7CC4A1"/>
          </a:solidFill>
          <a:ln w="12700">
            <a:solidFill>
              <a:srgbClr val="7CC4A1"/>
            </a:solidFill>
            <a:prstDash val="solid"/>
          </a:ln>
        </p:spPr>
      </p:sp>
      <p:sp>
        <p:nvSpPr>
          <p:cNvPr id="910" name="Shape 908"/>
          <p:cNvSpPr/>
          <p:nvPr/>
        </p:nvSpPr>
        <p:spPr>
          <a:xfrm>
            <a:off x="8746807" y="4443984"/>
            <a:ext cx="142761" cy="97231"/>
          </a:xfrm>
          <a:prstGeom prst="rect">
            <a:avLst/>
          </a:prstGeom>
          <a:solidFill>
            <a:srgbClr val="7CC4A1"/>
          </a:solidFill>
          <a:ln w="12700">
            <a:solidFill>
              <a:srgbClr val="7CC4A1"/>
            </a:solidFill>
            <a:prstDash val="solid"/>
          </a:ln>
        </p:spPr>
      </p:sp>
      <p:sp>
        <p:nvSpPr>
          <p:cNvPr id="911" name="Shape 909"/>
          <p:cNvSpPr/>
          <p:nvPr/>
        </p:nvSpPr>
        <p:spPr>
          <a:xfrm>
            <a:off x="8909685" y="4443984"/>
            <a:ext cx="142761" cy="97231"/>
          </a:xfrm>
          <a:prstGeom prst="rect">
            <a:avLst/>
          </a:prstGeom>
          <a:solidFill>
            <a:srgbClr val="4FAA82"/>
          </a:solidFill>
          <a:ln w="12700">
            <a:solidFill>
              <a:srgbClr val="4FAA82"/>
            </a:solidFill>
            <a:prstDash val="solid"/>
          </a:ln>
        </p:spPr>
      </p:sp>
      <p:sp>
        <p:nvSpPr>
          <p:cNvPr id="912" name="Shape 910"/>
          <p:cNvSpPr/>
          <p:nvPr/>
        </p:nvSpPr>
        <p:spPr>
          <a:xfrm>
            <a:off x="9072563" y="4443984"/>
            <a:ext cx="142761" cy="97231"/>
          </a:xfrm>
          <a:prstGeom prst="rect">
            <a:avLst/>
          </a:prstGeom>
          <a:solidFill>
            <a:srgbClr val="7CC4A1"/>
          </a:solidFill>
          <a:ln w="12700">
            <a:solidFill>
              <a:srgbClr val="7CC4A1"/>
            </a:solidFill>
            <a:prstDash val="solid"/>
          </a:ln>
        </p:spPr>
      </p:sp>
      <p:sp>
        <p:nvSpPr>
          <p:cNvPr id="913" name="Shape 911"/>
          <p:cNvSpPr/>
          <p:nvPr/>
        </p:nvSpPr>
        <p:spPr>
          <a:xfrm>
            <a:off x="1417320" y="4561332"/>
            <a:ext cx="142761" cy="97231"/>
          </a:xfrm>
          <a:prstGeom prst="rect">
            <a:avLst/>
          </a:prstGeom>
          <a:solidFill>
            <a:srgbClr val="7CC4A1"/>
          </a:solidFill>
          <a:ln w="12700">
            <a:solidFill>
              <a:srgbClr val="7CC4A1"/>
            </a:solidFill>
            <a:prstDash val="solid"/>
          </a:ln>
        </p:spPr>
      </p:sp>
      <p:sp>
        <p:nvSpPr>
          <p:cNvPr id="914" name="Shape 912"/>
          <p:cNvSpPr/>
          <p:nvPr/>
        </p:nvSpPr>
        <p:spPr>
          <a:xfrm>
            <a:off x="1580198" y="4561332"/>
            <a:ext cx="142761" cy="97231"/>
          </a:xfrm>
          <a:prstGeom prst="rect">
            <a:avLst/>
          </a:prstGeom>
          <a:solidFill>
            <a:srgbClr val="4FAA82"/>
          </a:solidFill>
          <a:ln w="12700">
            <a:solidFill>
              <a:srgbClr val="4FAA82"/>
            </a:solidFill>
            <a:prstDash val="solid"/>
          </a:ln>
        </p:spPr>
      </p:sp>
      <p:sp>
        <p:nvSpPr>
          <p:cNvPr id="915" name="Shape 913"/>
          <p:cNvSpPr/>
          <p:nvPr/>
        </p:nvSpPr>
        <p:spPr>
          <a:xfrm>
            <a:off x="1743075" y="4561332"/>
            <a:ext cx="142761" cy="97231"/>
          </a:xfrm>
          <a:prstGeom prst="rect">
            <a:avLst/>
          </a:prstGeom>
          <a:solidFill>
            <a:srgbClr val="7CC4A1"/>
          </a:solidFill>
          <a:ln w="12700">
            <a:solidFill>
              <a:srgbClr val="7CC4A1"/>
            </a:solidFill>
            <a:prstDash val="solid"/>
          </a:ln>
        </p:spPr>
      </p:sp>
      <p:sp>
        <p:nvSpPr>
          <p:cNvPr id="916" name="Shape 914"/>
          <p:cNvSpPr/>
          <p:nvPr/>
        </p:nvSpPr>
        <p:spPr>
          <a:xfrm>
            <a:off x="1905953" y="4561332"/>
            <a:ext cx="142761" cy="97231"/>
          </a:xfrm>
          <a:prstGeom prst="rect">
            <a:avLst/>
          </a:prstGeom>
          <a:solidFill>
            <a:srgbClr val="7CC4A1"/>
          </a:solidFill>
          <a:ln w="12700">
            <a:solidFill>
              <a:srgbClr val="7CC4A1"/>
            </a:solidFill>
            <a:prstDash val="solid"/>
          </a:ln>
        </p:spPr>
      </p:sp>
      <p:sp>
        <p:nvSpPr>
          <p:cNvPr id="917" name="Shape 915"/>
          <p:cNvSpPr/>
          <p:nvPr/>
        </p:nvSpPr>
        <p:spPr>
          <a:xfrm>
            <a:off x="2068830" y="4561332"/>
            <a:ext cx="142761" cy="97231"/>
          </a:xfrm>
          <a:prstGeom prst="rect">
            <a:avLst/>
          </a:prstGeom>
          <a:solidFill>
            <a:srgbClr val="7CC4A1"/>
          </a:solidFill>
          <a:ln w="12700">
            <a:solidFill>
              <a:srgbClr val="7CC4A1"/>
            </a:solidFill>
            <a:prstDash val="solid"/>
          </a:ln>
        </p:spPr>
      </p:sp>
      <p:sp>
        <p:nvSpPr>
          <p:cNvPr id="918" name="Shape 916"/>
          <p:cNvSpPr/>
          <p:nvPr/>
        </p:nvSpPr>
        <p:spPr>
          <a:xfrm>
            <a:off x="2231708" y="4561332"/>
            <a:ext cx="142761" cy="97231"/>
          </a:xfrm>
          <a:prstGeom prst="rect">
            <a:avLst/>
          </a:prstGeom>
          <a:solidFill>
            <a:srgbClr val="7CC4A1"/>
          </a:solidFill>
          <a:ln w="12700">
            <a:solidFill>
              <a:srgbClr val="7CC4A1"/>
            </a:solidFill>
            <a:prstDash val="solid"/>
          </a:ln>
        </p:spPr>
      </p:sp>
      <p:sp>
        <p:nvSpPr>
          <p:cNvPr id="919" name="Shape 917"/>
          <p:cNvSpPr/>
          <p:nvPr/>
        </p:nvSpPr>
        <p:spPr>
          <a:xfrm>
            <a:off x="2394585" y="4561332"/>
            <a:ext cx="142761" cy="97231"/>
          </a:xfrm>
          <a:prstGeom prst="rect">
            <a:avLst/>
          </a:prstGeom>
          <a:solidFill>
            <a:srgbClr val="7CC4A1"/>
          </a:solidFill>
          <a:ln w="12700">
            <a:solidFill>
              <a:srgbClr val="7CC4A1"/>
            </a:solidFill>
            <a:prstDash val="solid"/>
          </a:ln>
        </p:spPr>
      </p:sp>
      <p:sp>
        <p:nvSpPr>
          <p:cNvPr id="920" name="Shape 918"/>
          <p:cNvSpPr/>
          <p:nvPr/>
        </p:nvSpPr>
        <p:spPr>
          <a:xfrm>
            <a:off x="2557463" y="4561332"/>
            <a:ext cx="142761" cy="97231"/>
          </a:xfrm>
          <a:prstGeom prst="rect">
            <a:avLst/>
          </a:prstGeom>
          <a:solidFill>
            <a:srgbClr val="E9EDEB"/>
          </a:solidFill>
          <a:ln w="12700">
            <a:solidFill>
              <a:srgbClr val="E9EDEB"/>
            </a:solidFill>
            <a:prstDash val="solid"/>
          </a:ln>
        </p:spPr>
      </p:sp>
      <p:sp>
        <p:nvSpPr>
          <p:cNvPr id="921" name="Shape 919"/>
          <p:cNvSpPr/>
          <p:nvPr/>
        </p:nvSpPr>
        <p:spPr>
          <a:xfrm>
            <a:off x="2720340" y="4561332"/>
            <a:ext cx="142761" cy="97231"/>
          </a:xfrm>
          <a:prstGeom prst="rect">
            <a:avLst/>
          </a:prstGeom>
          <a:solidFill>
            <a:srgbClr val="E9EDEB"/>
          </a:solidFill>
          <a:ln w="12700">
            <a:solidFill>
              <a:srgbClr val="E9EDEB"/>
            </a:solidFill>
            <a:prstDash val="solid"/>
          </a:ln>
        </p:spPr>
      </p:sp>
      <p:sp>
        <p:nvSpPr>
          <p:cNvPr id="922" name="Shape 920"/>
          <p:cNvSpPr/>
          <p:nvPr/>
        </p:nvSpPr>
        <p:spPr>
          <a:xfrm>
            <a:off x="2883218" y="4561332"/>
            <a:ext cx="142761" cy="97231"/>
          </a:xfrm>
          <a:prstGeom prst="rect">
            <a:avLst/>
          </a:prstGeom>
          <a:solidFill>
            <a:srgbClr val="E9EDEB"/>
          </a:solidFill>
          <a:ln w="12700">
            <a:solidFill>
              <a:srgbClr val="E9EDEB"/>
            </a:solidFill>
            <a:prstDash val="solid"/>
          </a:ln>
        </p:spPr>
      </p:sp>
      <p:sp>
        <p:nvSpPr>
          <p:cNvPr id="923" name="Shape 921"/>
          <p:cNvSpPr/>
          <p:nvPr/>
        </p:nvSpPr>
        <p:spPr>
          <a:xfrm>
            <a:off x="3046095" y="4561332"/>
            <a:ext cx="142761" cy="97231"/>
          </a:xfrm>
          <a:prstGeom prst="rect">
            <a:avLst/>
          </a:prstGeom>
          <a:solidFill>
            <a:srgbClr val="E9EDEB"/>
          </a:solidFill>
          <a:ln w="12700">
            <a:solidFill>
              <a:srgbClr val="E9EDEB"/>
            </a:solidFill>
            <a:prstDash val="solid"/>
          </a:ln>
        </p:spPr>
      </p:sp>
      <p:sp>
        <p:nvSpPr>
          <p:cNvPr id="924" name="Shape 922"/>
          <p:cNvSpPr/>
          <p:nvPr/>
        </p:nvSpPr>
        <p:spPr>
          <a:xfrm>
            <a:off x="3208972" y="4561332"/>
            <a:ext cx="142761" cy="97231"/>
          </a:xfrm>
          <a:prstGeom prst="rect">
            <a:avLst/>
          </a:prstGeom>
          <a:solidFill>
            <a:srgbClr val="7CC4A1"/>
          </a:solidFill>
          <a:ln w="12700">
            <a:solidFill>
              <a:srgbClr val="7CC4A1"/>
            </a:solidFill>
            <a:prstDash val="solid"/>
          </a:ln>
        </p:spPr>
      </p:sp>
      <p:sp>
        <p:nvSpPr>
          <p:cNvPr id="925" name="Shape 923"/>
          <p:cNvSpPr/>
          <p:nvPr/>
        </p:nvSpPr>
        <p:spPr>
          <a:xfrm>
            <a:off x="3371850" y="4561332"/>
            <a:ext cx="142761" cy="97231"/>
          </a:xfrm>
          <a:prstGeom prst="rect">
            <a:avLst/>
          </a:prstGeom>
          <a:solidFill>
            <a:srgbClr val="4FAA82"/>
          </a:solidFill>
          <a:ln w="12700">
            <a:solidFill>
              <a:srgbClr val="4FAA82"/>
            </a:solidFill>
            <a:prstDash val="solid"/>
          </a:ln>
        </p:spPr>
      </p:sp>
      <p:sp>
        <p:nvSpPr>
          <p:cNvPr id="926" name="Shape 924"/>
          <p:cNvSpPr/>
          <p:nvPr/>
        </p:nvSpPr>
        <p:spPr>
          <a:xfrm>
            <a:off x="3534727" y="4561332"/>
            <a:ext cx="142761" cy="97231"/>
          </a:xfrm>
          <a:prstGeom prst="rect">
            <a:avLst/>
          </a:prstGeom>
          <a:solidFill>
            <a:srgbClr val="4FAA82"/>
          </a:solidFill>
          <a:ln w="12700">
            <a:solidFill>
              <a:srgbClr val="4FAA82"/>
            </a:solidFill>
            <a:prstDash val="solid"/>
          </a:ln>
        </p:spPr>
      </p:sp>
      <p:sp>
        <p:nvSpPr>
          <p:cNvPr id="927" name="Shape 925"/>
          <p:cNvSpPr/>
          <p:nvPr/>
        </p:nvSpPr>
        <p:spPr>
          <a:xfrm>
            <a:off x="3697605" y="4561332"/>
            <a:ext cx="142761" cy="97231"/>
          </a:xfrm>
          <a:prstGeom prst="rect">
            <a:avLst/>
          </a:prstGeom>
          <a:solidFill>
            <a:srgbClr val="4FAA82"/>
          </a:solidFill>
          <a:ln w="12700">
            <a:solidFill>
              <a:srgbClr val="4FAA82"/>
            </a:solidFill>
            <a:prstDash val="solid"/>
          </a:ln>
        </p:spPr>
      </p:sp>
      <p:sp>
        <p:nvSpPr>
          <p:cNvPr id="928" name="Shape 926"/>
          <p:cNvSpPr/>
          <p:nvPr/>
        </p:nvSpPr>
        <p:spPr>
          <a:xfrm>
            <a:off x="3860483" y="4561332"/>
            <a:ext cx="142761" cy="97231"/>
          </a:xfrm>
          <a:prstGeom prst="rect">
            <a:avLst/>
          </a:prstGeom>
          <a:solidFill>
            <a:srgbClr val="4FAA82"/>
          </a:solidFill>
          <a:ln w="12700">
            <a:solidFill>
              <a:srgbClr val="4FAA82"/>
            </a:solidFill>
            <a:prstDash val="solid"/>
          </a:ln>
        </p:spPr>
      </p:sp>
      <p:sp>
        <p:nvSpPr>
          <p:cNvPr id="929" name="Shape 927"/>
          <p:cNvSpPr/>
          <p:nvPr/>
        </p:nvSpPr>
        <p:spPr>
          <a:xfrm>
            <a:off x="4023360" y="4561332"/>
            <a:ext cx="142761" cy="97231"/>
          </a:xfrm>
          <a:prstGeom prst="rect">
            <a:avLst/>
          </a:prstGeom>
          <a:solidFill>
            <a:srgbClr val="4FAA82"/>
          </a:solidFill>
          <a:ln w="12700">
            <a:solidFill>
              <a:srgbClr val="4FAA82"/>
            </a:solidFill>
            <a:prstDash val="solid"/>
          </a:ln>
        </p:spPr>
      </p:sp>
      <p:sp>
        <p:nvSpPr>
          <p:cNvPr id="930" name="Shape 928"/>
          <p:cNvSpPr/>
          <p:nvPr/>
        </p:nvSpPr>
        <p:spPr>
          <a:xfrm>
            <a:off x="4186238" y="4561332"/>
            <a:ext cx="142761" cy="97231"/>
          </a:xfrm>
          <a:prstGeom prst="rect">
            <a:avLst/>
          </a:prstGeom>
          <a:solidFill>
            <a:srgbClr val="4FAA82"/>
          </a:solidFill>
          <a:ln w="12700">
            <a:solidFill>
              <a:srgbClr val="4FAA82"/>
            </a:solidFill>
            <a:prstDash val="solid"/>
          </a:ln>
        </p:spPr>
      </p:sp>
      <p:sp>
        <p:nvSpPr>
          <p:cNvPr id="931" name="Shape 929"/>
          <p:cNvSpPr/>
          <p:nvPr/>
        </p:nvSpPr>
        <p:spPr>
          <a:xfrm>
            <a:off x="4349115" y="4561332"/>
            <a:ext cx="142761" cy="97231"/>
          </a:xfrm>
          <a:prstGeom prst="rect">
            <a:avLst/>
          </a:prstGeom>
          <a:solidFill>
            <a:srgbClr val="4FAA82"/>
          </a:solidFill>
          <a:ln w="12700">
            <a:solidFill>
              <a:srgbClr val="4FAA82"/>
            </a:solidFill>
            <a:prstDash val="solid"/>
          </a:ln>
        </p:spPr>
      </p:sp>
      <p:sp>
        <p:nvSpPr>
          <p:cNvPr id="932" name="Shape 930"/>
          <p:cNvSpPr/>
          <p:nvPr/>
        </p:nvSpPr>
        <p:spPr>
          <a:xfrm>
            <a:off x="4511992" y="4561332"/>
            <a:ext cx="142761" cy="97231"/>
          </a:xfrm>
          <a:prstGeom prst="rect">
            <a:avLst/>
          </a:prstGeom>
          <a:solidFill>
            <a:srgbClr val="4FAA82"/>
          </a:solidFill>
          <a:ln w="12700">
            <a:solidFill>
              <a:srgbClr val="4FAA82"/>
            </a:solidFill>
            <a:prstDash val="solid"/>
          </a:ln>
        </p:spPr>
      </p:sp>
      <p:sp>
        <p:nvSpPr>
          <p:cNvPr id="933" name="Shape 931"/>
          <p:cNvSpPr/>
          <p:nvPr/>
        </p:nvSpPr>
        <p:spPr>
          <a:xfrm>
            <a:off x="4674870" y="4561332"/>
            <a:ext cx="142761" cy="97231"/>
          </a:xfrm>
          <a:prstGeom prst="rect">
            <a:avLst/>
          </a:prstGeom>
          <a:solidFill>
            <a:srgbClr val="4FAA82"/>
          </a:solidFill>
          <a:ln w="12700">
            <a:solidFill>
              <a:srgbClr val="4FAA82"/>
            </a:solidFill>
            <a:prstDash val="solid"/>
          </a:ln>
        </p:spPr>
      </p:sp>
      <p:sp>
        <p:nvSpPr>
          <p:cNvPr id="934" name="Shape 932"/>
          <p:cNvSpPr/>
          <p:nvPr/>
        </p:nvSpPr>
        <p:spPr>
          <a:xfrm>
            <a:off x="4837747" y="4561332"/>
            <a:ext cx="142761" cy="97231"/>
          </a:xfrm>
          <a:prstGeom prst="rect">
            <a:avLst/>
          </a:prstGeom>
          <a:solidFill>
            <a:srgbClr val="4FAA82"/>
          </a:solidFill>
          <a:ln w="12700">
            <a:solidFill>
              <a:srgbClr val="4FAA82"/>
            </a:solidFill>
            <a:prstDash val="solid"/>
          </a:ln>
        </p:spPr>
      </p:sp>
      <p:sp>
        <p:nvSpPr>
          <p:cNvPr id="935" name="Shape 933"/>
          <p:cNvSpPr/>
          <p:nvPr/>
        </p:nvSpPr>
        <p:spPr>
          <a:xfrm>
            <a:off x="5000625" y="4561332"/>
            <a:ext cx="142761" cy="97231"/>
          </a:xfrm>
          <a:prstGeom prst="rect">
            <a:avLst/>
          </a:prstGeom>
          <a:solidFill>
            <a:srgbClr val="4FAA82"/>
          </a:solidFill>
          <a:ln w="12700">
            <a:solidFill>
              <a:srgbClr val="4FAA82"/>
            </a:solidFill>
            <a:prstDash val="solid"/>
          </a:ln>
        </p:spPr>
      </p:sp>
      <p:sp>
        <p:nvSpPr>
          <p:cNvPr id="936" name="Shape 934"/>
          <p:cNvSpPr/>
          <p:nvPr/>
        </p:nvSpPr>
        <p:spPr>
          <a:xfrm>
            <a:off x="5163503" y="4561332"/>
            <a:ext cx="142761" cy="97231"/>
          </a:xfrm>
          <a:prstGeom prst="rect">
            <a:avLst/>
          </a:prstGeom>
          <a:solidFill>
            <a:srgbClr val="4FAA82"/>
          </a:solidFill>
          <a:ln w="12700">
            <a:solidFill>
              <a:srgbClr val="4FAA82"/>
            </a:solidFill>
            <a:prstDash val="solid"/>
          </a:ln>
        </p:spPr>
      </p:sp>
      <p:sp>
        <p:nvSpPr>
          <p:cNvPr id="937" name="Shape 935"/>
          <p:cNvSpPr/>
          <p:nvPr/>
        </p:nvSpPr>
        <p:spPr>
          <a:xfrm>
            <a:off x="5326380" y="4561332"/>
            <a:ext cx="142761" cy="97231"/>
          </a:xfrm>
          <a:prstGeom prst="rect">
            <a:avLst/>
          </a:prstGeom>
          <a:solidFill>
            <a:srgbClr val="4FAA82"/>
          </a:solidFill>
          <a:ln w="12700">
            <a:solidFill>
              <a:srgbClr val="4FAA82"/>
            </a:solidFill>
            <a:prstDash val="solid"/>
          </a:ln>
        </p:spPr>
      </p:sp>
      <p:sp>
        <p:nvSpPr>
          <p:cNvPr id="938" name="Shape 936"/>
          <p:cNvSpPr/>
          <p:nvPr/>
        </p:nvSpPr>
        <p:spPr>
          <a:xfrm>
            <a:off x="5489257" y="4561332"/>
            <a:ext cx="142761" cy="97231"/>
          </a:xfrm>
          <a:prstGeom prst="rect">
            <a:avLst/>
          </a:prstGeom>
          <a:solidFill>
            <a:srgbClr val="4FAA82"/>
          </a:solidFill>
          <a:ln w="12700">
            <a:solidFill>
              <a:srgbClr val="4FAA82"/>
            </a:solidFill>
            <a:prstDash val="solid"/>
          </a:ln>
        </p:spPr>
      </p:sp>
      <p:sp>
        <p:nvSpPr>
          <p:cNvPr id="939" name="Shape 937"/>
          <p:cNvSpPr/>
          <p:nvPr/>
        </p:nvSpPr>
        <p:spPr>
          <a:xfrm>
            <a:off x="5652135" y="4561332"/>
            <a:ext cx="142761" cy="97231"/>
          </a:xfrm>
          <a:prstGeom prst="rect">
            <a:avLst/>
          </a:prstGeom>
          <a:solidFill>
            <a:srgbClr val="4FAA82"/>
          </a:solidFill>
          <a:ln w="12700">
            <a:solidFill>
              <a:srgbClr val="4FAA82"/>
            </a:solidFill>
            <a:prstDash val="solid"/>
          </a:ln>
        </p:spPr>
      </p:sp>
      <p:sp>
        <p:nvSpPr>
          <p:cNvPr id="940" name="Shape 938"/>
          <p:cNvSpPr/>
          <p:nvPr/>
        </p:nvSpPr>
        <p:spPr>
          <a:xfrm>
            <a:off x="5815012" y="4561332"/>
            <a:ext cx="142761" cy="97231"/>
          </a:xfrm>
          <a:prstGeom prst="rect">
            <a:avLst/>
          </a:prstGeom>
          <a:solidFill>
            <a:srgbClr val="7CC4A1"/>
          </a:solidFill>
          <a:ln w="12700">
            <a:solidFill>
              <a:srgbClr val="7CC4A1"/>
            </a:solidFill>
            <a:prstDash val="solid"/>
          </a:ln>
        </p:spPr>
      </p:sp>
      <p:sp>
        <p:nvSpPr>
          <p:cNvPr id="941" name="Shape 939"/>
          <p:cNvSpPr/>
          <p:nvPr/>
        </p:nvSpPr>
        <p:spPr>
          <a:xfrm>
            <a:off x="5977890" y="4561332"/>
            <a:ext cx="142761" cy="97231"/>
          </a:xfrm>
          <a:prstGeom prst="rect">
            <a:avLst/>
          </a:prstGeom>
          <a:solidFill>
            <a:srgbClr val="7CC4A1"/>
          </a:solidFill>
          <a:ln w="12700">
            <a:solidFill>
              <a:srgbClr val="7CC4A1"/>
            </a:solidFill>
            <a:prstDash val="solid"/>
          </a:ln>
        </p:spPr>
      </p:sp>
      <p:sp>
        <p:nvSpPr>
          <p:cNvPr id="942" name="Shape 940"/>
          <p:cNvSpPr/>
          <p:nvPr/>
        </p:nvSpPr>
        <p:spPr>
          <a:xfrm>
            <a:off x="6140767" y="4561332"/>
            <a:ext cx="142761" cy="97231"/>
          </a:xfrm>
          <a:prstGeom prst="rect">
            <a:avLst/>
          </a:prstGeom>
          <a:solidFill>
            <a:srgbClr val="7CC4A1"/>
          </a:solidFill>
          <a:ln w="12700">
            <a:solidFill>
              <a:srgbClr val="7CC4A1"/>
            </a:solidFill>
            <a:prstDash val="solid"/>
          </a:ln>
        </p:spPr>
      </p:sp>
      <p:sp>
        <p:nvSpPr>
          <p:cNvPr id="943" name="Shape 941"/>
          <p:cNvSpPr/>
          <p:nvPr/>
        </p:nvSpPr>
        <p:spPr>
          <a:xfrm>
            <a:off x="6303645" y="4561332"/>
            <a:ext cx="142761" cy="97231"/>
          </a:xfrm>
          <a:prstGeom prst="rect">
            <a:avLst/>
          </a:prstGeom>
          <a:solidFill>
            <a:srgbClr val="E9EDEB"/>
          </a:solidFill>
          <a:ln w="12700">
            <a:solidFill>
              <a:srgbClr val="E9EDEB"/>
            </a:solidFill>
            <a:prstDash val="solid"/>
          </a:ln>
        </p:spPr>
      </p:sp>
      <p:sp>
        <p:nvSpPr>
          <p:cNvPr id="944" name="Shape 942"/>
          <p:cNvSpPr/>
          <p:nvPr/>
        </p:nvSpPr>
        <p:spPr>
          <a:xfrm>
            <a:off x="6466522" y="4561332"/>
            <a:ext cx="142761" cy="97231"/>
          </a:xfrm>
          <a:prstGeom prst="rect">
            <a:avLst/>
          </a:prstGeom>
          <a:solidFill>
            <a:srgbClr val="7CC4A1"/>
          </a:solidFill>
          <a:ln w="12700">
            <a:solidFill>
              <a:srgbClr val="7CC4A1"/>
            </a:solidFill>
            <a:prstDash val="solid"/>
          </a:ln>
        </p:spPr>
      </p:sp>
      <p:sp>
        <p:nvSpPr>
          <p:cNvPr id="945" name="Shape 943"/>
          <p:cNvSpPr/>
          <p:nvPr/>
        </p:nvSpPr>
        <p:spPr>
          <a:xfrm>
            <a:off x="6629400" y="4561332"/>
            <a:ext cx="142761" cy="97231"/>
          </a:xfrm>
          <a:prstGeom prst="rect">
            <a:avLst/>
          </a:prstGeom>
          <a:solidFill>
            <a:srgbClr val="7CC4A1"/>
          </a:solidFill>
          <a:ln w="12700">
            <a:solidFill>
              <a:srgbClr val="7CC4A1"/>
            </a:solidFill>
            <a:prstDash val="solid"/>
          </a:ln>
        </p:spPr>
      </p:sp>
      <p:sp>
        <p:nvSpPr>
          <p:cNvPr id="946" name="Shape 944"/>
          <p:cNvSpPr/>
          <p:nvPr/>
        </p:nvSpPr>
        <p:spPr>
          <a:xfrm>
            <a:off x="6792277" y="4561332"/>
            <a:ext cx="142761" cy="97231"/>
          </a:xfrm>
          <a:prstGeom prst="rect">
            <a:avLst/>
          </a:prstGeom>
          <a:solidFill>
            <a:srgbClr val="E9EDEB"/>
          </a:solidFill>
          <a:ln w="12700">
            <a:solidFill>
              <a:srgbClr val="E9EDEB"/>
            </a:solidFill>
            <a:prstDash val="solid"/>
          </a:ln>
        </p:spPr>
      </p:sp>
      <p:sp>
        <p:nvSpPr>
          <p:cNvPr id="947" name="Shape 945"/>
          <p:cNvSpPr/>
          <p:nvPr/>
        </p:nvSpPr>
        <p:spPr>
          <a:xfrm>
            <a:off x="6955155" y="4561332"/>
            <a:ext cx="142761" cy="97231"/>
          </a:xfrm>
          <a:prstGeom prst="rect">
            <a:avLst/>
          </a:prstGeom>
          <a:solidFill>
            <a:srgbClr val="E9EDEB"/>
          </a:solidFill>
          <a:ln w="12700">
            <a:solidFill>
              <a:srgbClr val="E9EDEB"/>
            </a:solidFill>
            <a:prstDash val="solid"/>
          </a:ln>
        </p:spPr>
      </p:sp>
      <p:sp>
        <p:nvSpPr>
          <p:cNvPr id="948" name="Shape 946"/>
          <p:cNvSpPr/>
          <p:nvPr/>
        </p:nvSpPr>
        <p:spPr>
          <a:xfrm>
            <a:off x="7118032" y="4561332"/>
            <a:ext cx="142761" cy="97231"/>
          </a:xfrm>
          <a:prstGeom prst="rect">
            <a:avLst/>
          </a:prstGeom>
          <a:solidFill>
            <a:srgbClr val="E9EDEB"/>
          </a:solidFill>
          <a:ln w="12700">
            <a:solidFill>
              <a:srgbClr val="E9EDEB"/>
            </a:solidFill>
            <a:prstDash val="solid"/>
          </a:ln>
        </p:spPr>
      </p:sp>
      <p:sp>
        <p:nvSpPr>
          <p:cNvPr id="949" name="Shape 947"/>
          <p:cNvSpPr/>
          <p:nvPr/>
        </p:nvSpPr>
        <p:spPr>
          <a:xfrm>
            <a:off x="7280910" y="4561332"/>
            <a:ext cx="142761" cy="97231"/>
          </a:xfrm>
          <a:prstGeom prst="rect">
            <a:avLst/>
          </a:prstGeom>
          <a:solidFill>
            <a:srgbClr val="E9EDEB"/>
          </a:solidFill>
          <a:ln w="12700">
            <a:solidFill>
              <a:srgbClr val="E9EDEB"/>
            </a:solidFill>
            <a:prstDash val="solid"/>
          </a:ln>
        </p:spPr>
      </p:sp>
      <p:sp>
        <p:nvSpPr>
          <p:cNvPr id="950" name="Shape 948"/>
          <p:cNvSpPr/>
          <p:nvPr/>
        </p:nvSpPr>
        <p:spPr>
          <a:xfrm>
            <a:off x="7443788" y="4561332"/>
            <a:ext cx="142761" cy="97231"/>
          </a:xfrm>
          <a:prstGeom prst="rect">
            <a:avLst/>
          </a:prstGeom>
          <a:solidFill>
            <a:srgbClr val="E9EDEB"/>
          </a:solidFill>
          <a:ln w="12700">
            <a:solidFill>
              <a:srgbClr val="E9EDEB"/>
            </a:solidFill>
            <a:prstDash val="solid"/>
          </a:ln>
        </p:spPr>
      </p:sp>
      <p:sp>
        <p:nvSpPr>
          <p:cNvPr id="951" name="Shape 949"/>
          <p:cNvSpPr/>
          <p:nvPr/>
        </p:nvSpPr>
        <p:spPr>
          <a:xfrm>
            <a:off x="7606665" y="4561332"/>
            <a:ext cx="142761" cy="97231"/>
          </a:xfrm>
          <a:prstGeom prst="rect">
            <a:avLst/>
          </a:prstGeom>
          <a:solidFill>
            <a:srgbClr val="E9EDEB"/>
          </a:solidFill>
          <a:ln w="12700">
            <a:solidFill>
              <a:srgbClr val="E9EDEB"/>
            </a:solidFill>
            <a:prstDash val="solid"/>
          </a:ln>
        </p:spPr>
      </p:sp>
      <p:sp>
        <p:nvSpPr>
          <p:cNvPr id="952" name="Shape 950"/>
          <p:cNvSpPr/>
          <p:nvPr/>
        </p:nvSpPr>
        <p:spPr>
          <a:xfrm>
            <a:off x="7769542" y="4561332"/>
            <a:ext cx="142761" cy="97231"/>
          </a:xfrm>
          <a:prstGeom prst="rect">
            <a:avLst/>
          </a:prstGeom>
          <a:solidFill>
            <a:srgbClr val="E9EDEB"/>
          </a:solidFill>
          <a:ln w="12700">
            <a:solidFill>
              <a:srgbClr val="E9EDEB"/>
            </a:solidFill>
            <a:prstDash val="solid"/>
          </a:ln>
        </p:spPr>
      </p:sp>
      <p:sp>
        <p:nvSpPr>
          <p:cNvPr id="953" name="Shape 951"/>
          <p:cNvSpPr/>
          <p:nvPr/>
        </p:nvSpPr>
        <p:spPr>
          <a:xfrm>
            <a:off x="7932420" y="4561332"/>
            <a:ext cx="142761" cy="97231"/>
          </a:xfrm>
          <a:prstGeom prst="rect">
            <a:avLst/>
          </a:prstGeom>
          <a:solidFill>
            <a:srgbClr val="E9EDEB"/>
          </a:solidFill>
          <a:ln w="12700">
            <a:solidFill>
              <a:srgbClr val="E9EDEB"/>
            </a:solidFill>
            <a:prstDash val="solid"/>
          </a:ln>
        </p:spPr>
      </p:sp>
      <p:sp>
        <p:nvSpPr>
          <p:cNvPr id="954" name="Shape 952"/>
          <p:cNvSpPr/>
          <p:nvPr/>
        </p:nvSpPr>
        <p:spPr>
          <a:xfrm>
            <a:off x="8095297" y="4561332"/>
            <a:ext cx="142761" cy="97231"/>
          </a:xfrm>
          <a:prstGeom prst="rect">
            <a:avLst/>
          </a:prstGeom>
          <a:solidFill>
            <a:srgbClr val="E9EDEB"/>
          </a:solidFill>
          <a:ln w="12700">
            <a:solidFill>
              <a:srgbClr val="E9EDEB"/>
            </a:solidFill>
            <a:prstDash val="solid"/>
          </a:ln>
        </p:spPr>
      </p:sp>
      <p:sp>
        <p:nvSpPr>
          <p:cNvPr id="955" name="Shape 953"/>
          <p:cNvSpPr/>
          <p:nvPr/>
        </p:nvSpPr>
        <p:spPr>
          <a:xfrm>
            <a:off x="8258175" y="4561332"/>
            <a:ext cx="142761" cy="97231"/>
          </a:xfrm>
          <a:prstGeom prst="rect">
            <a:avLst/>
          </a:prstGeom>
          <a:solidFill>
            <a:srgbClr val="E9EDEB"/>
          </a:solidFill>
          <a:ln w="12700">
            <a:solidFill>
              <a:srgbClr val="E9EDEB"/>
            </a:solidFill>
            <a:prstDash val="solid"/>
          </a:ln>
        </p:spPr>
      </p:sp>
      <p:sp>
        <p:nvSpPr>
          <p:cNvPr id="956" name="Shape 954"/>
          <p:cNvSpPr/>
          <p:nvPr/>
        </p:nvSpPr>
        <p:spPr>
          <a:xfrm>
            <a:off x="8421053" y="4561332"/>
            <a:ext cx="142761" cy="97231"/>
          </a:xfrm>
          <a:prstGeom prst="rect">
            <a:avLst/>
          </a:prstGeom>
          <a:solidFill>
            <a:srgbClr val="E9EDEB"/>
          </a:solidFill>
          <a:ln w="12700">
            <a:solidFill>
              <a:srgbClr val="E9EDEB"/>
            </a:solidFill>
            <a:prstDash val="solid"/>
          </a:ln>
        </p:spPr>
      </p:sp>
      <p:sp>
        <p:nvSpPr>
          <p:cNvPr id="957" name="Shape 955"/>
          <p:cNvSpPr/>
          <p:nvPr/>
        </p:nvSpPr>
        <p:spPr>
          <a:xfrm>
            <a:off x="8583930" y="4561332"/>
            <a:ext cx="142761" cy="97231"/>
          </a:xfrm>
          <a:prstGeom prst="rect">
            <a:avLst/>
          </a:prstGeom>
          <a:solidFill>
            <a:srgbClr val="E9EDEB"/>
          </a:solidFill>
          <a:ln w="12700">
            <a:solidFill>
              <a:srgbClr val="E9EDEB"/>
            </a:solidFill>
            <a:prstDash val="solid"/>
          </a:ln>
        </p:spPr>
      </p:sp>
      <p:sp>
        <p:nvSpPr>
          <p:cNvPr id="958" name="Shape 956"/>
          <p:cNvSpPr/>
          <p:nvPr/>
        </p:nvSpPr>
        <p:spPr>
          <a:xfrm>
            <a:off x="8746807" y="4561332"/>
            <a:ext cx="142761" cy="97231"/>
          </a:xfrm>
          <a:prstGeom prst="rect">
            <a:avLst/>
          </a:prstGeom>
          <a:solidFill>
            <a:srgbClr val="E9EDEB"/>
          </a:solidFill>
          <a:ln w="12700">
            <a:solidFill>
              <a:srgbClr val="E9EDEB"/>
            </a:solidFill>
            <a:prstDash val="solid"/>
          </a:ln>
        </p:spPr>
      </p:sp>
      <p:sp>
        <p:nvSpPr>
          <p:cNvPr id="959" name="Shape 957"/>
          <p:cNvSpPr/>
          <p:nvPr/>
        </p:nvSpPr>
        <p:spPr>
          <a:xfrm>
            <a:off x="8909685" y="4561332"/>
            <a:ext cx="142761" cy="97231"/>
          </a:xfrm>
          <a:prstGeom prst="rect">
            <a:avLst/>
          </a:prstGeom>
          <a:solidFill>
            <a:srgbClr val="E9EDEB"/>
          </a:solidFill>
          <a:ln w="12700">
            <a:solidFill>
              <a:srgbClr val="E9EDEB"/>
            </a:solidFill>
            <a:prstDash val="solid"/>
          </a:ln>
        </p:spPr>
      </p:sp>
      <p:sp>
        <p:nvSpPr>
          <p:cNvPr id="960" name="Shape 958"/>
          <p:cNvSpPr/>
          <p:nvPr/>
        </p:nvSpPr>
        <p:spPr>
          <a:xfrm>
            <a:off x="9072563" y="4561332"/>
            <a:ext cx="142761" cy="97231"/>
          </a:xfrm>
          <a:prstGeom prst="rect">
            <a:avLst/>
          </a:prstGeom>
          <a:solidFill>
            <a:srgbClr val="E9EDEB"/>
          </a:solidFill>
          <a:ln w="12700">
            <a:solidFill>
              <a:srgbClr val="E9EDEB"/>
            </a:solidFill>
            <a:prstDash val="solid"/>
          </a:ln>
        </p:spPr>
      </p:sp>
      <p:sp>
        <p:nvSpPr>
          <p:cNvPr id="961" name="Shape 959"/>
          <p:cNvSpPr/>
          <p:nvPr/>
        </p:nvSpPr>
        <p:spPr>
          <a:xfrm>
            <a:off x="1417320" y="4678680"/>
            <a:ext cx="142761" cy="97231"/>
          </a:xfrm>
          <a:prstGeom prst="rect">
            <a:avLst/>
          </a:prstGeom>
          <a:solidFill>
            <a:srgbClr val="E9EDEB"/>
          </a:solidFill>
          <a:ln w="12700">
            <a:solidFill>
              <a:srgbClr val="E9EDEB"/>
            </a:solidFill>
            <a:prstDash val="solid"/>
          </a:ln>
        </p:spPr>
      </p:sp>
      <p:sp>
        <p:nvSpPr>
          <p:cNvPr id="962" name="Shape 960"/>
          <p:cNvSpPr/>
          <p:nvPr/>
        </p:nvSpPr>
        <p:spPr>
          <a:xfrm>
            <a:off x="1580198" y="4678680"/>
            <a:ext cx="142761" cy="97231"/>
          </a:xfrm>
          <a:prstGeom prst="rect">
            <a:avLst/>
          </a:prstGeom>
          <a:solidFill>
            <a:srgbClr val="E9EDEB"/>
          </a:solidFill>
          <a:ln w="12700">
            <a:solidFill>
              <a:srgbClr val="E9EDEB"/>
            </a:solidFill>
            <a:prstDash val="solid"/>
          </a:ln>
        </p:spPr>
      </p:sp>
      <p:sp>
        <p:nvSpPr>
          <p:cNvPr id="963" name="Shape 961"/>
          <p:cNvSpPr/>
          <p:nvPr/>
        </p:nvSpPr>
        <p:spPr>
          <a:xfrm>
            <a:off x="1743075" y="4678680"/>
            <a:ext cx="142761" cy="97231"/>
          </a:xfrm>
          <a:prstGeom prst="rect">
            <a:avLst/>
          </a:prstGeom>
          <a:solidFill>
            <a:srgbClr val="E9EDEB"/>
          </a:solidFill>
          <a:ln w="12700">
            <a:solidFill>
              <a:srgbClr val="E9EDEB"/>
            </a:solidFill>
            <a:prstDash val="solid"/>
          </a:ln>
        </p:spPr>
      </p:sp>
      <p:sp>
        <p:nvSpPr>
          <p:cNvPr id="964" name="Shape 962"/>
          <p:cNvSpPr/>
          <p:nvPr/>
        </p:nvSpPr>
        <p:spPr>
          <a:xfrm>
            <a:off x="1905953" y="4678680"/>
            <a:ext cx="142761" cy="97231"/>
          </a:xfrm>
          <a:prstGeom prst="rect">
            <a:avLst/>
          </a:prstGeom>
          <a:solidFill>
            <a:srgbClr val="E9EDEB"/>
          </a:solidFill>
          <a:ln w="12700">
            <a:solidFill>
              <a:srgbClr val="E9EDEB"/>
            </a:solidFill>
            <a:prstDash val="solid"/>
          </a:ln>
        </p:spPr>
      </p:sp>
      <p:sp>
        <p:nvSpPr>
          <p:cNvPr id="965" name="Shape 963"/>
          <p:cNvSpPr/>
          <p:nvPr/>
        </p:nvSpPr>
        <p:spPr>
          <a:xfrm>
            <a:off x="2068830" y="4678680"/>
            <a:ext cx="142761" cy="97231"/>
          </a:xfrm>
          <a:prstGeom prst="rect">
            <a:avLst/>
          </a:prstGeom>
          <a:solidFill>
            <a:srgbClr val="E9EDEB"/>
          </a:solidFill>
          <a:ln w="12700">
            <a:solidFill>
              <a:srgbClr val="E9EDEB"/>
            </a:solidFill>
            <a:prstDash val="solid"/>
          </a:ln>
        </p:spPr>
      </p:sp>
      <p:sp>
        <p:nvSpPr>
          <p:cNvPr id="966" name="Shape 964"/>
          <p:cNvSpPr/>
          <p:nvPr/>
        </p:nvSpPr>
        <p:spPr>
          <a:xfrm>
            <a:off x="2231708" y="4678680"/>
            <a:ext cx="142761" cy="97231"/>
          </a:xfrm>
          <a:prstGeom prst="rect">
            <a:avLst/>
          </a:prstGeom>
          <a:solidFill>
            <a:srgbClr val="E9EDEB"/>
          </a:solidFill>
          <a:ln w="12700">
            <a:solidFill>
              <a:srgbClr val="E9EDEB"/>
            </a:solidFill>
            <a:prstDash val="solid"/>
          </a:ln>
        </p:spPr>
      </p:sp>
      <p:sp>
        <p:nvSpPr>
          <p:cNvPr id="967" name="Shape 965"/>
          <p:cNvSpPr/>
          <p:nvPr/>
        </p:nvSpPr>
        <p:spPr>
          <a:xfrm>
            <a:off x="2394585" y="4678680"/>
            <a:ext cx="142761" cy="97231"/>
          </a:xfrm>
          <a:prstGeom prst="rect">
            <a:avLst/>
          </a:prstGeom>
          <a:solidFill>
            <a:srgbClr val="E9EDEB"/>
          </a:solidFill>
          <a:ln w="12700">
            <a:solidFill>
              <a:srgbClr val="E9EDEB"/>
            </a:solidFill>
            <a:prstDash val="solid"/>
          </a:ln>
        </p:spPr>
      </p:sp>
      <p:sp>
        <p:nvSpPr>
          <p:cNvPr id="968" name="Shape 966"/>
          <p:cNvSpPr/>
          <p:nvPr/>
        </p:nvSpPr>
        <p:spPr>
          <a:xfrm>
            <a:off x="2557463" y="4678680"/>
            <a:ext cx="142761" cy="97231"/>
          </a:xfrm>
          <a:prstGeom prst="rect">
            <a:avLst/>
          </a:prstGeom>
          <a:solidFill>
            <a:srgbClr val="E9EDEB"/>
          </a:solidFill>
          <a:ln w="12700">
            <a:solidFill>
              <a:srgbClr val="E9EDEB"/>
            </a:solidFill>
            <a:prstDash val="solid"/>
          </a:ln>
        </p:spPr>
      </p:sp>
      <p:sp>
        <p:nvSpPr>
          <p:cNvPr id="969" name="Shape 967"/>
          <p:cNvSpPr/>
          <p:nvPr/>
        </p:nvSpPr>
        <p:spPr>
          <a:xfrm>
            <a:off x="2720340" y="4678680"/>
            <a:ext cx="142761" cy="97231"/>
          </a:xfrm>
          <a:prstGeom prst="rect">
            <a:avLst/>
          </a:prstGeom>
          <a:solidFill>
            <a:srgbClr val="E9EDEB"/>
          </a:solidFill>
          <a:ln w="12700">
            <a:solidFill>
              <a:srgbClr val="E9EDEB"/>
            </a:solidFill>
            <a:prstDash val="solid"/>
          </a:ln>
        </p:spPr>
      </p:sp>
      <p:sp>
        <p:nvSpPr>
          <p:cNvPr id="970" name="Shape 968"/>
          <p:cNvSpPr/>
          <p:nvPr/>
        </p:nvSpPr>
        <p:spPr>
          <a:xfrm>
            <a:off x="2883218" y="4678680"/>
            <a:ext cx="142761" cy="97231"/>
          </a:xfrm>
          <a:prstGeom prst="rect">
            <a:avLst/>
          </a:prstGeom>
          <a:solidFill>
            <a:srgbClr val="E9EDEB"/>
          </a:solidFill>
          <a:ln w="12700">
            <a:solidFill>
              <a:srgbClr val="E9EDEB"/>
            </a:solidFill>
            <a:prstDash val="solid"/>
          </a:ln>
        </p:spPr>
      </p:sp>
      <p:sp>
        <p:nvSpPr>
          <p:cNvPr id="971" name="Shape 969"/>
          <p:cNvSpPr/>
          <p:nvPr/>
        </p:nvSpPr>
        <p:spPr>
          <a:xfrm>
            <a:off x="3046095" y="4678680"/>
            <a:ext cx="142761" cy="97231"/>
          </a:xfrm>
          <a:prstGeom prst="rect">
            <a:avLst/>
          </a:prstGeom>
          <a:solidFill>
            <a:srgbClr val="E9EDEB"/>
          </a:solidFill>
          <a:ln w="12700">
            <a:solidFill>
              <a:srgbClr val="E9EDEB"/>
            </a:solidFill>
            <a:prstDash val="solid"/>
          </a:ln>
        </p:spPr>
      </p:sp>
      <p:sp>
        <p:nvSpPr>
          <p:cNvPr id="972" name="Shape 970"/>
          <p:cNvSpPr/>
          <p:nvPr/>
        </p:nvSpPr>
        <p:spPr>
          <a:xfrm>
            <a:off x="3208972" y="4678680"/>
            <a:ext cx="142761" cy="97231"/>
          </a:xfrm>
          <a:prstGeom prst="rect">
            <a:avLst/>
          </a:prstGeom>
          <a:solidFill>
            <a:srgbClr val="E9EDEB"/>
          </a:solidFill>
          <a:ln w="12700">
            <a:solidFill>
              <a:srgbClr val="E9EDEB"/>
            </a:solidFill>
            <a:prstDash val="solid"/>
          </a:ln>
        </p:spPr>
      </p:sp>
      <p:sp>
        <p:nvSpPr>
          <p:cNvPr id="973" name="Shape 971"/>
          <p:cNvSpPr/>
          <p:nvPr/>
        </p:nvSpPr>
        <p:spPr>
          <a:xfrm>
            <a:off x="3371850" y="4678680"/>
            <a:ext cx="142761" cy="97231"/>
          </a:xfrm>
          <a:prstGeom prst="rect">
            <a:avLst/>
          </a:prstGeom>
          <a:solidFill>
            <a:srgbClr val="E9EDEB"/>
          </a:solidFill>
          <a:ln w="12700">
            <a:solidFill>
              <a:srgbClr val="E9EDEB"/>
            </a:solidFill>
            <a:prstDash val="solid"/>
          </a:ln>
        </p:spPr>
      </p:sp>
      <p:sp>
        <p:nvSpPr>
          <p:cNvPr id="974" name="Shape 972"/>
          <p:cNvSpPr/>
          <p:nvPr/>
        </p:nvSpPr>
        <p:spPr>
          <a:xfrm>
            <a:off x="3534727" y="4678680"/>
            <a:ext cx="142761" cy="97231"/>
          </a:xfrm>
          <a:prstGeom prst="rect">
            <a:avLst/>
          </a:prstGeom>
          <a:solidFill>
            <a:srgbClr val="E9EDEB"/>
          </a:solidFill>
          <a:ln w="12700">
            <a:solidFill>
              <a:srgbClr val="E9EDEB"/>
            </a:solidFill>
            <a:prstDash val="solid"/>
          </a:ln>
        </p:spPr>
      </p:sp>
      <p:sp>
        <p:nvSpPr>
          <p:cNvPr id="975" name="Shape 973"/>
          <p:cNvSpPr/>
          <p:nvPr/>
        </p:nvSpPr>
        <p:spPr>
          <a:xfrm>
            <a:off x="3697605" y="4678680"/>
            <a:ext cx="142761" cy="97231"/>
          </a:xfrm>
          <a:prstGeom prst="rect">
            <a:avLst/>
          </a:prstGeom>
          <a:solidFill>
            <a:srgbClr val="E9EDEB"/>
          </a:solidFill>
          <a:ln w="12700">
            <a:solidFill>
              <a:srgbClr val="E9EDEB"/>
            </a:solidFill>
            <a:prstDash val="solid"/>
          </a:ln>
        </p:spPr>
      </p:sp>
      <p:sp>
        <p:nvSpPr>
          <p:cNvPr id="976" name="Shape 974"/>
          <p:cNvSpPr/>
          <p:nvPr/>
        </p:nvSpPr>
        <p:spPr>
          <a:xfrm>
            <a:off x="3860483" y="4678680"/>
            <a:ext cx="142761" cy="97231"/>
          </a:xfrm>
          <a:prstGeom prst="rect">
            <a:avLst/>
          </a:prstGeom>
          <a:solidFill>
            <a:srgbClr val="E9EDEB"/>
          </a:solidFill>
          <a:ln w="12700">
            <a:solidFill>
              <a:srgbClr val="E9EDEB"/>
            </a:solidFill>
            <a:prstDash val="solid"/>
          </a:ln>
        </p:spPr>
      </p:sp>
      <p:sp>
        <p:nvSpPr>
          <p:cNvPr id="977" name="Shape 975"/>
          <p:cNvSpPr/>
          <p:nvPr/>
        </p:nvSpPr>
        <p:spPr>
          <a:xfrm>
            <a:off x="4023360" y="4678680"/>
            <a:ext cx="142761" cy="97231"/>
          </a:xfrm>
          <a:prstGeom prst="rect">
            <a:avLst/>
          </a:prstGeom>
          <a:solidFill>
            <a:srgbClr val="E9EDEB"/>
          </a:solidFill>
          <a:ln w="12700">
            <a:solidFill>
              <a:srgbClr val="E9EDEB"/>
            </a:solidFill>
            <a:prstDash val="solid"/>
          </a:ln>
        </p:spPr>
      </p:sp>
      <p:sp>
        <p:nvSpPr>
          <p:cNvPr id="978" name="Shape 976"/>
          <p:cNvSpPr/>
          <p:nvPr/>
        </p:nvSpPr>
        <p:spPr>
          <a:xfrm>
            <a:off x="4186238" y="4678680"/>
            <a:ext cx="142761" cy="97231"/>
          </a:xfrm>
          <a:prstGeom prst="rect">
            <a:avLst/>
          </a:prstGeom>
          <a:solidFill>
            <a:srgbClr val="E9EDEB"/>
          </a:solidFill>
          <a:ln w="12700">
            <a:solidFill>
              <a:srgbClr val="E9EDEB"/>
            </a:solidFill>
            <a:prstDash val="solid"/>
          </a:ln>
        </p:spPr>
      </p:sp>
      <p:sp>
        <p:nvSpPr>
          <p:cNvPr id="979" name="Shape 977"/>
          <p:cNvSpPr/>
          <p:nvPr/>
        </p:nvSpPr>
        <p:spPr>
          <a:xfrm>
            <a:off x="4349115" y="4678680"/>
            <a:ext cx="142761" cy="97231"/>
          </a:xfrm>
          <a:prstGeom prst="rect">
            <a:avLst/>
          </a:prstGeom>
          <a:solidFill>
            <a:srgbClr val="E9EDEB"/>
          </a:solidFill>
          <a:ln w="12700">
            <a:solidFill>
              <a:srgbClr val="E9EDEB"/>
            </a:solidFill>
            <a:prstDash val="solid"/>
          </a:ln>
        </p:spPr>
      </p:sp>
      <p:sp>
        <p:nvSpPr>
          <p:cNvPr id="980" name="Shape 978"/>
          <p:cNvSpPr/>
          <p:nvPr/>
        </p:nvSpPr>
        <p:spPr>
          <a:xfrm>
            <a:off x="4511992" y="4678680"/>
            <a:ext cx="142761" cy="97231"/>
          </a:xfrm>
          <a:prstGeom prst="rect">
            <a:avLst/>
          </a:prstGeom>
          <a:solidFill>
            <a:srgbClr val="E9EDEB"/>
          </a:solidFill>
          <a:ln w="12700">
            <a:solidFill>
              <a:srgbClr val="E9EDEB"/>
            </a:solidFill>
            <a:prstDash val="solid"/>
          </a:ln>
        </p:spPr>
      </p:sp>
      <p:sp>
        <p:nvSpPr>
          <p:cNvPr id="981" name="Shape 979"/>
          <p:cNvSpPr/>
          <p:nvPr/>
        </p:nvSpPr>
        <p:spPr>
          <a:xfrm>
            <a:off x="4674870" y="4678680"/>
            <a:ext cx="142761" cy="97231"/>
          </a:xfrm>
          <a:prstGeom prst="rect">
            <a:avLst/>
          </a:prstGeom>
          <a:solidFill>
            <a:srgbClr val="E9EDEB"/>
          </a:solidFill>
          <a:ln w="12700">
            <a:solidFill>
              <a:srgbClr val="E9EDEB"/>
            </a:solidFill>
            <a:prstDash val="solid"/>
          </a:ln>
        </p:spPr>
      </p:sp>
      <p:sp>
        <p:nvSpPr>
          <p:cNvPr id="982" name="Shape 980"/>
          <p:cNvSpPr/>
          <p:nvPr/>
        </p:nvSpPr>
        <p:spPr>
          <a:xfrm>
            <a:off x="4837747" y="4678680"/>
            <a:ext cx="142761" cy="97231"/>
          </a:xfrm>
          <a:prstGeom prst="rect">
            <a:avLst/>
          </a:prstGeom>
          <a:solidFill>
            <a:srgbClr val="E9EDEB"/>
          </a:solidFill>
          <a:ln w="12700">
            <a:solidFill>
              <a:srgbClr val="E9EDEB"/>
            </a:solidFill>
            <a:prstDash val="solid"/>
          </a:ln>
        </p:spPr>
      </p:sp>
      <p:sp>
        <p:nvSpPr>
          <p:cNvPr id="983" name="Shape 981"/>
          <p:cNvSpPr/>
          <p:nvPr/>
        </p:nvSpPr>
        <p:spPr>
          <a:xfrm>
            <a:off x="5000625" y="4678680"/>
            <a:ext cx="142761" cy="97231"/>
          </a:xfrm>
          <a:prstGeom prst="rect">
            <a:avLst/>
          </a:prstGeom>
          <a:solidFill>
            <a:srgbClr val="E9EDEB"/>
          </a:solidFill>
          <a:ln w="12700">
            <a:solidFill>
              <a:srgbClr val="E9EDEB"/>
            </a:solidFill>
            <a:prstDash val="solid"/>
          </a:ln>
        </p:spPr>
      </p:sp>
      <p:sp>
        <p:nvSpPr>
          <p:cNvPr id="984" name="Shape 982"/>
          <p:cNvSpPr/>
          <p:nvPr/>
        </p:nvSpPr>
        <p:spPr>
          <a:xfrm>
            <a:off x="5163503" y="4678680"/>
            <a:ext cx="142761" cy="97231"/>
          </a:xfrm>
          <a:prstGeom prst="rect">
            <a:avLst/>
          </a:prstGeom>
          <a:solidFill>
            <a:srgbClr val="E9EDEB"/>
          </a:solidFill>
          <a:ln w="12700">
            <a:solidFill>
              <a:srgbClr val="E9EDEB"/>
            </a:solidFill>
            <a:prstDash val="solid"/>
          </a:ln>
        </p:spPr>
      </p:sp>
      <p:sp>
        <p:nvSpPr>
          <p:cNvPr id="985" name="Shape 983"/>
          <p:cNvSpPr/>
          <p:nvPr/>
        </p:nvSpPr>
        <p:spPr>
          <a:xfrm>
            <a:off x="5326380" y="4678680"/>
            <a:ext cx="142761" cy="97231"/>
          </a:xfrm>
          <a:prstGeom prst="rect">
            <a:avLst/>
          </a:prstGeom>
          <a:solidFill>
            <a:srgbClr val="E9EDEB"/>
          </a:solidFill>
          <a:ln w="12700">
            <a:solidFill>
              <a:srgbClr val="E9EDEB"/>
            </a:solidFill>
            <a:prstDash val="solid"/>
          </a:ln>
        </p:spPr>
      </p:sp>
      <p:sp>
        <p:nvSpPr>
          <p:cNvPr id="986" name="Shape 984"/>
          <p:cNvSpPr/>
          <p:nvPr/>
        </p:nvSpPr>
        <p:spPr>
          <a:xfrm>
            <a:off x="5489257" y="4678680"/>
            <a:ext cx="142761" cy="97231"/>
          </a:xfrm>
          <a:prstGeom prst="rect">
            <a:avLst/>
          </a:prstGeom>
          <a:solidFill>
            <a:srgbClr val="E9EDEB"/>
          </a:solidFill>
          <a:ln w="12700">
            <a:solidFill>
              <a:srgbClr val="E9EDEB"/>
            </a:solidFill>
            <a:prstDash val="solid"/>
          </a:ln>
        </p:spPr>
      </p:sp>
      <p:sp>
        <p:nvSpPr>
          <p:cNvPr id="987" name="Shape 985"/>
          <p:cNvSpPr/>
          <p:nvPr/>
        </p:nvSpPr>
        <p:spPr>
          <a:xfrm>
            <a:off x="5652135" y="4678680"/>
            <a:ext cx="142761" cy="97231"/>
          </a:xfrm>
          <a:prstGeom prst="rect">
            <a:avLst/>
          </a:prstGeom>
          <a:solidFill>
            <a:srgbClr val="E9EDEB"/>
          </a:solidFill>
          <a:ln w="12700">
            <a:solidFill>
              <a:srgbClr val="E9EDEB"/>
            </a:solidFill>
            <a:prstDash val="solid"/>
          </a:ln>
        </p:spPr>
      </p:sp>
      <p:sp>
        <p:nvSpPr>
          <p:cNvPr id="988" name="Shape 986"/>
          <p:cNvSpPr/>
          <p:nvPr/>
        </p:nvSpPr>
        <p:spPr>
          <a:xfrm>
            <a:off x="5815012" y="4678680"/>
            <a:ext cx="142761" cy="97231"/>
          </a:xfrm>
          <a:prstGeom prst="rect">
            <a:avLst/>
          </a:prstGeom>
          <a:solidFill>
            <a:srgbClr val="E9EDEB"/>
          </a:solidFill>
          <a:ln w="12700">
            <a:solidFill>
              <a:srgbClr val="E9EDEB"/>
            </a:solidFill>
            <a:prstDash val="solid"/>
          </a:ln>
        </p:spPr>
      </p:sp>
      <p:sp>
        <p:nvSpPr>
          <p:cNvPr id="989" name="Shape 987"/>
          <p:cNvSpPr/>
          <p:nvPr/>
        </p:nvSpPr>
        <p:spPr>
          <a:xfrm>
            <a:off x="5977890" y="4678680"/>
            <a:ext cx="142761" cy="97231"/>
          </a:xfrm>
          <a:prstGeom prst="rect">
            <a:avLst/>
          </a:prstGeom>
          <a:solidFill>
            <a:srgbClr val="E9EDEB"/>
          </a:solidFill>
          <a:ln w="12700">
            <a:solidFill>
              <a:srgbClr val="E9EDEB"/>
            </a:solidFill>
            <a:prstDash val="solid"/>
          </a:ln>
        </p:spPr>
      </p:sp>
      <p:sp>
        <p:nvSpPr>
          <p:cNvPr id="990" name="Shape 988"/>
          <p:cNvSpPr/>
          <p:nvPr/>
        </p:nvSpPr>
        <p:spPr>
          <a:xfrm>
            <a:off x="6140767" y="4678680"/>
            <a:ext cx="142761" cy="97231"/>
          </a:xfrm>
          <a:prstGeom prst="rect">
            <a:avLst/>
          </a:prstGeom>
          <a:solidFill>
            <a:srgbClr val="E9EDEB"/>
          </a:solidFill>
          <a:ln w="12700">
            <a:solidFill>
              <a:srgbClr val="E9EDEB"/>
            </a:solidFill>
            <a:prstDash val="solid"/>
          </a:ln>
        </p:spPr>
      </p:sp>
      <p:sp>
        <p:nvSpPr>
          <p:cNvPr id="991" name="Shape 989"/>
          <p:cNvSpPr/>
          <p:nvPr/>
        </p:nvSpPr>
        <p:spPr>
          <a:xfrm>
            <a:off x="6303645" y="4678680"/>
            <a:ext cx="142761" cy="97231"/>
          </a:xfrm>
          <a:prstGeom prst="rect">
            <a:avLst/>
          </a:prstGeom>
          <a:solidFill>
            <a:srgbClr val="E9EDEB"/>
          </a:solidFill>
          <a:ln w="12700">
            <a:solidFill>
              <a:srgbClr val="E9EDEB"/>
            </a:solidFill>
            <a:prstDash val="solid"/>
          </a:ln>
        </p:spPr>
      </p:sp>
      <p:sp>
        <p:nvSpPr>
          <p:cNvPr id="992" name="Shape 990"/>
          <p:cNvSpPr/>
          <p:nvPr/>
        </p:nvSpPr>
        <p:spPr>
          <a:xfrm>
            <a:off x="6466522" y="4678680"/>
            <a:ext cx="142761" cy="97231"/>
          </a:xfrm>
          <a:prstGeom prst="rect">
            <a:avLst/>
          </a:prstGeom>
          <a:solidFill>
            <a:srgbClr val="E9EDEB"/>
          </a:solidFill>
          <a:ln w="12700">
            <a:solidFill>
              <a:srgbClr val="E9EDEB"/>
            </a:solidFill>
            <a:prstDash val="solid"/>
          </a:ln>
        </p:spPr>
      </p:sp>
      <p:sp>
        <p:nvSpPr>
          <p:cNvPr id="993" name="Shape 991"/>
          <p:cNvSpPr/>
          <p:nvPr/>
        </p:nvSpPr>
        <p:spPr>
          <a:xfrm>
            <a:off x="6629400" y="4678680"/>
            <a:ext cx="142761" cy="97231"/>
          </a:xfrm>
          <a:prstGeom prst="rect">
            <a:avLst/>
          </a:prstGeom>
          <a:solidFill>
            <a:srgbClr val="E9EDEB"/>
          </a:solidFill>
          <a:ln w="12700">
            <a:solidFill>
              <a:srgbClr val="E9EDEB"/>
            </a:solidFill>
            <a:prstDash val="solid"/>
          </a:ln>
        </p:spPr>
      </p:sp>
      <p:sp>
        <p:nvSpPr>
          <p:cNvPr id="994" name="Shape 992"/>
          <p:cNvSpPr/>
          <p:nvPr/>
        </p:nvSpPr>
        <p:spPr>
          <a:xfrm>
            <a:off x="6792277" y="4678680"/>
            <a:ext cx="142761" cy="97231"/>
          </a:xfrm>
          <a:prstGeom prst="rect">
            <a:avLst/>
          </a:prstGeom>
          <a:solidFill>
            <a:srgbClr val="E9EDEB"/>
          </a:solidFill>
          <a:ln w="12700">
            <a:solidFill>
              <a:srgbClr val="E9EDEB"/>
            </a:solidFill>
            <a:prstDash val="solid"/>
          </a:ln>
        </p:spPr>
      </p:sp>
      <p:sp>
        <p:nvSpPr>
          <p:cNvPr id="995" name="Shape 993"/>
          <p:cNvSpPr/>
          <p:nvPr/>
        </p:nvSpPr>
        <p:spPr>
          <a:xfrm>
            <a:off x="6955155" y="4678680"/>
            <a:ext cx="142761" cy="97231"/>
          </a:xfrm>
          <a:prstGeom prst="rect">
            <a:avLst/>
          </a:prstGeom>
          <a:solidFill>
            <a:srgbClr val="E9EDEB"/>
          </a:solidFill>
          <a:ln w="12700">
            <a:solidFill>
              <a:srgbClr val="E9EDEB"/>
            </a:solidFill>
            <a:prstDash val="solid"/>
          </a:ln>
        </p:spPr>
      </p:sp>
      <p:sp>
        <p:nvSpPr>
          <p:cNvPr id="996" name="Shape 994"/>
          <p:cNvSpPr/>
          <p:nvPr/>
        </p:nvSpPr>
        <p:spPr>
          <a:xfrm>
            <a:off x="7118032" y="4678680"/>
            <a:ext cx="142761" cy="97231"/>
          </a:xfrm>
          <a:prstGeom prst="rect">
            <a:avLst/>
          </a:prstGeom>
          <a:solidFill>
            <a:srgbClr val="E9EDEB"/>
          </a:solidFill>
          <a:ln w="12700">
            <a:solidFill>
              <a:srgbClr val="E9EDEB"/>
            </a:solidFill>
            <a:prstDash val="solid"/>
          </a:ln>
        </p:spPr>
      </p:sp>
      <p:sp>
        <p:nvSpPr>
          <p:cNvPr id="997" name="Shape 995"/>
          <p:cNvSpPr/>
          <p:nvPr/>
        </p:nvSpPr>
        <p:spPr>
          <a:xfrm>
            <a:off x="7280910" y="4678680"/>
            <a:ext cx="142761" cy="97231"/>
          </a:xfrm>
          <a:prstGeom prst="rect">
            <a:avLst/>
          </a:prstGeom>
          <a:solidFill>
            <a:srgbClr val="E9EDEB"/>
          </a:solidFill>
          <a:ln w="12700">
            <a:solidFill>
              <a:srgbClr val="E9EDEB"/>
            </a:solidFill>
            <a:prstDash val="solid"/>
          </a:ln>
        </p:spPr>
      </p:sp>
      <p:sp>
        <p:nvSpPr>
          <p:cNvPr id="998" name="Shape 996"/>
          <p:cNvSpPr/>
          <p:nvPr/>
        </p:nvSpPr>
        <p:spPr>
          <a:xfrm>
            <a:off x="7443788" y="4678680"/>
            <a:ext cx="142761" cy="97231"/>
          </a:xfrm>
          <a:prstGeom prst="rect">
            <a:avLst/>
          </a:prstGeom>
          <a:solidFill>
            <a:srgbClr val="E9EDEB"/>
          </a:solidFill>
          <a:ln w="12700">
            <a:solidFill>
              <a:srgbClr val="E9EDEB"/>
            </a:solidFill>
            <a:prstDash val="solid"/>
          </a:ln>
        </p:spPr>
      </p:sp>
      <p:sp>
        <p:nvSpPr>
          <p:cNvPr id="999" name="Shape 997"/>
          <p:cNvSpPr/>
          <p:nvPr/>
        </p:nvSpPr>
        <p:spPr>
          <a:xfrm>
            <a:off x="7606665" y="4678680"/>
            <a:ext cx="142761" cy="97231"/>
          </a:xfrm>
          <a:prstGeom prst="rect">
            <a:avLst/>
          </a:prstGeom>
          <a:solidFill>
            <a:srgbClr val="E9EDEB"/>
          </a:solidFill>
          <a:ln w="12700">
            <a:solidFill>
              <a:srgbClr val="E9EDEB"/>
            </a:solidFill>
            <a:prstDash val="solid"/>
          </a:ln>
        </p:spPr>
      </p:sp>
      <p:sp>
        <p:nvSpPr>
          <p:cNvPr id="1000" name="Shape 998"/>
          <p:cNvSpPr/>
          <p:nvPr/>
        </p:nvSpPr>
        <p:spPr>
          <a:xfrm>
            <a:off x="7769542" y="4678680"/>
            <a:ext cx="142761" cy="97231"/>
          </a:xfrm>
          <a:prstGeom prst="rect">
            <a:avLst/>
          </a:prstGeom>
          <a:solidFill>
            <a:srgbClr val="E9EDEB"/>
          </a:solidFill>
          <a:ln w="12700">
            <a:solidFill>
              <a:srgbClr val="E9EDEB"/>
            </a:solidFill>
            <a:prstDash val="solid"/>
          </a:ln>
        </p:spPr>
      </p:sp>
      <p:sp>
        <p:nvSpPr>
          <p:cNvPr id="1001" name="Shape 999"/>
          <p:cNvSpPr/>
          <p:nvPr/>
        </p:nvSpPr>
        <p:spPr>
          <a:xfrm>
            <a:off x="7932420" y="4678680"/>
            <a:ext cx="142761" cy="97231"/>
          </a:xfrm>
          <a:prstGeom prst="rect">
            <a:avLst/>
          </a:prstGeom>
          <a:solidFill>
            <a:srgbClr val="E9EDEB"/>
          </a:solidFill>
          <a:ln w="12700">
            <a:solidFill>
              <a:srgbClr val="E9EDEB"/>
            </a:solidFill>
            <a:prstDash val="solid"/>
          </a:ln>
        </p:spPr>
      </p:sp>
      <p:sp>
        <p:nvSpPr>
          <p:cNvPr id="1002" name="Shape 1000"/>
          <p:cNvSpPr/>
          <p:nvPr/>
        </p:nvSpPr>
        <p:spPr>
          <a:xfrm>
            <a:off x="8095297" y="4678680"/>
            <a:ext cx="142761" cy="97231"/>
          </a:xfrm>
          <a:prstGeom prst="rect">
            <a:avLst/>
          </a:prstGeom>
          <a:solidFill>
            <a:srgbClr val="E9EDEB"/>
          </a:solidFill>
          <a:ln w="12700">
            <a:solidFill>
              <a:srgbClr val="E9EDEB"/>
            </a:solidFill>
            <a:prstDash val="solid"/>
          </a:ln>
        </p:spPr>
      </p:sp>
      <p:sp>
        <p:nvSpPr>
          <p:cNvPr id="1003" name="Shape 1001"/>
          <p:cNvSpPr/>
          <p:nvPr/>
        </p:nvSpPr>
        <p:spPr>
          <a:xfrm>
            <a:off x="8258175" y="4678680"/>
            <a:ext cx="142761" cy="97231"/>
          </a:xfrm>
          <a:prstGeom prst="rect">
            <a:avLst/>
          </a:prstGeom>
          <a:solidFill>
            <a:srgbClr val="E9EDEB"/>
          </a:solidFill>
          <a:ln w="12700">
            <a:solidFill>
              <a:srgbClr val="E9EDEB"/>
            </a:solidFill>
            <a:prstDash val="solid"/>
          </a:ln>
        </p:spPr>
      </p:sp>
      <p:sp>
        <p:nvSpPr>
          <p:cNvPr id="1004" name="Shape 1002"/>
          <p:cNvSpPr/>
          <p:nvPr/>
        </p:nvSpPr>
        <p:spPr>
          <a:xfrm>
            <a:off x="8421053" y="4678680"/>
            <a:ext cx="142761" cy="97231"/>
          </a:xfrm>
          <a:prstGeom prst="rect">
            <a:avLst/>
          </a:prstGeom>
          <a:solidFill>
            <a:srgbClr val="E9EDEB"/>
          </a:solidFill>
          <a:ln w="12700">
            <a:solidFill>
              <a:srgbClr val="E9EDEB"/>
            </a:solidFill>
            <a:prstDash val="solid"/>
          </a:ln>
        </p:spPr>
      </p:sp>
      <p:sp>
        <p:nvSpPr>
          <p:cNvPr id="1005" name="Shape 1003"/>
          <p:cNvSpPr/>
          <p:nvPr/>
        </p:nvSpPr>
        <p:spPr>
          <a:xfrm>
            <a:off x="8583930" y="4678680"/>
            <a:ext cx="142761" cy="97231"/>
          </a:xfrm>
          <a:prstGeom prst="rect">
            <a:avLst/>
          </a:prstGeom>
          <a:solidFill>
            <a:srgbClr val="E9EDEB"/>
          </a:solidFill>
          <a:ln w="12700">
            <a:solidFill>
              <a:srgbClr val="E9EDEB"/>
            </a:solidFill>
            <a:prstDash val="solid"/>
          </a:ln>
        </p:spPr>
      </p:sp>
      <p:sp>
        <p:nvSpPr>
          <p:cNvPr id="1006" name="Shape 1004"/>
          <p:cNvSpPr/>
          <p:nvPr/>
        </p:nvSpPr>
        <p:spPr>
          <a:xfrm>
            <a:off x="8746807" y="4678680"/>
            <a:ext cx="142761" cy="97231"/>
          </a:xfrm>
          <a:prstGeom prst="rect">
            <a:avLst/>
          </a:prstGeom>
          <a:solidFill>
            <a:srgbClr val="E9EDEB"/>
          </a:solidFill>
          <a:ln w="12700">
            <a:solidFill>
              <a:srgbClr val="E9EDEB"/>
            </a:solidFill>
            <a:prstDash val="solid"/>
          </a:ln>
        </p:spPr>
      </p:sp>
      <p:sp>
        <p:nvSpPr>
          <p:cNvPr id="1007" name="Shape 1005"/>
          <p:cNvSpPr/>
          <p:nvPr/>
        </p:nvSpPr>
        <p:spPr>
          <a:xfrm>
            <a:off x="8909685" y="4678680"/>
            <a:ext cx="142761" cy="97231"/>
          </a:xfrm>
          <a:prstGeom prst="rect">
            <a:avLst/>
          </a:prstGeom>
          <a:solidFill>
            <a:srgbClr val="E9EDEB"/>
          </a:solidFill>
          <a:ln w="12700">
            <a:solidFill>
              <a:srgbClr val="E9EDEB"/>
            </a:solidFill>
            <a:prstDash val="solid"/>
          </a:ln>
        </p:spPr>
      </p:sp>
      <p:sp>
        <p:nvSpPr>
          <p:cNvPr id="1008" name="Shape 1006"/>
          <p:cNvSpPr/>
          <p:nvPr/>
        </p:nvSpPr>
        <p:spPr>
          <a:xfrm>
            <a:off x="9072563" y="4678680"/>
            <a:ext cx="142761" cy="97231"/>
          </a:xfrm>
          <a:prstGeom prst="rect">
            <a:avLst/>
          </a:prstGeom>
          <a:solidFill>
            <a:srgbClr val="E9EDEB"/>
          </a:solidFill>
          <a:ln w="12700">
            <a:solidFill>
              <a:srgbClr val="E9EDEB"/>
            </a:solidFill>
            <a:prstDash val="solid"/>
          </a:ln>
        </p:spPr>
      </p:sp>
      <p:sp>
        <p:nvSpPr>
          <p:cNvPr id="1009" name="Shape 1007"/>
          <p:cNvSpPr/>
          <p:nvPr/>
        </p:nvSpPr>
        <p:spPr>
          <a:xfrm>
            <a:off x="1417320" y="4796028"/>
            <a:ext cx="142761" cy="97231"/>
          </a:xfrm>
          <a:prstGeom prst="rect">
            <a:avLst/>
          </a:prstGeom>
          <a:solidFill>
            <a:srgbClr val="E9EDEB"/>
          </a:solidFill>
          <a:ln w="12700">
            <a:solidFill>
              <a:srgbClr val="E9EDEB"/>
            </a:solidFill>
            <a:prstDash val="solid"/>
          </a:ln>
        </p:spPr>
      </p:sp>
      <p:sp>
        <p:nvSpPr>
          <p:cNvPr id="1010" name="Shape 1008"/>
          <p:cNvSpPr/>
          <p:nvPr/>
        </p:nvSpPr>
        <p:spPr>
          <a:xfrm>
            <a:off x="1580198" y="4796028"/>
            <a:ext cx="142761" cy="97231"/>
          </a:xfrm>
          <a:prstGeom prst="rect">
            <a:avLst/>
          </a:prstGeom>
          <a:solidFill>
            <a:srgbClr val="E9EDEB"/>
          </a:solidFill>
          <a:ln w="12700">
            <a:solidFill>
              <a:srgbClr val="E9EDEB"/>
            </a:solidFill>
            <a:prstDash val="solid"/>
          </a:ln>
        </p:spPr>
      </p:sp>
      <p:sp>
        <p:nvSpPr>
          <p:cNvPr id="1011" name="Shape 1009"/>
          <p:cNvSpPr/>
          <p:nvPr/>
        </p:nvSpPr>
        <p:spPr>
          <a:xfrm>
            <a:off x="1743075" y="4796028"/>
            <a:ext cx="142761" cy="97231"/>
          </a:xfrm>
          <a:prstGeom prst="rect">
            <a:avLst/>
          </a:prstGeom>
          <a:solidFill>
            <a:srgbClr val="E9EDEB"/>
          </a:solidFill>
          <a:ln w="12700">
            <a:solidFill>
              <a:srgbClr val="E9EDEB"/>
            </a:solidFill>
            <a:prstDash val="solid"/>
          </a:ln>
        </p:spPr>
      </p:sp>
      <p:sp>
        <p:nvSpPr>
          <p:cNvPr id="1012" name="Shape 1010"/>
          <p:cNvSpPr/>
          <p:nvPr/>
        </p:nvSpPr>
        <p:spPr>
          <a:xfrm>
            <a:off x="1905953" y="4796028"/>
            <a:ext cx="142761" cy="97231"/>
          </a:xfrm>
          <a:prstGeom prst="rect">
            <a:avLst/>
          </a:prstGeom>
          <a:solidFill>
            <a:srgbClr val="E9EDEB"/>
          </a:solidFill>
          <a:ln w="12700">
            <a:solidFill>
              <a:srgbClr val="E9EDEB"/>
            </a:solidFill>
            <a:prstDash val="solid"/>
          </a:ln>
        </p:spPr>
      </p:sp>
      <p:sp>
        <p:nvSpPr>
          <p:cNvPr id="1013" name="Shape 1011"/>
          <p:cNvSpPr/>
          <p:nvPr/>
        </p:nvSpPr>
        <p:spPr>
          <a:xfrm>
            <a:off x="2068830" y="4796028"/>
            <a:ext cx="142761" cy="97231"/>
          </a:xfrm>
          <a:prstGeom prst="rect">
            <a:avLst/>
          </a:prstGeom>
          <a:solidFill>
            <a:srgbClr val="E9EDEB"/>
          </a:solidFill>
          <a:ln w="12700">
            <a:solidFill>
              <a:srgbClr val="E9EDEB"/>
            </a:solidFill>
            <a:prstDash val="solid"/>
          </a:ln>
        </p:spPr>
      </p:sp>
      <p:sp>
        <p:nvSpPr>
          <p:cNvPr id="1014" name="Shape 1012"/>
          <p:cNvSpPr/>
          <p:nvPr/>
        </p:nvSpPr>
        <p:spPr>
          <a:xfrm>
            <a:off x="2231708" y="4796028"/>
            <a:ext cx="142761" cy="97231"/>
          </a:xfrm>
          <a:prstGeom prst="rect">
            <a:avLst/>
          </a:prstGeom>
          <a:solidFill>
            <a:srgbClr val="E9EDEB"/>
          </a:solidFill>
          <a:ln w="12700">
            <a:solidFill>
              <a:srgbClr val="E9EDEB"/>
            </a:solidFill>
            <a:prstDash val="solid"/>
          </a:ln>
        </p:spPr>
      </p:sp>
      <p:sp>
        <p:nvSpPr>
          <p:cNvPr id="1015" name="Shape 1013"/>
          <p:cNvSpPr/>
          <p:nvPr/>
        </p:nvSpPr>
        <p:spPr>
          <a:xfrm>
            <a:off x="2394585" y="4796028"/>
            <a:ext cx="142761" cy="97231"/>
          </a:xfrm>
          <a:prstGeom prst="rect">
            <a:avLst/>
          </a:prstGeom>
          <a:solidFill>
            <a:srgbClr val="E9EDEB"/>
          </a:solidFill>
          <a:ln w="12700">
            <a:solidFill>
              <a:srgbClr val="E9EDEB"/>
            </a:solidFill>
            <a:prstDash val="solid"/>
          </a:ln>
        </p:spPr>
      </p:sp>
      <p:sp>
        <p:nvSpPr>
          <p:cNvPr id="1016" name="Shape 1014"/>
          <p:cNvSpPr/>
          <p:nvPr/>
        </p:nvSpPr>
        <p:spPr>
          <a:xfrm>
            <a:off x="2557463" y="4796028"/>
            <a:ext cx="142761" cy="97231"/>
          </a:xfrm>
          <a:prstGeom prst="rect">
            <a:avLst/>
          </a:prstGeom>
          <a:solidFill>
            <a:srgbClr val="E9EDEB"/>
          </a:solidFill>
          <a:ln w="12700">
            <a:solidFill>
              <a:srgbClr val="E9EDEB"/>
            </a:solidFill>
            <a:prstDash val="solid"/>
          </a:ln>
        </p:spPr>
      </p:sp>
      <p:sp>
        <p:nvSpPr>
          <p:cNvPr id="1017" name="Shape 1015"/>
          <p:cNvSpPr/>
          <p:nvPr/>
        </p:nvSpPr>
        <p:spPr>
          <a:xfrm>
            <a:off x="2720340" y="4796028"/>
            <a:ext cx="142761" cy="97231"/>
          </a:xfrm>
          <a:prstGeom prst="rect">
            <a:avLst/>
          </a:prstGeom>
          <a:solidFill>
            <a:srgbClr val="E9EDEB"/>
          </a:solidFill>
          <a:ln w="12700">
            <a:solidFill>
              <a:srgbClr val="E9EDEB"/>
            </a:solidFill>
            <a:prstDash val="solid"/>
          </a:ln>
        </p:spPr>
      </p:sp>
      <p:sp>
        <p:nvSpPr>
          <p:cNvPr id="1018" name="Shape 1016"/>
          <p:cNvSpPr/>
          <p:nvPr/>
        </p:nvSpPr>
        <p:spPr>
          <a:xfrm>
            <a:off x="2883218" y="4796028"/>
            <a:ext cx="142761" cy="97231"/>
          </a:xfrm>
          <a:prstGeom prst="rect">
            <a:avLst/>
          </a:prstGeom>
          <a:solidFill>
            <a:srgbClr val="E9EDEB"/>
          </a:solidFill>
          <a:ln w="12700">
            <a:solidFill>
              <a:srgbClr val="E9EDEB"/>
            </a:solidFill>
            <a:prstDash val="solid"/>
          </a:ln>
        </p:spPr>
      </p:sp>
      <p:sp>
        <p:nvSpPr>
          <p:cNvPr id="1019" name="Shape 1017"/>
          <p:cNvSpPr/>
          <p:nvPr/>
        </p:nvSpPr>
        <p:spPr>
          <a:xfrm>
            <a:off x="3046095" y="4796028"/>
            <a:ext cx="142761" cy="97231"/>
          </a:xfrm>
          <a:prstGeom prst="rect">
            <a:avLst/>
          </a:prstGeom>
          <a:solidFill>
            <a:srgbClr val="E9EDEB"/>
          </a:solidFill>
          <a:ln w="12700">
            <a:solidFill>
              <a:srgbClr val="E9EDEB"/>
            </a:solidFill>
            <a:prstDash val="solid"/>
          </a:ln>
        </p:spPr>
      </p:sp>
      <p:sp>
        <p:nvSpPr>
          <p:cNvPr id="1020" name="Shape 1018"/>
          <p:cNvSpPr/>
          <p:nvPr/>
        </p:nvSpPr>
        <p:spPr>
          <a:xfrm>
            <a:off x="3208972" y="4796028"/>
            <a:ext cx="142761" cy="97231"/>
          </a:xfrm>
          <a:prstGeom prst="rect">
            <a:avLst/>
          </a:prstGeom>
          <a:solidFill>
            <a:srgbClr val="E9EDEB"/>
          </a:solidFill>
          <a:ln w="12700">
            <a:solidFill>
              <a:srgbClr val="E9EDEB"/>
            </a:solidFill>
            <a:prstDash val="solid"/>
          </a:ln>
        </p:spPr>
      </p:sp>
      <p:sp>
        <p:nvSpPr>
          <p:cNvPr id="1021" name="Shape 1019"/>
          <p:cNvSpPr/>
          <p:nvPr/>
        </p:nvSpPr>
        <p:spPr>
          <a:xfrm>
            <a:off x="3371850" y="4796028"/>
            <a:ext cx="142761" cy="97231"/>
          </a:xfrm>
          <a:prstGeom prst="rect">
            <a:avLst/>
          </a:prstGeom>
          <a:solidFill>
            <a:srgbClr val="E9EDEB"/>
          </a:solidFill>
          <a:ln w="12700">
            <a:solidFill>
              <a:srgbClr val="E9EDEB"/>
            </a:solidFill>
            <a:prstDash val="solid"/>
          </a:ln>
        </p:spPr>
      </p:sp>
      <p:sp>
        <p:nvSpPr>
          <p:cNvPr id="1022" name="Shape 1020"/>
          <p:cNvSpPr/>
          <p:nvPr/>
        </p:nvSpPr>
        <p:spPr>
          <a:xfrm>
            <a:off x="3534727" y="4796028"/>
            <a:ext cx="142761" cy="97231"/>
          </a:xfrm>
          <a:prstGeom prst="rect">
            <a:avLst/>
          </a:prstGeom>
          <a:solidFill>
            <a:srgbClr val="E9EDEB"/>
          </a:solidFill>
          <a:ln w="12700">
            <a:solidFill>
              <a:srgbClr val="E9EDEB"/>
            </a:solidFill>
            <a:prstDash val="solid"/>
          </a:ln>
        </p:spPr>
      </p:sp>
      <p:sp>
        <p:nvSpPr>
          <p:cNvPr id="1023" name="Shape 1021"/>
          <p:cNvSpPr/>
          <p:nvPr/>
        </p:nvSpPr>
        <p:spPr>
          <a:xfrm>
            <a:off x="3697605" y="4796028"/>
            <a:ext cx="142761" cy="97231"/>
          </a:xfrm>
          <a:prstGeom prst="rect">
            <a:avLst/>
          </a:prstGeom>
          <a:solidFill>
            <a:srgbClr val="E9EDEB"/>
          </a:solidFill>
          <a:ln w="12700">
            <a:solidFill>
              <a:srgbClr val="E9EDEB"/>
            </a:solidFill>
            <a:prstDash val="solid"/>
          </a:ln>
        </p:spPr>
      </p:sp>
      <p:sp>
        <p:nvSpPr>
          <p:cNvPr id="1024" name="Shape 1022"/>
          <p:cNvSpPr/>
          <p:nvPr/>
        </p:nvSpPr>
        <p:spPr>
          <a:xfrm>
            <a:off x="3860483" y="4796028"/>
            <a:ext cx="142761" cy="97231"/>
          </a:xfrm>
          <a:prstGeom prst="rect">
            <a:avLst/>
          </a:prstGeom>
          <a:solidFill>
            <a:srgbClr val="E9EDEB"/>
          </a:solidFill>
          <a:ln w="12700">
            <a:solidFill>
              <a:srgbClr val="E9EDEB"/>
            </a:solidFill>
            <a:prstDash val="solid"/>
          </a:ln>
        </p:spPr>
      </p:sp>
      <p:sp>
        <p:nvSpPr>
          <p:cNvPr id="1025" name="Shape 1023"/>
          <p:cNvSpPr/>
          <p:nvPr/>
        </p:nvSpPr>
        <p:spPr>
          <a:xfrm>
            <a:off x="4023360" y="4796028"/>
            <a:ext cx="142761" cy="97231"/>
          </a:xfrm>
          <a:prstGeom prst="rect">
            <a:avLst/>
          </a:prstGeom>
          <a:solidFill>
            <a:srgbClr val="E9EDEB"/>
          </a:solidFill>
          <a:ln w="12700">
            <a:solidFill>
              <a:srgbClr val="E9EDEB"/>
            </a:solidFill>
            <a:prstDash val="solid"/>
          </a:ln>
        </p:spPr>
      </p:sp>
      <p:sp>
        <p:nvSpPr>
          <p:cNvPr id="1026" name="Shape 1024"/>
          <p:cNvSpPr/>
          <p:nvPr/>
        </p:nvSpPr>
        <p:spPr>
          <a:xfrm>
            <a:off x="4186238" y="4796028"/>
            <a:ext cx="142761" cy="97231"/>
          </a:xfrm>
          <a:prstGeom prst="rect">
            <a:avLst/>
          </a:prstGeom>
          <a:solidFill>
            <a:srgbClr val="E9EDEB"/>
          </a:solidFill>
          <a:ln w="12700">
            <a:solidFill>
              <a:srgbClr val="E9EDEB"/>
            </a:solidFill>
            <a:prstDash val="solid"/>
          </a:ln>
        </p:spPr>
      </p:sp>
      <p:sp>
        <p:nvSpPr>
          <p:cNvPr id="1027" name="Shape 1025"/>
          <p:cNvSpPr/>
          <p:nvPr/>
        </p:nvSpPr>
        <p:spPr>
          <a:xfrm>
            <a:off x="4349115" y="4796028"/>
            <a:ext cx="142761" cy="97231"/>
          </a:xfrm>
          <a:prstGeom prst="rect">
            <a:avLst/>
          </a:prstGeom>
          <a:solidFill>
            <a:srgbClr val="7CC4A1"/>
          </a:solidFill>
          <a:ln w="12700">
            <a:solidFill>
              <a:srgbClr val="7CC4A1"/>
            </a:solidFill>
            <a:prstDash val="solid"/>
          </a:ln>
        </p:spPr>
      </p:sp>
      <p:sp>
        <p:nvSpPr>
          <p:cNvPr id="1028" name="Shape 1026"/>
          <p:cNvSpPr/>
          <p:nvPr/>
        </p:nvSpPr>
        <p:spPr>
          <a:xfrm>
            <a:off x="4511992" y="4796028"/>
            <a:ext cx="142761" cy="97231"/>
          </a:xfrm>
          <a:prstGeom prst="rect">
            <a:avLst/>
          </a:prstGeom>
          <a:solidFill>
            <a:srgbClr val="4FAA82"/>
          </a:solidFill>
          <a:ln w="12700">
            <a:solidFill>
              <a:srgbClr val="4FAA82"/>
            </a:solidFill>
            <a:prstDash val="solid"/>
          </a:ln>
        </p:spPr>
      </p:sp>
      <p:sp>
        <p:nvSpPr>
          <p:cNvPr id="1029" name="Shape 1027"/>
          <p:cNvSpPr/>
          <p:nvPr/>
        </p:nvSpPr>
        <p:spPr>
          <a:xfrm>
            <a:off x="4674870" y="4796028"/>
            <a:ext cx="142761" cy="97231"/>
          </a:xfrm>
          <a:prstGeom prst="rect">
            <a:avLst/>
          </a:prstGeom>
          <a:solidFill>
            <a:srgbClr val="7CC4A1"/>
          </a:solidFill>
          <a:ln w="12700">
            <a:solidFill>
              <a:srgbClr val="7CC4A1"/>
            </a:solidFill>
            <a:prstDash val="solid"/>
          </a:ln>
        </p:spPr>
      </p:sp>
      <p:sp>
        <p:nvSpPr>
          <p:cNvPr id="1030" name="Shape 1028"/>
          <p:cNvSpPr/>
          <p:nvPr/>
        </p:nvSpPr>
        <p:spPr>
          <a:xfrm>
            <a:off x="4837747" y="4796028"/>
            <a:ext cx="142761" cy="97231"/>
          </a:xfrm>
          <a:prstGeom prst="rect">
            <a:avLst/>
          </a:prstGeom>
          <a:solidFill>
            <a:srgbClr val="7CC4A1"/>
          </a:solidFill>
          <a:ln w="12700">
            <a:solidFill>
              <a:srgbClr val="7CC4A1"/>
            </a:solidFill>
            <a:prstDash val="solid"/>
          </a:ln>
        </p:spPr>
      </p:sp>
      <p:sp>
        <p:nvSpPr>
          <p:cNvPr id="1031" name="Shape 1029"/>
          <p:cNvSpPr/>
          <p:nvPr/>
        </p:nvSpPr>
        <p:spPr>
          <a:xfrm>
            <a:off x="5000625" y="4796028"/>
            <a:ext cx="142761" cy="97231"/>
          </a:xfrm>
          <a:prstGeom prst="rect">
            <a:avLst/>
          </a:prstGeom>
          <a:solidFill>
            <a:srgbClr val="4FAA82"/>
          </a:solidFill>
          <a:ln w="12700">
            <a:solidFill>
              <a:srgbClr val="4FAA82"/>
            </a:solidFill>
            <a:prstDash val="solid"/>
          </a:ln>
        </p:spPr>
      </p:sp>
      <p:sp>
        <p:nvSpPr>
          <p:cNvPr id="1032" name="Shape 1030"/>
          <p:cNvSpPr/>
          <p:nvPr/>
        </p:nvSpPr>
        <p:spPr>
          <a:xfrm>
            <a:off x="5163503" y="4796028"/>
            <a:ext cx="142761" cy="97231"/>
          </a:xfrm>
          <a:prstGeom prst="rect">
            <a:avLst/>
          </a:prstGeom>
          <a:solidFill>
            <a:srgbClr val="268C64"/>
          </a:solidFill>
          <a:ln w="12700">
            <a:solidFill>
              <a:srgbClr val="268C64"/>
            </a:solidFill>
            <a:prstDash val="solid"/>
          </a:ln>
        </p:spPr>
      </p:sp>
      <p:sp>
        <p:nvSpPr>
          <p:cNvPr id="1033" name="Shape 1031"/>
          <p:cNvSpPr/>
          <p:nvPr/>
        </p:nvSpPr>
        <p:spPr>
          <a:xfrm>
            <a:off x="5326380" y="4796028"/>
            <a:ext cx="142761" cy="97231"/>
          </a:xfrm>
          <a:prstGeom prst="rect">
            <a:avLst/>
          </a:prstGeom>
          <a:solidFill>
            <a:srgbClr val="4FAA82"/>
          </a:solidFill>
          <a:ln w="12700">
            <a:solidFill>
              <a:srgbClr val="4FAA82"/>
            </a:solidFill>
            <a:prstDash val="solid"/>
          </a:ln>
        </p:spPr>
      </p:sp>
      <p:sp>
        <p:nvSpPr>
          <p:cNvPr id="1034" name="Shape 1032"/>
          <p:cNvSpPr/>
          <p:nvPr/>
        </p:nvSpPr>
        <p:spPr>
          <a:xfrm>
            <a:off x="5489257" y="4796028"/>
            <a:ext cx="142761" cy="97231"/>
          </a:xfrm>
          <a:prstGeom prst="rect">
            <a:avLst/>
          </a:prstGeom>
          <a:solidFill>
            <a:srgbClr val="4FAA82"/>
          </a:solidFill>
          <a:ln w="12700">
            <a:solidFill>
              <a:srgbClr val="4FAA82"/>
            </a:solidFill>
            <a:prstDash val="solid"/>
          </a:ln>
        </p:spPr>
      </p:sp>
      <p:sp>
        <p:nvSpPr>
          <p:cNvPr id="1035" name="Shape 1033"/>
          <p:cNvSpPr/>
          <p:nvPr/>
        </p:nvSpPr>
        <p:spPr>
          <a:xfrm>
            <a:off x="5652135" y="4796028"/>
            <a:ext cx="142761" cy="97231"/>
          </a:xfrm>
          <a:prstGeom prst="rect">
            <a:avLst/>
          </a:prstGeom>
          <a:solidFill>
            <a:srgbClr val="4FAA82"/>
          </a:solidFill>
          <a:ln w="12700">
            <a:solidFill>
              <a:srgbClr val="4FAA82"/>
            </a:solidFill>
            <a:prstDash val="solid"/>
          </a:ln>
        </p:spPr>
      </p:sp>
      <p:sp>
        <p:nvSpPr>
          <p:cNvPr id="1036" name="Shape 1034"/>
          <p:cNvSpPr/>
          <p:nvPr/>
        </p:nvSpPr>
        <p:spPr>
          <a:xfrm>
            <a:off x="5815012" y="4796028"/>
            <a:ext cx="142761" cy="97231"/>
          </a:xfrm>
          <a:prstGeom prst="rect">
            <a:avLst/>
          </a:prstGeom>
          <a:solidFill>
            <a:srgbClr val="4FAA82"/>
          </a:solidFill>
          <a:ln w="12700">
            <a:solidFill>
              <a:srgbClr val="4FAA82"/>
            </a:solidFill>
            <a:prstDash val="solid"/>
          </a:ln>
        </p:spPr>
      </p:sp>
      <p:sp>
        <p:nvSpPr>
          <p:cNvPr id="1037" name="Shape 1035"/>
          <p:cNvSpPr/>
          <p:nvPr/>
        </p:nvSpPr>
        <p:spPr>
          <a:xfrm>
            <a:off x="5977890" y="4796028"/>
            <a:ext cx="142761" cy="97231"/>
          </a:xfrm>
          <a:prstGeom prst="rect">
            <a:avLst/>
          </a:prstGeom>
          <a:solidFill>
            <a:srgbClr val="4FAA82"/>
          </a:solidFill>
          <a:ln w="12700">
            <a:solidFill>
              <a:srgbClr val="4FAA82"/>
            </a:solidFill>
            <a:prstDash val="solid"/>
          </a:ln>
        </p:spPr>
      </p:sp>
      <p:sp>
        <p:nvSpPr>
          <p:cNvPr id="1038" name="Shape 1036"/>
          <p:cNvSpPr/>
          <p:nvPr/>
        </p:nvSpPr>
        <p:spPr>
          <a:xfrm>
            <a:off x="6140767" y="4796028"/>
            <a:ext cx="142761" cy="97231"/>
          </a:xfrm>
          <a:prstGeom prst="rect">
            <a:avLst/>
          </a:prstGeom>
          <a:solidFill>
            <a:srgbClr val="7CC4A1"/>
          </a:solidFill>
          <a:ln w="12700">
            <a:solidFill>
              <a:srgbClr val="7CC4A1"/>
            </a:solidFill>
            <a:prstDash val="solid"/>
          </a:ln>
        </p:spPr>
      </p:sp>
      <p:sp>
        <p:nvSpPr>
          <p:cNvPr id="1039" name="Shape 1037"/>
          <p:cNvSpPr/>
          <p:nvPr/>
        </p:nvSpPr>
        <p:spPr>
          <a:xfrm>
            <a:off x="6303645" y="4796028"/>
            <a:ext cx="142761" cy="97231"/>
          </a:xfrm>
          <a:prstGeom prst="rect">
            <a:avLst/>
          </a:prstGeom>
          <a:solidFill>
            <a:srgbClr val="7CC4A1"/>
          </a:solidFill>
          <a:ln w="12700">
            <a:solidFill>
              <a:srgbClr val="7CC4A1"/>
            </a:solidFill>
            <a:prstDash val="solid"/>
          </a:ln>
        </p:spPr>
      </p:sp>
      <p:sp>
        <p:nvSpPr>
          <p:cNvPr id="1040" name="Shape 1038"/>
          <p:cNvSpPr/>
          <p:nvPr/>
        </p:nvSpPr>
        <p:spPr>
          <a:xfrm>
            <a:off x="6466522" y="4796028"/>
            <a:ext cx="142761" cy="97231"/>
          </a:xfrm>
          <a:prstGeom prst="rect">
            <a:avLst/>
          </a:prstGeom>
          <a:solidFill>
            <a:srgbClr val="7CC4A1"/>
          </a:solidFill>
          <a:ln w="12700">
            <a:solidFill>
              <a:srgbClr val="7CC4A1"/>
            </a:solidFill>
            <a:prstDash val="solid"/>
          </a:ln>
        </p:spPr>
      </p:sp>
      <p:sp>
        <p:nvSpPr>
          <p:cNvPr id="1041" name="Shape 1039"/>
          <p:cNvSpPr/>
          <p:nvPr/>
        </p:nvSpPr>
        <p:spPr>
          <a:xfrm>
            <a:off x="6629400" y="4796028"/>
            <a:ext cx="142761" cy="97231"/>
          </a:xfrm>
          <a:prstGeom prst="rect">
            <a:avLst/>
          </a:prstGeom>
          <a:solidFill>
            <a:srgbClr val="7CC4A1"/>
          </a:solidFill>
          <a:ln w="12700">
            <a:solidFill>
              <a:srgbClr val="7CC4A1"/>
            </a:solidFill>
            <a:prstDash val="solid"/>
          </a:ln>
        </p:spPr>
      </p:sp>
      <p:sp>
        <p:nvSpPr>
          <p:cNvPr id="1042" name="Shape 1040"/>
          <p:cNvSpPr/>
          <p:nvPr/>
        </p:nvSpPr>
        <p:spPr>
          <a:xfrm>
            <a:off x="6792277" y="4796028"/>
            <a:ext cx="142761" cy="97231"/>
          </a:xfrm>
          <a:prstGeom prst="rect">
            <a:avLst/>
          </a:prstGeom>
          <a:solidFill>
            <a:srgbClr val="7CC4A1"/>
          </a:solidFill>
          <a:ln w="12700">
            <a:solidFill>
              <a:srgbClr val="7CC4A1"/>
            </a:solidFill>
            <a:prstDash val="solid"/>
          </a:ln>
        </p:spPr>
      </p:sp>
      <p:sp>
        <p:nvSpPr>
          <p:cNvPr id="1043" name="Shape 1041"/>
          <p:cNvSpPr/>
          <p:nvPr/>
        </p:nvSpPr>
        <p:spPr>
          <a:xfrm>
            <a:off x="6955155" y="4796028"/>
            <a:ext cx="142761" cy="97231"/>
          </a:xfrm>
          <a:prstGeom prst="rect">
            <a:avLst/>
          </a:prstGeom>
          <a:solidFill>
            <a:srgbClr val="7CC4A1"/>
          </a:solidFill>
          <a:ln w="12700">
            <a:solidFill>
              <a:srgbClr val="7CC4A1"/>
            </a:solidFill>
            <a:prstDash val="solid"/>
          </a:ln>
        </p:spPr>
      </p:sp>
      <p:sp>
        <p:nvSpPr>
          <p:cNvPr id="1044" name="Shape 1042"/>
          <p:cNvSpPr/>
          <p:nvPr/>
        </p:nvSpPr>
        <p:spPr>
          <a:xfrm>
            <a:off x="7118032" y="4796028"/>
            <a:ext cx="142761" cy="97231"/>
          </a:xfrm>
          <a:prstGeom prst="rect">
            <a:avLst/>
          </a:prstGeom>
          <a:solidFill>
            <a:srgbClr val="7CC4A1"/>
          </a:solidFill>
          <a:ln w="12700">
            <a:solidFill>
              <a:srgbClr val="7CC4A1"/>
            </a:solidFill>
            <a:prstDash val="solid"/>
          </a:ln>
        </p:spPr>
      </p:sp>
      <p:sp>
        <p:nvSpPr>
          <p:cNvPr id="1045" name="Shape 1043"/>
          <p:cNvSpPr/>
          <p:nvPr/>
        </p:nvSpPr>
        <p:spPr>
          <a:xfrm>
            <a:off x="7280910" y="4796028"/>
            <a:ext cx="142761" cy="97231"/>
          </a:xfrm>
          <a:prstGeom prst="rect">
            <a:avLst/>
          </a:prstGeom>
          <a:solidFill>
            <a:srgbClr val="4FAA82"/>
          </a:solidFill>
          <a:ln w="12700">
            <a:solidFill>
              <a:srgbClr val="4FAA82"/>
            </a:solidFill>
            <a:prstDash val="solid"/>
          </a:ln>
        </p:spPr>
      </p:sp>
      <p:sp>
        <p:nvSpPr>
          <p:cNvPr id="1046" name="Shape 1044"/>
          <p:cNvSpPr/>
          <p:nvPr/>
        </p:nvSpPr>
        <p:spPr>
          <a:xfrm>
            <a:off x="7443788" y="4796028"/>
            <a:ext cx="142761" cy="97231"/>
          </a:xfrm>
          <a:prstGeom prst="rect">
            <a:avLst/>
          </a:prstGeom>
          <a:solidFill>
            <a:srgbClr val="4FAA82"/>
          </a:solidFill>
          <a:ln w="12700">
            <a:solidFill>
              <a:srgbClr val="4FAA82"/>
            </a:solidFill>
            <a:prstDash val="solid"/>
          </a:ln>
        </p:spPr>
      </p:sp>
      <p:sp>
        <p:nvSpPr>
          <p:cNvPr id="1047" name="Shape 1045"/>
          <p:cNvSpPr/>
          <p:nvPr/>
        </p:nvSpPr>
        <p:spPr>
          <a:xfrm>
            <a:off x="7606665" y="4796028"/>
            <a:ext cx="142761" cy="97231"/>
          </a:xfrm>
          <a:prstGeom prst="rect">
            <a:avLst/>
          </a:prstGeom>
          <a:solidFill>
            <a:srgbClr val="4FAA82"/>
          </a:solidFill>
          <a:ln w="12700">
            <a:solidFill>
              <a:srgbClr val="4FAA82"/>
            </a:solidFill>
            <a:prstDash val="solid"/>
          </a:ln>
        </p:spPr>
      </p:sp>
      <p:sp>
        <p:nvSpPr>
          <p:cNvPr id="1048" name="Shape 1046"/>
          <p:cNvSpPr/>
          <p:nvPr/>
        </p:nvSpPr>
        <p:spPr>
          <a:xfrm>
            <a:off x="7769542" y="4796028"/>
            <a:ext cx="142761" cy="97231"/>
          </a:xfrm>
          <a:prstGeom prst="rect">
            <a:avLst/>
          </a:prstGeom>
          <a:solidFill>
            <a:srgbClr val="4FAA82"/>
          </a:solidFill>
          <a:ln w="12700">
            <a:solidFill>
              <a:srgbClr val="4FAA82"/>
            </a:solidFill>
            <a:prstDash val="solid"/>
          </a:ln>
        </p:spPr>
      </p:sp>
      <p:sp>
        <p:nvSpPr>
          <p:cNvPr id="1049" name="Shape 1047"/>
          <p:cNvSpPr/>
          <p:nvPr/>
        </p:nvSpPr>
        <p:spPr>
          <a:xfrm>
            <a:off x="7932420" y="4796028"/>
            <a:ext cx="142761" cy="97231"/>
          </a:xfrm>
          <a:prstGeom prst="rect">
            <a:avLst/>
          </a:prstGeom>
          <a:solidFill>
            <a:srgbClr val="4FAA82"/>
          </a:solidFill>
          <a:ln w="12700">
            <a:solidFill>
              <a:srgbClr val="4FAA82"/>
            </a:solidFill>
            <a:prstDash val="solid"/>
          </a:ln>
        </p:spPr>
      </p:sp>
      <p:sp>
        <p:nvSpPr>
          <p:cNvPr id="1050" name="Shape 1048"/>
          <p:cNvSpPr/>
          <p:nvPr/>
        </p:nvSpPr>
        <p:spPr>
          <a:xfrm>
            <a:off x="8095297" y="4796028"/>
            <a:ext cx="142761" cy="97231"/>
          </a:xfrm>
          <a:prstGeom prst="rect">
            <a:avLst/>
          </a:prstGeom>
          <a:solidFill>
            <a:srgbClr val="4FAA82"/>
          </a:solidFill>
          <a:ln w="12700">
            <a:solidFill>
              <a:srgbClr val="4FAA82"/>
            </a:solidFill>
            <a:prstDash val="solid"/>
          </a:ln>
        </p:spPr>
      </p:sp>
      <p:sp>
        <p:nvSpPr>
          <p:cNvPr id="1051" name="Shape 1049"/>
          <p:cNvSpPr/>
          <p:nvPr/>
        </p:nvSpPr>
        <p:spPr>
          <a:xfrm>
            <a:off x="8258175" y="4796028"/>
            <a:ext cx="142761" cy="97231"/>
          </a:xfrm>
          <a:prstGeom prst="rect">
            <a:avLst/>
          </a:prstGeom>
          <a:solidFill>
            <a:srgbClr val="4FAA82"/>
          </a:solidFill>
          <a:ln w="12700">
            <a:solidFill>
              <a:srgbClr val="4FAA82"/>
            </a:solidFill>
            <a:prstDash val="solid"/>
          </a:ln>
        </p:spPr>
      </p:sp>
      <p:sp>
        <p:nvSpPr>
          <p:cNvPr id="1052" name="Shape 1050"/>
          <p:cNvSpPr/>
          <p:nvPr/>
        </p:nvSpPr>
        <p:spPr>
          <a:xfrm>
            <a:off x="8421053" y="4796028"/>
            <a:ext cx="142761" cy="97231"/>
          </a:xfrm>
          <a:prstGeom prst="rect">
            <a:avLst/>
          </a:prstGeom>
          <a:solidFill>
            <a:srgbClr val="4FAA82"/>
          </a:solidFill>
          <a:ln w="12700">
            <a:solidFill>
              <a:srgbClr val="4FAA82"/>
            </a:solidFill>
            <a:prstDash val="solid"/>
          </a:ln>
        </p:spPr>
      </p:sp>
      <p:sp>
        <p:nvSpPr>
          <p:cNvPr id="1053" name="Shape 1051"/>
          <p:cNvSpPr/>
          <p:nvPr/>
        </p:nvSpPr>
        <p:spPr>
          <a:xfrm>
            <a:off x="8583930" y="4796028"/>
            <a:ext cx="142761" cy="97231"/>
          </a:xfrm>
          <a:prstGeom prst="rect">
            <a:avLst/>
          </a:prstGeom>
          <a:solidFill>
            <a:srgbClr val="4FAA82"/>
          </a:solidFill>
          <a:ln w="12700">
            <a:solidFill>
              <a:srgbClr val="4FAA82"/>
            </a:solidFill>
            <a:prstDash val="solid"/>
          </a:ln>
        </p:spPr>
      </p:sp>
      <p:sp>
        <p:nvSpPr>
          <p:cNvPr id="1054" name="Shape 1052"/>
          <p:cNvSpPr/>
          <p:nvPr/>
        </p:nvSpPr>
        <p:spPr>
          <a:xfrm>
            <a:off x="8746807" y="4796028"/>
            <a:ext cx="142761" cy="97231"/>
          </a:xfrm>
          <a:prstGeom prst="rect">
            <a:avLst/>
          </a:prstGeom>
          <a:solidFill>
            <a:srgbClr val="4FAA82"/>
          </a:solidFill>
          <a:ln w="12700">
            <a:solidFill>
              <a:srgbClr val="4FAA82"/>
            </a:solidFill>
            <a:prstDash val="solid"/>
          </a:ln>
        </p:spPr>
      </p:sp>
      <p:sp>
        <p:nvSpPr>
          <p:cNvPr id="1055" name="Shape 1053"/>
          <p:cNvSpPr/>
          <p:nvPr/>
        </p:nvSpPr>
        <p:spPr>
          <a:xfrm>
            <a:off x="8909685" y="4796028"/>
            <a:ext cx="142761" cy="97231"/>
          </a:xfrm>
          <a:prstGeom prst="rect">
            <a:avLst/>
          </a:prstGeom>
          <a:solidFill>
            <a:srgbClr val="4FAA82"/>
          </a:solidFill>
          <a:ln w="12700">
            <a:solidFill>
              <a:srgbClr val="4FAA82"/>
            </a:solidFill>
            <a:prstDash val="solid"/>
          </a:ln>
        </p:spPr>
      </p:sp>
      <p:sp>
        <p:nvSpPr>
          <p:cNvPr id="1056" name="Shape 1054"/>
          <p:cNvSpPr/>
          <p:nvPr/>
        </p:nvSpPr>
        <p:spPr>
          <a:xfrm>
            <a:off x="9072563" y="4796028"/>
            <a:ext cx="142761" cy="97231"/>
          </a:xfrm>
          <a:prstGeom prst="rect">
            <a:avLst/>
          </a:prstGeom>
          <a:solidFill>
            <a:srgbClr val="4FAA82"/>
          </a:solidFill>
          <a:ln w="12700">
            <a:solidFill>
              <a:srgbClr val="4FAA82"/>
            </a:solidFill>
            <a:prstDash val="solid"/>
          </a:ln>
        </p:spPr>
      </p:sp>
      <p:sp>
        <p:nvSpPr>
          <p:cNvPr id="1057" name="Shape 1055"/>
          <p:cNvSpPr/>
          <p:nvPr/>
        </p:nvSpPr>
        <p:spPr>
          <a:xfrm>
            <a:off x="1417320" y="4913376"/>
            <a:ext cx="142761" cy="97231"/>
          </a:xfrm>
          <a:prstGeom prst="rect">
            <a:avLst/>
          </a:prstGeom>
          <a:solidFill>
            <a:srgbClr val="4FAA82"/>
          </a:solidFill>
          <a:ln w="12700">
            <a:solidFill>
              <a:srgbClr val="4FAA82"/>
            </a:solidFill>
            <a:prstDash val="solid"/>
          </a:ln>
        </p:spPr>
      </p:sp>
      <p:sp>
        <p:nvSpPr>
          <p:cNvPr id="1058" name="Shape 1056"/>
          <p:cNvSpPr/>
          <p:nvPr/>
        </p:nvSpPr>
        <p:spPr>
          <a:xfrm>
            <a:off x="1580198" y="4913376"/>
            <a:ext cx="142761" cy="97231"/>
          </a:xfrm>
          <a:prstGeom prst="rect">
            <a:avLst/>
          </a:prstGeom>
          <a:solidFill>
            <a:srgbClr val="4FAA82"/>
          </a:solidFill>
          <a:ln w="12700">
            <a:solidFill>
              <a:srgbClr val="4FAA82"/>
            </a:solidFill>
            <a:prstDash val="solid"/>
          </a:ln>
        </p:spPr>
      </p:sp>
      <p:sp>
        <p:nvSpPr>
          <p:cNvPr id="1059" name="Shape 1057"/>
          <p:cNvSpPr/>
          <p:nvPr/>
        </p:nvSpPr>
        <p:spPr>
          <a:xfrm>
            <a:off x="1743075" y="4913376"/>
            <a:ext cx="142761" cy="97231"/>
          </a:xfrm>
          <a:prstGeom prst="rect">
            <a:avLst/>
          </a:prstGeom>
          <a:solidFill>
            <a:srgbClr val="4FAA82"/>
          </a:solidFill>
          <a:ln w="12700">
            <a:solidFill>
              <a:srgbClr val="4FAA82"/>
            </a:solidFill>
            <a:prstDash val="solid"/>
          </a:ln>
        </p:spPr>
      </p:sp>
      <p:sp>
        <p:nvSpPr>
          <p:cNvPr id="1060" name="Shape 1058"/>
          <p:cNvSpPr/>
          <p:nvPr/>
        </p:nvSpPr>
        <p:spPr>
          <a:xfrm>
            <a:off x="1905953" y="4913376"/>
            <a:ext cx="142761" cy="97231"/>
          </a:xfrm>
          <a:prstGeom prst="rect">
            <a:avLst/>
          </a:prstGeom>
          <a:solidFill>
            <a:srgbClr val="4FAA82"/>
          </a:solidFill>
          <a:ln w="12700">
            <a:solidFill>
              <a:srgbClr val="4FAA82"/>
            </a:solidFill>
            <a:prstDash val="solid"/>
          </a:ln>
        </p:spPr>
      </p:sp>
      <p:sp>
        <p:nvSpPr>
          <p:cNvPr id="1061" name="Shape 1059"/>
          <p:cNvSpPr/>
          <p:nvPr/>
        </p:nvSpPr>
        <p:spPr>
          <a:xfrm>
            <a:off x="2068830" y="4913376"/>
            <a:ext cx="142761" cy="97231"/>
          </a:xfrm>
          <a:prstGeom prst="rect">
            <a:avLst/>
          </a:prstGeom>
          <a:solidFill>
            <a:srgbClr val="4FAA82"/>
          </a:solidFill>
          <a:ln w="12700">
            <a:solidFill>
              <a:srgbClr val="4FAA82"/>
            </a:solidFill>
            <a:prstDash val="solid"/>
          </a:ln>
        </p:spPr>
      </p:sp>
      <p:sp>
        <p:nvSpPr>
          <p:cNvPr id="1062" name="Shape 1060"/>
          <p:cNvSpPr/>
          <p:nvPr/>
        </p:nvSpPr>
        <p:spPr>
          <a:xfrm>
            <a:off x="2231708" y="4913376"/>
            <a:ext cx="142761" cy="97231"/>
          </a:xfrm>
          <a:prstGeom prst="rect">
            <a:avLst/>
          </a:prstGeom>
          <a:solidFill>
            <a:srgbClr val="4FAA82"/>
          </a:solidFill>
          <a:ln w="12700">
            <a:solidFill>
              <a:srgbClr val="4FAA82"/>
            </a:solidFill>
            <a:prstDash val="solid"/>
          </a:ln>
        </p:spPr>
      </p:sp>
      <p:sp>
        <p:nvSpPr>
          <p:cNvPr id="1063" name="Shape 1061"/>
          <p:cNvSpPr/>
          <p:nvPr/>
        </p:nvSpPr>
        <p:spPr>
          <a:xfrm>
            <a:off x="2394585" y="4913376"/>
            <a:ext cx="142761" cy="97231"/>
          </a:xfrm>
          <a:prstGeom prst="rect">
            <a:avLst/>
          </a:prstGeom>
          <a:solidFill>
            <a:srgbClr val="4FAA82"/>
          </a:solidFill>
          <a:ln w="12700">
            <a:solidFill>
              <a:srgbClr val="4FAA82"/>
            </a:solidFill>
            <a:prstDash val="solid"/>
          </a:ln>
        </p:spPr>
      </p:sp>
      <p:sp>
        <p:nvSpPr>
          <p:cNvPr id="1064" name="Shape 1062"/>
          <p:cNvSpPr/>
          <p:nvPr/>
        </p:nvSpPr>
        <p:spPr>
          <a:xfrm>
            <a:off x="2557463" y="4913376"/>
            <a:ext cx="142761" cy="97231"/>
          </a:xfrm>
          <a:prstGeom prst="rect">
            <a:avLst/>
          </a:prstGeom>
          <a:solidFill>
            <a:srgbClr val="4FAA82"/>
          </a:solidFill>
          <a:ln w="12700">
            <a:solidFill>
              <a:srgbClr val="4FAA82"/>
            </a:solidFill>
            <a:prstDash val="solid"/>
          </a:ln>
        </p:spPr>
      </p:sp>
      <p:sp>
        <p:nvSpPr>
          <p:cNvPr id="1065" name="Shape 1063"/>
          <p:cNvSpPr/>
          <p:nvPr/>
        </p:nvSpPr>
        <p:spPr>
          <a:xfrm>
            <a:off x="2720340" y="4913376"/>
            <a:ext cx="142761" cy="97231"/>
          </a:xfrm>
          <a:prstGeom prst="rect">
            <a:avLst/>
          </a:prstGeom>
          <a:solidFill>
            <a:srgbClr val="4FAA82"/>
          </a:solidFill>
          <a:ln w="12700">
            <a:solidFill>
              <a:srgbClr val="4FAA82"/>
            </a:solidFill>
            <a:prstDash val="solid"/>
          </a:ln>
        </p:spPr>
      </p:sp>
      <p:sp>
        <p:nvSpPr>
          <p:cNvPr id="1066" name="Shape 1064"/>
          <p:cNvSpPr/>
          <p:nvPr/>
        </p:nvSpPr>
        <p:spPr>
          <a:xfrm>
            <a:off x="2883218" y="4913376"/>
            <a:ext cx="142761" cy="97231"/>
          </a:xfrm>
          <a:prstGeom prst="rect">
            <a:avLst/>
          </a:prstGeom>
          <a:solidFill>
            <a:srgbClr val="4FAA82"/>
          </a:solidFill>
          <a:ln w="12700">
            <a:solidFill>
              <a:srgbClr val="4FAA82"/>
            </a:solidFill>
            <a:prstDash val="solid"/>
          </a:ln>
        </p:spPr>
      </p:sp>
      <p:sp>
        <p:nvSpPr>
          <p:cNvPr id="1067" name="Shape 1065"/>
          <p:cNvSpPr/>
          <p:nvPr/>
        </p:nvSpPr>
        <p:spPr>
          <a:xfrm>
            <a:off x="3046095" y="4913376"/>
            <a:ext cx="142761" cy="97231"/>
          </a:xfrm>
          <a:prstGeom prst="rect">
            <a:avLst/>
          </a:prstGeom>
          <a:solidFill>
            <a:srgbClr val="4FAA82"/>
          </a:solidFill>
          <a:ln w="12700">
            <a:solidFill>
              <a:srgbClr val="4FAA82"/>
            </a:solidFill>
            <a:prstDash val="solid"/>
          </a:ln>
        </p:spPr>
      </p:sp>
      <p:sp>
        <p:nvSpPr>
          <p:cNvPr id="1068" name="Shape 1066"/>
          <p:cNvSpPr/>
          <p:nvPr/>
        </p:nvSpPr>
        <p:spPr>
          <a:xfrm>
            <a:off x="3208972" y="4913376"/>
            <a:ext cx="142761" cy="97231"/>
          </a:xfrm>
          <a:prstGeom prst="rect">
            <a:avLst/>
          </a:prstGeom>
          <a:solidFill>
            <a:srgbClr val="4FAA82"/>
          </a:solidFill>
          <a:ln w="12700">
            <a:solidFill>
              <a:srgbClr val="4FAA82"/>
            </a:solidFill>
            <a:prstDash val="solid"/>
          </a:ln>
        </p:spPr>
      </p:sp>
      <p:sp>
        <p:nvSpPr>
          <p:cNvPr id="1069" name="Shape 1067"/>
          <p:cNvSpPr/>
          <p:nvPr/>
        </p:nvSpPr>
        <p:spPr>
          <a:xfrm>
            <a:off x="3371850" y="4913376"/>
            <a:ext cx="142761" cy="97231"/>
          </a:xfrm>
          <a:prstGeom prst="rect">
            <a:avLst/>
          </a:prstGeom>
          <a:solidFill>
            <a:srgbClr val="4FAA82"/>
          </a:solidFill>
          <a:ln w="12700">
            <a:solidFill>
              <a:srgbClr val="4FAA82"/>
            </a:solidFill>
            <a:prstDash val="solid"/>
          </a:ln>
        </p:spPr>
      </p:sp>
      <p:sp>
        <p:nvSpPr>
          <p:cNvPr id="1070" name="Shape 1068"/>
          <p:cNvSpPr/>
          <p:nvPr/>
        </p:nvSpPr>
        <p:spPr>
          <a:xfrm>
            <a:off x="3534727" y="4913376"/>
            <a:ext cx="142761" cy="97231"/>
          </a:xfrm>
          <a:prstGeom prst="rect">
            <a:avLst/>
          </a:prstGeom>
          <a:solidFill>
            <a:srgbClr val="4FAA82"/>
          </a:solidFill>
          <a:ln w="12700">
            <a:solidFill>
              <a:srgbClr val="4FAA82"/>
            </a:solidFill>
            <a:prstDash val="solid"/>
          </a:ln>
        </p:spPr>
      </p:sp>
      <p:sp>
        <p:nvSpPr>
          <p:cNvPr id="1071" name="Shape 1069"/>
          <p:cNvSpPr/>
          <p:nvPr/>
        </p:nvSpPr>
        <p:spPr>
          <a:xfrm>
            <a:off x="3697605" y="4913376"/>
            <a:ext cx="142761" cy="97231"/>
          </a:xfrm>
          <a:prstGeom prst="rect">
            <a:avLst/>
          </a:prstGeom>
          <a:solidFill>
            <a:srgbClr val="4FAA82"/>
          </a:solidFill>
          <a:ln w="12700">
            <a:solidFill>
              <a:srgbClr val="4FAA82"/>
            </a:solidFill>
            <a:prstDash val="solid"/>
          </a:ln>
        </p:spPr>
      </p:sp>
      <p:sp>
        <p:nvSpPr>
          <p:cNvPr id="1072" name="Shape 1070"/>
          <p:cNvSpPr/>
          <p:nvPr/>
        </p:nvSpPr>
        <p:spPr>
          <a:xfrm>
            <a:off x="3860483" y="4913376"/>
            <a:ext cx="142761" cy="97231"/>
          </a:xfrm>
          <a:prstGeom prst="rect">
            <a:avLst/>
          </a:prstGeom>
          <a:solidFill>
            <a:srgbClr val="4FAA82"/>
          </a:solidFill>
          <a:ln w="12700">
            <a:solidFill>
              <a:srgbClr val="4FAA82"/>
            </a:solidFill>
            <a:prstDash val="solid"/>
          </a:ln>
        </p:spPr>
      </p:sp>
      <p:sp>
        <p:nvSpPr>
          <p:cNvPr id="1073" name="Shape 1071"/>
          <p:cNvSpPr/>
          <p:nvPr/>
        </p:nvSpPr>
        <p:spPr>
          <a:xfrm>
            <a:off x="4023360" y="4913376"/>
            <a:ext cx="142761" cy="97231"/>
          </a:xfrm>
          <a:prstGeom prst="rect">
            <a:avLst/>
          </a:prstGeom>
          <a:solidFill>
            <a:srgbClr val="4FAA82"/>
          </a:solidFill>
          <a:ln w="12700">
            <a:solidFill>
              <a:srgbClr val="4FAA82"/>
            </a:solidFill>
            <a:prstDash val="solid"/>
          </a:ln>
        </p:spPr>
      </p:sp>
      <p:sp>
        <p:nvSpPr>
          <p:cNvPr id="1074" name="Shape 1072"/>
          <p:cNvSpPr/>
          <p:nvPr/>
        </p:nvSpPr>
        <p:spPr>
          <a:xfrm>
            <a:off x="4186238" y="4913376"/>
            <a:ext cx="142761" cy="97231"/>
          </a:xfrm>
          <a:prstGeom prst="rect">
            <a:avLst/>
          </a:prstGeom>
          <a:solidFill>
            <a:srgbClr val="4FAA82"/>
          </a:solidFill>
          <a:ln w="12700">
            <a:solidFill>
              <a:srgbClr val="4FAA82"/>
            </a:solidFill>
            <a:prstDash val="solid"/>
          </a:ln>
        </p:spPr>
      </p:sp>
      <p:sp>
        <p:nvSpPr>
          <p:cNvPr id="1075" name="Shape 1073"/>
          <p:cNvSpPr/>
          <p:nvPr/>
        </p:nvSpPr>
        <p:spPr>
          <a:xfrm>
            <a:off x="4349115" y="4913376"/>
            <a:ext cx="142761" cy="97231"/>
          </a:xfrm>
          <a:prstGeom prst="rect">
            <a:avLst/>
          </a:prstGeom>
          <a:solidFill>
            <a:srgbClr val="4FAA82"/>
          </a:solidFill>
          <a:ln w="12700">
            <a:solidFill>
              <a:srgbClr val="4FAA82"/>
            </a:solidFill>
            <a:prstDash val="solid"/>
          </a:ln>
        </p:spPr>
      </p:sp>
      <p:sp>
        <p:nvSpPr>
          <p:cNvPr id="1076" name="Shape 1074"/>
          <p:cNvSpPr/>
          <p:nvPr/>
        </p:nvSpPr>
        <p:spPr>
          <a:xfrm>
            <a:off x="4511992" y="4913376"/>
            <a:ext cx="142761" cy="97231"/>
          </a:xfrm>
          <a:prstGeom prst="rect">
            <a:avLst/>
          </a:prstGeom>
          <a:solidFill>
            <a:srgbClr val="268C64"/>
          </a:solidFill>
          <a:ln w="12700">
            <a:solidFill>
              <a:srgbClr val="268C64"/>
            </a:solidFill>
            <a:prstDash val="solid"/>
          </a:ln>
        </p:spPr>
      </p:sp>
      <p:sp>
        <p:nvSpPr>
          <p:cNvPr id="1077" name="Shape 1075"/>
          <p:cNvSpPr/>
          <p:nvPr/>
        </p:nvSpPr>
        <p:spPr>
          <a:xfrm>
            <a:off x="4674870" y="4913376"/>
            <a:ext cx="142761" cy="97231"/>
          </a:xfrm>
          <a:prstGeom prst="rect">
            <a:avLst/>
          </a:prstGeom>
          <a:solidFill>
            <a:srgbClr val="4FAA82"/>
          </a:solidFill>
          <a:ln w="12700">
            <a:solidFill>
              <a:srgbClr val="4FAA82"/>
            </a:solidFill>
            <a:prstDash val="solid"/>
          </a:ln>
        </p:spPr>
      </p:sp>
      <p:sp>
        <p:nvSpPr>
          <p:cNvPr id="1078" name="Shape 1076"/>
          <p:cNvSpPr/>
          <p:nvPr/>
        </p:nvSpPr>
        <p:spPr>
          <a:xfrm>
            <a:off x="4837747" y="4913376"/>
            <a:ext cx="142761" cy="97231"/>
          </a:xfrm>
          <a:prstGeom prst="rect">
            <a:avLst/>
          </a:prstGeom>
          <a:solidFill>
            <a:srgbClr val="268C64"/>
          </a:solidFill>
          <a:ln w="12700">
            <a:solidFill>
              <a:srgbClr val="268C64"/>
            </a:solidFill>
            <a:prstDash val="solid"/>
          </a:ln>
        </p:spPr>
      </p:sp>
      <p:sp>
        <p:nvSpPr>
          <p:cNvPr id="1079" name="Shape 1077"/>
          <p:cNvSpPr/>
          <p:nvPr/>
        </p:nvSpPr>
        <p:spPr>
          <a:xfrm>
            <a:off x="5000625" y="4913376"/>
            <a:ext cx="142761" cy="97231"/>
          </a:xfrm>
          <a:prstGeom prst="rect">
            <a:avLst/>
          </a:prstGeom>
          <a:solidFill>
            <a:srgbClr val="4FAA82"/>
          </a:solidFill>
          <a:ln w="12700">
            <a:solidFill>
              <a:srgbClr val="4FAA82"/>
            </a:solidFill>
            <a:prstDash val="solid"/>
          </a:ln>
        </p:spPr>
      </p:sp>
      <p:sp>
        <p:nvSpPr>
          <p:cNvPr id="1080" name="Shape 1078"/>
          <p:cNvSpPr/>
          <p:nvPr/>
        </p:nvSpPr>
        <p:spPr>
          <a:xfrm>
            <a:off x="5163503" y="4913376"/>
            <a:ext cx="142761" cy="97231"/>
          </a:xfrm>
          <a:prstGeom prst="rect">
            <a:avLst/>
          </a:prstGeom>
          <a:solidFill>
            <a:srgbClr val="4FAA82"/>
          </a:solidFill>
          <a:ln w="12700">
            <a:solidFill>
              <a:srgbClr val="4FAA82"/>
            </a:solidFill>
            <a:prstDash val="solid"/>
          </a:ln>
        </p:spPr>
      </p:sp>
      <p:sp>
        <p:nvSpPr>
          <p:cNvPr id="1081" name="Shape 1079"/>
          <p:cNvSpPr/>
          <p:nvPr/>
        </p:nvSpPr>
        <p:spPr>
          <a:xfrm>
            <a:off x="5326380" y="4913376"/>
            <a:ext cx="142761" cy="97231"/>
          </a:xfrm>
          <a:prstGeom prst="rect">
            <a:avLst/>
          </a:prstGeom>
          <a:solidFill>
            <a:srgbClr val="4FAA82"/>
          </a:solidFill>
          <a:ln w="12700">
            <a:solidFill>
              <a:srgbClr val="4FAA82"/>
            </a:solidFill>
            <a:prstDash val="solid"/>
          </a:ln>
        </p:spPr>
      </p:sp>
      <p:sp>
        <p:nvSpPr>
          <p:cNvPr id="1082" name="Shape 1080"/>
          <p:cNvSpPr/>
          <p:nvPr/>
        </p:nvSpPr>
        <p:spPr>
          <a:xfrm>
            <a:off x="5489257" y="4913376"/>
            <a:ext cx="142761" cy="97231"/>
          </a:xfrm>
          <a:prstGeom prst="rect">
            <a:avLst/>
          </a:prstGeom>
          <a:solidFill>
            <a:srgbClr val="4FAA82"/>
          </a:solidFill>
          <a:ln w="12700">
            <a:solidFill>
              <a:srgbClr val="4FAA82"/>
            </a:solidFill>
            <a:prstDash val="solid"/>
          </a:ln>
        </p:spPr>
      </p:sp>
      <p:sp>
        <p:nvSpPr>
          <p:cNvPr id="1083" name="Shape 1081"/>
          <p:cNvSpPr/>
          <p:nvPr/>
        </p:nvSpPr>
        <p:spPr>
          <a:xfrm>
            <a:off x="5652135" y="4913376"/>
            <a:ext cx="142761" cy="97231"/>
          </a:xfrm>
          <a:prstGeom prst="rect">
            <a:avLst/>
          </a:prstGeom>
          <a:solidFill>
            <a:srgbClr val="4FAA82"/>
          </a:solidFill>
          <a:ln w="12700">
            <a:solidFill>
              <a:srgbClr val="4FAA82"/>
            </a:solidFill>
            <a:prstDash val="solid"/>
          </a:ln>
        </p:spPr>
      </p:sp>
      <p:sp>
        <p:nvSpPr>
          <p:cNvPr id="1084" name="Shape 1082"/>
          <p:cNvSpPr/>
          <p:nvPr/>
        </p:nvSpPr>
        <p:spPr>
          <a:xfrm>
            <a:off x="5815012" y="4913376"/>
            <a:ext cx="142761" cy="97231"/>
          </a:xfrm>
          <a:prstGeom prst="rect">
            <a:avLst/>
          </a:prstGeom>
          <a:solidFill>
            <a:srgbClr val="4FAA82"/>
          </a:solidFill>
          <a:ln w="12700">
            <a:solidFill>
              <a:srgbClr val="4FAA82"/>
            </a:solidFill>
            <a:prstDash val="solid"/>
          </a:ln>
        </p:spPr>
      </p:sp>
      <p:sp>
        <p:nvSpPr>
          <p:cNvPr id="1085" name="Shape 1083"/>
          <p:cNvSpPr/>
          <p:nvPr/>
        </p:nvSpPr>
        <p:spPr>
          <a:xfrm>
            <a:off x="5977890" y="4913376"/>
            <a:ext cx="142761" cy="97231"/>
          </a:xfrm>
          <a:prstGeom prst="rect">
            <a:avLst/>
          </a:prstGeom>
          <a:solidFill>
            <a:srgbClr val="4FAA82"/>
          </a:solidFill>
          <a:ln w="12700">
            <a:solidFill>
              <a:srgbClr val="4FAA82"/>
            </a:solidFill>
            <a:prstDash val="solid"/>
          </a:ln>
        </p:spPr>
      </p:sp>
      <p:sp>
        <p:nvSpPr>
          <p:cNvPr id="1086" name="Shape 1084"/>
          <p:cNvSpPr/>
          <p:nvPr/>
        </p:nvSpPr>
        <p:spPr>
          <a:xfrm>
            <a:off x="6140767" y="4913376"/>
            <a:ext cx="142761" cy="97231"/>
          </a:xfrm>
          <a:prstGeom prst="rect">
            <a:avLst/>
          </a:prstGeom>
          <a:solidFill>
            <a:srgbClr val="4FAA82"/>
          </a:solidFill>
          <a:ln w="12700">
            <a:solidFill>
              <a:srgbClr val="4FAA82"/>
            </a:solidFill>
            <a:prstDash val="solid"/>
          </a:ln>
        </p:spPr>
      </p:sp>
      <p:sp>
        <p:nvSpPr>
          <p:cNvPr id="1087" name="Shape 1085"/>
          <p:cNvSpPr/>
          <p:nvPr/>
        </p:nvSpPr>
        <p:spPr>
          <a:xfrm>
            <a:off x="6303645" y="4913376"/>
            <a:ext cx="142761" cy="97231"/>
          </a:xfrm>
          <a:prstGeom prst="rect">
            <a:avLst/>
          </a:prstGeom>
          <a:solidFill>
            <a:srgbClr val="4FAA82"/>
          </a:solidFill>
          <a:ln w="12700">
            <a:solidFill>
              <a:srgbClr val="4FAA82"/>
            </a:solidFill>
            <a:prstDash val="solid"/>
          </a:ln>
        </p:spPr>
      </p:sp>
      <p:sp>
        <p:nvSpPr>
          <p:cNvPr id="1088" name="Shape 1086"/>
          <p:cNvSpPr/>
          <p:nvPr/>
        </p:nvSpPr>
        <p:spPr>
          <a:xfrm>
            <a:off x="6466522" y="4913376"/>
            <a:ext cx="142761" cy="97231"/>
          </a:xfrm>
          <a:prstGeom prst="rect">
            <a:avLst/>
          </a:prstGeom>
          <a:solidFill>
            <a:srgbClr val="4FAA82"/>
          </a:solidFill>
          <a:ln w="12700">
            <a:solidFill>
              <a:srgbClr val="4FAA82"/>
            </a:solidFill>
            <a:prstDash val="solid"/>
          </a:ln>
        </p:spPr>
      </p:sp>
      <p:sp>
        <p:nvSpPr>
          <p:cNvPr id="1089" name="Shape 1087"/>
          <p:cNvSpPr/>
          <p:nvPr/>
        </p:nvSpPr>
        <p:spPr>
          <a:xfrm>
            <a:off x="6629400" y="4913376"/>
            <a:ext cx="142761" cy="97231"/>
          </a:xfrm>
          <a:prstGeom prst="rect">
            <a:avLst/>
          </a:prstGeom>
          <a:solidFill>
            <a:srgbClr val="4FAA82"/>
          </a:solidFill>
          <a:ln w="12700">
            <a:solidFill>
              <a:srgbClr val="4FAA82"/>
            </a:solidFill>
            <a:prstDash val="solid"/>
          </a:ln>
        </p:spPr>
      </p:sp>
      <p:sp>
        <p:nvSpPr>
          <p:cNvPr id="1090" name="Shape 1088"/>
          <p:cNvSpPr/>
          <p:nvPr/>
        </p:nvSpPr>
        <p:spPr>
          <a:xfrm>
            <a:off x="6792277" y="4913376"/>
            <a:ext cx="142761" cy="97231"/>
          </a:xfrm>
          <a:prstGeom prst="rect">
            <a:avLst/>
          </a:prstGeom>
          <a:solidFill>
            <a:srgbClr val="4FAA82"/>
          </a:solidFill>
          <a:ln w="12700">
            <a:solidFill>
              <a:srgbClr val="4FAA82"/>
            </a:solidFill>
            <a:prstDash val="solid"/>
          </a:ln>
        </p:spPr>
      </p:sp>
      <p:sp>
        <p:nvSpPr>
          <p:cNvPr id="1091" name="Shape 1089"/>
          <p:cNvSpPr/>
          <p:nvPr/>
        </p:nvSpPr>
        <p:spPr>
          <a:xfrm>
            <a:off x="6955155" y="4913376"/>
            <a:ext cx="142761" cy="97231"/>
          </a:xfrm>
          <a:prstGeom prst="rect">
            <a:avLst/>
          </a:prstGeom>
          <a:solidFill>
            <a:srgbClr val="4FAA82"/>
          </a:solidFill>
          <a:ln w="12700">
            <a:solidFill>
              <a:srgbClr val="4FAA82"/>
            </a:solidFill>
            <a:prstDash val="solid"/>
          </a:ln>
        </p:spPr>
      </p:sp>
      <p:sp>
        <p:nvSpPr>
          <p:cNvPr id="1092" name="Shape 1090"/>
          <p:cNvSpPr/>
          <p:nvPr/>
        </p:nvSpPr>
        <p:spPr>
          <a:xfrm>
            <a:off x="7118032" y="4913376"/>
            <a:ext cx="142761" cy="97231"/>
          </a:xfrm>
          <a:prstGeom prst="rect">
            <a:avLst/>
          </a:prstGeom>
          <a:solidFill>
            <a:srgbClr val="4FAA82"/>
          </a:solidFill>
          <a:ln w="12700">
            <a:solidFill>
              <a:srgbClr val="4FAA82"/>
            </a:solidFill>
            <a:prstDash val="solid"/>
          </a:ln>
        </p:spPr>
      </p:sp>
      <p:sp>
        <p:nvSpPr>
          <p:cNvPr id="1093" name="Shape 1091"/>
          <p:cNvSpPr/>
          <p:nvPr/>
        </p:nvSpPr>
        <p:spPr>
          <a:xfrm>
            <a:off x="7280910" y="4913376"/>
            <a:ext cx="142761" cy="97231"/>
          </a:xfrm>
          <a:prstGeom prst="rect">
            <a:avLst/>
          </a:prstGeom>
          <a:solidFill>
            <a:srgbClr val="4FAA82"/>
          </a:solidFill>
          <a:ln w="12700">
            <a:solidFill>
              <a:srgbClr val="4FAA82"/>
            </a:solidFill>
            <a:prstDash val="solid"/>
          </a:ln>
        </p:spPr>
      </p:sp>
      <p:sp>
        <p:nvSpPr>
          <p:cNvPr id="1094" name="Shape 1092"/>
          <p:cNvSpPr/>
          <p:nvPr/>
        </p:nvSpPr>
        <p:spPr>
          <a:xfrm>
            <a:off x="7443788" y="4913376"/>
            <a:ext cx="142761" cy="97231"/>
          </a:xfrm>
          <a:prstGeom prst="rect">
            <a:avLst/>
          </a:prstGeom>
          <a:solidFill>
            <a:srgbClr val="4FAA82"/>
          </a:solidFill>
          <a:ln w="12700">
            <a:solidFill>
              <a:srgbClr val="4FAA82"/>
            </a:solidFill>
            <a:prstDash val="solid"/>
          </a:ln>
        </p:spPr>
      </p:sp>
      <p:sp>
        <p:nvSpPr>
          <p:cNvPr id="1095" name="Shape 1093"/>
          <p:cNvSpPr/>
          <p:nvPr/>
        </p:nvSpPr>
        <p:spPr>
          <a:xfrm>
            <a:off x="7606665" y="4913376"/>
            <a:ext cx="142761" cy="97231"/>
          </a:xfrm>
          <a:prstGeom prst="rect">
            <a:avLst/>
          </a:prstGeom>
          <a:solidFill>
            <a:srgbClr val="7CC4A1"/>
          </a:solidFill>
          <a:ln w="12700">
            <a:solidFill>
              <a:srgbClr val="7CC4A1"/>
            </a:solidFill>
            <a:prstDash val="solid"/>
          </a:ln>
        </p:spPr>
      </p:sp>
      <p:sp>
        <p:nvSpPr>
          <p:cNvPr id="1096" name="Shape 1094"/>
          <p:cNvSpPr/>
          <p:nvPr/>
        </p:nvSpPr>
        <p:spPr>
          <a:xfrm>
            <a:off x="7769542" y="4913376"/>
            <a:ext cx="142761" cy="97231"/>
          </a:xfrm>
          <a:prstGeom prst="rect">
            <a:avLst/>
          </a:prstGeom>
          <a:solidFill>
            <a:srgbClr val="7CC4A1"/>
          </a:solidFill>
          <a:ln w="12700">
            <a:solidFill>
              <a:srgbClr val="7CC4A1"/>
            </a:solidFill>
            <a:prstDash val="solid"/>
          </a:ln>
        </p:spPr>
      </p:sp>
      <p:sp>
        <p:nvSpPr>
          <p:cNvPr id="1097" name="Shape 1095"/>
          <p:cNvSpPr/>
          <p:nvPr/>
        </p:nvSpPr>
        <p:spPr>
          <a:xfrm>
            <a:off x="7932420" y="4913376"/>
            <a:ext cx="142761" cy="97231"/>
          </a:xfrm>
          <a:prstGeom prst="rect">
            <a:avLst/>
          </a:prstGeom>
          <a:solidFill>
            <a:srgbClr val="7CC4A1"/>
          </a:solidFill>
          <a:ln w="12700">
            <a:solidFill>
              <a:srgbClr val="7CC4A1"/>
            </a:solidFill>
            <a:prstDash val="solid"/>
          </a:ln>
        </p:spPr>
      </p:sp>
      <p:sp>
        <p:nvSpPr>
          <p:cNvPr id="1098" name="Shape 1096"/>
          <p:cNvSpPr/>
          <p:nvPr/>
        </p:nvSpPr>
        <p:spPr>
          <a:xfrm>
            <a:off x="8095297" y="4913376"/>
            <a:ext cx="142761" cy="97231"/>
          </a:xfrm>
          <a:prstGeom prst="rect">
            <a:avLst/>
          </a:prstGeom>
          <a:solidFill>
            <a:srgbClr val="7CC4A1"/>
          </a:solidFill>
          <a:ln w="12700">
            <a:solidFill>
              <a:srgbClr val="7CC4A1"/>
            </a:solidFill>
            <a:prstDash val="solid"/>
          </a:ln>
        </p:spPr>
      </p:sp>
      <p:sp>
        <p:nvSpPr>
          <p:cNvPr id="1099" name="Shape 1097"/>
          <p:cNvSpPr/>
          <p:nvPr/>
        </p:nvSpPr>
        <p:spPr>
          <a:xfrm>
            <a:off x="8258175" y="4913376"/>
            <a:ext cx="142761" cy="97231"/>
          </a:xfrm>
          <a:prstGeom prst="rect">
            <a:avLst/>
          </a:prstGeom>
          <a:solidFill>
            <a:srgbClr val="7CC4A1"/>
          </a:solidFill>
          <a:ln w="12700">
            <a:solidFill>
              <a:srgbClr val="7CC4A1"/>
            </a:solidFill>
            <a:prstDash val="solid"/>
          </a:ln>
        </p:spPr>
      </p:sp>
      <p:sp>
        <p:nvSpPr>
          <p:cNvPr id="1100" name="Shape 1098"/>
          <p:cNvSpPr/>
          <p:nvPr/>
        </p:nvSpPr>
        <p:spPr>
          <a:xfrm>
            <a:off x="8421053" y="4913376"/>
            <a:ext cx="142761" cy="97231"/>
          </a:xfrm>
          <a:prstGeom prst="rect">
            <a:avLst/>
          </a:prstGeom>
          <a:solidFill>
            <a:srgbClr val="4FAA82"/>
          </a:solidFill>
          <a:ln w="12700">
            <a:solidFill>
              <a:srgbClr val="4FAA82"/>
            </a:solidFill>
            <a:prstDash val="solid"/>
          </a:ln>
        </p:spPr>
      </p:sp>
      <p:sp>
        <p:nvSpPr>
          <p:cNvPr id="1101" name="Shape 1099"/>
          <p:cNvSpPr/>
          <p:nvPr/>
        </p:nvSpPr>
        <p:spPr>
          <a:xfrm>
            <a:off x="8583930" y="4913376"/>
            <a:ext cx="142761" cy="97231"/>
          </a:xfrm>
          <a:prstGeom prst="rect">
            <a:avLst/>
          </a:prstGeom>
          <a:solidFill>
            <a:srgbClr val="4FAA82"/>
          </a:solidFill>
          <a:ln w="12700">
            <a:solidFill>
              <a:srgbClr val="4FAA82"/>
            </a:solidFill>
            <a:prstDash val="solid"/>
          </a:ln>
        </p:spPr>
      </p:sp>
      <p:sp>
        <p:nvSpPr>
          <p:cNvPr id="1102" name="Shape 1100"/>
          <p:cNvSpPr/>
          <p:nvPr/>
        </p:nvSpPr>
        <p:spPr>
          <a:xfrm>
            <a:off x="8746807" y="4913376"/>
            <a:ext cx="142761" cy="97231"/>
          </a:xfrm>
          <a:prstGeom prst="rect">
            <a:avLst/>
          </a:prstGeom>
          <a:solidFill>
            <a:srgbClr val="4FAA82"/>
          </a:solidFill>
          <a:ln w="12700">
            <a:solidFill>
              <a:srgbClr val="4FAA82"/>
            </a:solidFill>
            <a:prstDash val="solid"/>
          </a:ln>
        </p:spPr>
      </p:sp>
      <p:sp>
        <p:nvSpPr>
          <p:cNvPr id="1103" name="Shape 1101"/>
          <p:cNvSpPr/>
          <p:nvPr/>
        </p:nvSpPr>
        <p:spPr>
          <a:xfrm>
            <a:off x="8909685" y="4913376"/>
            <a:ext cx="142761" cy="97231"/>
          </a:xfrm>
          <a:prstGeom prst="rect">
            <a:avLst/>
          </a:prstGeom>
          <a:solidFill>
            <a:srgbClr val="4FAA82"/>
          </a:solidFill>
          <a:ln w="12700">
            <a:solidFill>
              <a:srgbClr val="4FAA82"/>
            </a:solidFill>
            <a:prstDash val="solid"/>
          </a:ln>
        </p:spPr>
      </p:sp>
      <p:sp>
        <p:nvSpPr>
          <p:cNvPr id="1104" name="Shape 1102"/>
          <p:cNvSpPr/>
          <p:nvPr/>
        </p:nvSpPr>
        <p:spPr>
          <a:xfrm>
            <a:off x="9072563" y="4913376"/>
            <a:ext cx="142761" cy="97231"/>
          </a:xfrm>
          <a:prstGeom prst="rect">
            <a:avLst/>
          </a:prstGeom>
          <a:solidFill>
            <a:srgbClr val="4FAA82"/>
          </a:solidFill>
          <a:ln w="12700">
            <a:solidFill>
              <a:srgbClr val="4FAA82"/>
            </a:solidFill>
            <a:prstDash val="solid"/>
          </a:ln>
        </p:spPr>
      </p:sp>
      <p:sp>
        <p:nvSpPr>
          <p:cNvPr id="1105" name="Shape 1103"/>
          <p:cNvSpPr/>
          <p:nvPr/>
        </p:nvSpPr>
        <p:spPr>
          <a:xfrm>
            <a:off x="1417320" y="5030724"/>
            <a:ext cx="142761" cy="97231"/>
          </a:xfrm>
          <a:prstGeom prst="rect">
            <a:avLst/>
          </a:prstGeom>
          <a:solidFill>
            <a:srgbClr val="4FAA82"/>
          </a:solidFill>
          <a:ln w="12700">
            <a:solidFill>
              <a:srgbClr val="4FAA82"/>
            </a:solidFill>
            <a:prstDash val="solid"/>
          </a:ln>
        </p:spPr>
      </p:sp>
      <p:sp>
        <p:nvSpPr>
          <p:cNvPr id="1106" name="Shape 1104"/>
          <p:cNvSpPr/>
          <p:nvPr/>
        </p:nvSpPr>
        <p:spPr>
          <a:xfrm>
            <a:off x="1580198" y="5030724"/>
            <a:ext cx="142761" cy="97231"/>
          </a:xfrm>
          <a:prstGeom prst="rect">
            <a:avLst/>
          </a:prstGeom>
          <a:solidFill>
            <a:srgbClr val="4FAA82"/>
          </a:solidFill>
          <a:ln w="12700">
            <a:solidFill>
              <a:srgbClr val="4FAA82"/>
            </a:solidFill>
            <a:prstDash val="solid"/>
          </a:ln>
        </p:spPr>
      </p:sp>
      <p:sp>
        <p:nvSpPr>
          <p:cNvPr id="1107" name="Shape 1105"/>
          <p:cNvSpPr/>
          <p:nvPr/>
        </p:nvSpPr>
        <p:spPr>
          <a:xfrm>
            <a:off x="1743075" y="5030724"/>
            <a:ext cx="142761" cy="97231"/>
          </a:xfrm>
          <a:prstGeom prst="rect">
            <a:avLst/>
          </a:prstGeom>
          <a:solidFill>
            <a:srgbClr val="4FAA82"/>
          </a:solidFill>
          <a:ln w="12700">
            <a:solidFill>
              <a:srgbClr val="4FAA82"/>
            </a:solidFill>
            <a:prstDash val="solid"/>
          </a:ln>
        </p:spPr>
      </p:sp>
      <p:sp>
        <p:nvSpPr>
          <p:cNvPr id="1108" name="Shape 1106"/>
          <p:cNvSpPr/>
          <p:nvPr/>
        </p:nvSpPr>
        <p:spPr>
          <a:xfrm>
            <a:off x="1905953" y="5030724"/>
            <a:ext cx="142761" cy="97231"/>
          </a:xfrm>
          <a:prstGeom prst="rect">
            <a:avLst/>
          </a:prstGeom>
          <a:solidFill>
            <a:srgbClr val="4FAA82"/>
          </a:solidFill>
          <a:ln w="12700">
            <a:solidFill>
              <a:srgbClr val="4FAA82"/>
            </a:solidFill>
            <a:prstDash val="solid"/>
          </a:ln>
        </p:spPr>
      </p:sp>
      <p:sp>
        <p:nvSpPr>
          <p:cNvPr id="1109" name="Shape 1107"/>
          <p:cNvSpPr/>
          <p:nvPr/>
        </p:nvSpPr>
        <p:spPr>
          <a:xfrm>
            <a:off x="2068830" y="5030724"/>
            <a:ext cx="142761" cy="97231"/>
          </a:xfrm>
          <a:prstGeom prst="rect">
            <a:avLst/>
          </a:prstGeom>
          <a:solidFill>
            <a:srgbClr val="4FAA82"/>
          </a:solidFill>
          <a:ln w="12700">
            <a:solidFill>
              <a:srgbClr val="4FAA82"/>
            </a:solidFill>
            <a:prstDash val="solid"/>
          </a:ln>
        </p:spPr>
      </p:sp>
      <p:sp>
        <p:nvSpPr>
          <p:cNvPr id="1110" name="Shape 1108"/>
          <p:cNvSpPr/>
          <p:nvPr/>
        </p:nvSpPr>
        <p:spPr>
          <a:xfrm>
            <a:off x="2231708" y="5030724"/>
            <a:ext cx="142761" cy="97231"/>
          </a:xfrm>
          <a:prstGeom prst="rect">
            <a:avLst/>
          </a:prstGeom>
          <a:solidFill>
            <a:srgbClr val="4FAA82"/>
          </a:solidFill>
          <a:ln w="12700">
            <a:solidFill>
              <a:srgbClr val="4FAA82"/>
            </a:solidFill>
            <a:prstDash val="solid"/>
          </a:ln>
        </p:spPr>
      </p:sp>
      <p:sp>
        <p:nvSpPr>
          <p:cNvPr id="1111" name="Shape 1109"/>
          <p:cNvSpPr/>
          <p:nvPr/>
        </p:nvSpPr>
        <p:spPr>
          <a:xfrm>
            <a:off x="2394585" y="5030724"/>
            <a:ext cx="142761" cy="97231"/>
          </a:xfrm>
          <a:prstGeom prst="rect">
            <a:avLst/>
          </a:prstGeom>
          <a:solidFill>
            <a:srgbClr val="4FAA82"/>
          </a:solidFill>
          <a:ln w="12700">
            <a:solidFill>
              <a:srgbClr val="4FAA82"/>
            </a:solidFill>
            <a:prstDash val="solid"/>
          </a:ln>
        </p:spPr>
      </p:sp>
      <p:sp>
        <p:nvSpPr>
          <p:cNvPr id="1112" name="Shape 1110"/>
          <p:cNvSpPr/>
          <p:nvPr/>
        </p:nvSpPr>
        <p:spPr>
          <a:xfrm>
            <a:off x="2557463" y="5030724"/>
            <a:ext cx="142761" cy="97231"/>
          </a:xfrm>
          <a:prstGeom prst="rect">
            <a:avLst/>
          </a:prstGeom>
          <a:solidFill>
            <a:srgbClr val="268C64"/>
          </a:solidFill>
          <a:ln w="12700">
            <a:solidFill>
              <a:srgbClr val="268C64"/>
            </a:solidFill>
            <a:prstDash val="solid"/>
          </a:ln>
        </p:spPr>
      </p:sp>
      <p:sp>
        <p:nvSpPr>
          <p:cNvPr id="1113" name="Shape 1111"/>
          <p:cNvSpPr/>
          <p:nvPr/>
        </p:nvSpPr>
        <p:spPr>
          <a:xfrm>
            <a:off x="2720340" y="5030724"/>
            <a:ext cx="142761" cy="97231"/>
          </a:xfrm>
          <a:prstGeom prst="rect">
            <a:avLst/>
          </a:prstGeom>
          <a:solidFill>
            <a:srgbClr val="4FAA82"/>
          </a:solidFill>
          <a:ln w="12700">
            <a:solidFill>
              <a:srgbClr val="4FAA82"/>
            </a:solidFill>
            <a:prstDash val="solid"/>
          </a:ln>
        </p:spPr>
      </p:sp>
      <p:sp>
        <p:nvSpPr>
          <p:cNvPr id="1114" name="Shape 1112"/>
          <p:cNvSpPr/>
          <p:nvPr/>
        </p:nvSpPr>
        <p:spPr>
          <a:xfrm>
            <a:off x="2883218" y="5030724"/>
            <a:ext cx="142761" cy="97231"/>
          </a:xfrm>
          <a:prstGeom prst="rect">
            <a:avLst/>
          </a:prstGeom>
          <a:solidFill>
            <a:srgbClr val="4FAA82"/>
          </a:solidFill>
          <a:ln w="12700">
            <a:solidFill>
              <a:srgbClr val="4FAA82"/>
            </a:solidFill>
            <a:prstDash val="solid"/>
          </a:ln>
        </p:spPr>
      </p:sp>
      <p:sp>
        <p:nvSpPr>
          <p:cNvPr id="1115" name="Shape 1113"/>
          <p:cNvSpPr/>
          <p:nvPr/>
        </p:nvSpPr>
        <p:spPr>
          <a:xfrm>
            <a:off x="3046095" y="5030724"/>
            <a:ext cx="142761" cy="97231"/>
          </a:xfrm>
          <a:prstGeom prst="rect">
            <a:avLst/>
          </a:prstGeom>
          <a:solidFill>
            <a:srgbClr val="4FAA82"/>
          </a:solidFill>
          <a:ln w="12700">
            <a:solidFill>
              <a:srgbClr val="4FAA82"/>
            </a:solidFill>
            <a:prstDash val="solid"/>
          </a:ln>
        </p:spPr>
      </p:sp>
      <p:sp>
        <p:nvSpPr>
          <p:cNvPr id="1116" name="Shape 1114"/>
          <p:cNvSpPr/>
          <p:nvPr/>
        </p:nvSpPr>
        <p:spPr>
          <a:xfrm>
            <a:off x="3208972" y="5030724"/>
            <a:ext cx="142761" cy="97231"/>
          </a:xfrm>
          <a:prstGeom prst="rect">
            <a:avLst/>
          </a:prstGeom>
          <a:solidFill>
            <a:srgbClr val="268C64"/>
          </a:solidFill>
          <a:ln w="12700">
            <a:solidFill>
              <a:srgbClr val="268C64"/>
            </a:solidFill>
            <a:prstDash val="solid"/>
          </a:ln>
        </p:spPr>
      </p:sp>
      <p:sp>
        <p:nvSpPr>
          <p:cNvPr id="1117" name="Shape 1115"/>
          <p:cNvSpPr/>
          <p:nvPr/>
        </p:nvSpPr>
        <p:spPr>
          <a:xfrm>
            <a:off x="3371850" y="5030724"/>
            <a:ext cx="142761" cy="97231"/>
          </a:xfrm>
          <a:prstGeom prst="rect">
            <a:avLst/>
          </a:prstGeom>
          <a:solidFill>
            <a:srgbClr val="268C64"/>
          </a:solidFill>
          <a:ln w="12700">
            <a:solidFill>
              <a:srgbClr val="268C64"/>
            </a:solidFill>
            <a:prstDash val="solid"/>
          </a:ln>
        </p:spPr>
      </p:sp>
      <p:sp>
        <p:nvSpPr>
          <p:cNvPr id="1118" name="Shape 1116"/>
          <p:cNvSpPr/>
          <p:nvPr/>
        </p:nvSpPr>
        <p:spPr>
          <a:xfrm>
            <a:off x="3534727" y="5030724"/>
            <a:ext cx="142761" cy="97231"/>
          </a:xfrm>
          <a:prstGeom prst="rect">
            <a:avLst/>
          </a:prstGeom>
          <a:solidFill>
            <a:srgbClr val="4FAA82"/>
          </a:solidFill>
          <a:ln w="12700">
            <a:solidFill>
              <a:srgbClr val="4FAA82"/>
            </a:solidFill>
            <a:prstDash val="solid"/>
          </a:ln>
        </p:spPr>
      </p:sp>
      <p:sp>
        <p:nvSpPr>
          <p:cNvPr id="1119" name="Shape 1117"/>
          <p:cNvSpPr/>
          <p:nvPr/>
        </p:nvSpPr>
        <p:spPr>
          <a:xfrm>
            <a:off x="3697605" y="5030724"/>
            <a:ext cx="142761" cy="97231"/>
          </a:xfrm>
          <a:prstGeom prst="rect">
            <a:avLst/>
          </a:prstGeom>
          <a:solidFill>
            <a:srgbClr val="4FAA82"/>
          </a:solidFill>
          <a:ln w="12700">
            <a:solidFill>
              <a:srgbClr val="4FAA82"/>
            </a:solidFill>
            <a:prstDash val="solid"/>
          </a:ln>
        </p:spPr>
      </p:sp>
      <p:sp>
        <p:nvSpPr>
          <p:cNvPr id="1120" name="Shape 1118"/>
          <p:cNvSpPr/>
          <p:nvPr/>
        </p:nvSpPr>
        <p:spPr>
          <a:xfrm>
            <a:off x="3860483" y="5030724"/>
            <a:ext cx="142761" cy="97231"/>
          </a:xfrm>
          <a:prstGeom prst="rect">
            <a:avLst/>
          </a:prstGeom>
          <a:solidFill>
            <a:srgbClr val="4FAA82"/>
          </a:solidFill>
          <a:ln w="12700">
            <a:solidFill>
              <a:srgbClr val="4FAA82"/>
            </a:solidFill>
            <a:prstDash val="solid"/>
          </a:ln>
        </p:spPr>
      </p:sp>
      <p:sp>
        <p:nvSpPr>
          <p:cNvPr id="1121" name="Shape 1119"/>
          <p:cNvSpPr/>
          <p:nvPr/>
        </p:nvSpPr>
        <p:spPr>
          <a:xfrm>
            <a:off x="4023360" y="5030724"/>
            <a:ext cx="142761" cy="97231"/>
          </a:xfrm>
          <a:prstGeom prst="rect">
            <a:avLst/>
          </a:prstGeom>
          <a:solidFill>
            <a:srgbClr val="4FAA82"/>
          </a:solidFill>
          <a:ln w="12700">
            <a:solidFill>
              <a:srgbClr val="4FAA82"/>
            </a:solidFill>
            <a:prstDash val="solid"/>
          </a:ln>
        </p:spPr>
      </p:sp>
      <p:sp>
        <p:nvSpPr>
          <p:cNvPr id="1122" name="Shape 1120"/>
          <p:cNvSpPr/>
          <p:nvPr/>
        </p:nvSpPr>
        <p:spPr>
          <a:xfrm>
            <a:off x="4186238" y="5030724"/>
            <a:ext cx="142761" cy="97231"/>
          </a:xfrm>
          <a:prstGeom prst="rect">
            <a:avLst/>
          </a:prstGeom>
          <a:solidFill>
            <a:srgbClr val="4FAA82"/>
          </a:solidFill>
          <a:ln w="12700">
            <a:solidFill>
              <a:srgbClr val="4FAA82"/>
            </a:solidFill>
            <a:prstDash val="solid"/>
          </a:ln>
        </p:spPr>
      </p:sp>
      <p:sp>
        <p:nvSpPr>
          <p:cNvPr id="1123" name="Shape 1121"/>
          <p:cNvSpPr/>
          <p:nvPr/>
        </p:nvSpPr>
        <p:spPr>
          <a:xfrm>
            <a:off x="4349115" y="5030724"/>
            <a:ext cx="142761" cy="97231"/>
          </a:xfrm>
          <a:prstGeom prst="rect">
            <a:avLst/>
          </a:prstGeom>
          <a:solidFill>
            <a:srgbClr val="4FAA82"/>
          </a:solidFill>
          <a:ln w="12700">
            <a:solidFill>
              <a:srgbClr val="4FAA82"/>
            </a:solidFill>
            <a:prstDash val="solid"/>
          </a:ln>
        </p:spPr>
      </p:sp>
      <p:sp>
        <p:nvSpPr>
          <p:cNvPr id="1124" name="Shape 1122"/>
          <p:cNvSpPr/>
          <p:nvPr/>
        </p:nvSpPr>
        <p:spPr>
          <a:xfrm>
            <a:off x="4511992" y="5030724"/>
            <a:ext cx="142761" cy="97231"/>
          </a:xfrm>
          <a:prstGeom prst="rect">
            <a:avLst/>
          </a:prstGeom>
          <a:solidFill>
            <a:srgbClr val="4FAA82"/>
          </a:solidFill>
          <a:ln w="12700">
            <a:solidFill>
              <a:srgbClr val="4FAA82"/>
            </a:solidFill>
            <a:prstDash val="solid"/>
          </a:ln>
        </p:spPr>
      </p:sp>
      <p:sp>
        <p:nvSpPr>
          <p:cNvPr id="1125" name="Shape 1123"/>
          <p:cNvSpPr/>
          <p:nvPr/>
        </p:nvSpPr>
        <p:spPr>
          <a:xfrm>
            <a:off x="4674870" y="5030724"/>
            <a:ext cx="142761" cy="97231"/>
          </a:xfrm>
          <a:prstGeom prst="rect">
            <a:avLst/>
          </a:prstGeom>
          <a:solidFill>
            <a:srgbClr val="4FAA82"/>
          </a:solidFill>
          <a:ln w="12700">
            <a:solidFill>
              <a:srgbClr val="4FAA82"/>
            </a:solidFill>
            <a:prstDash val="solid"/>
          </a:ln>
        </p:spPr>
      </p:sp>
      <p:sp>
        <p:nvSpPr>
          <p:cNvPr id="1126" name="Shape 1124"/>
          <p:cNvSpPr/>
          <p:nvPr/>
        </p:nvSpPr>
        <p:spPr>
          <a:xfrm>
            <a:off x="4837747" y="5030724"/>
            <a:ext cx="142761" cy="97231"/>
          </a:xfrm>
          <a:prstGeom prst="rect">
            <a:avLst/>
          </a:prstGeom>
          <a:solidFill>
            <a:srgbClr val="7CC4A1"/>
          </a:solidFill>
          <a:ln w="12700">
            <a:solidFill>
              <a:srgbClr val="7CC4A1"/>
            </a:solidFill>
            <a:prstDash val="solid"/>
          </a:ln>
        </p:spPr>
      </p:sp>
      <p:sp>
        <p:nvSpPr>
          <p:cNvPr id="1127" name="Shape 1125"/>
          <p:cNvSpPr/>
          <p:nvPr/>
        </p:nvSpPr>
        <p:spPr>
          <a:xfrm>
            <a:off x="5000625" y="5030724"/>
            <a:ext cx="142761" cy="97231"/>
          </a:xfrm>
          <a:prstGeom prst="rect">
            <a:avLst/>
          </a:prstGeom>
          <a:solidFill>
            <a:srgbClr val="7CC4A1"/>
          </a:solidFill>
          <a:ln w="12700">
            <a:solidFill>
              <a:srgbClr val="7CC4A1"/>
            </a:solidFill>
            <a:prstDash val="solid"/>
          </a:ln>
        </p:spPr>
      </p:sp>
      <p:sp>
        <p:nvSpPr>
          <p:cNvPr id="1128" name="Shape 1126"/>
          <p:cNvSpPr/>
          <p:nvPr/>
        </p:nvSpPr>
        <p:spPr>
          <a:xfrm>
            <a:off x="5163503" y="5030724"/>
            <a:ext cx="142761" cy="97231"/>
          </a:xfrm>
          <a:prstGeom prst="rect">
            <a:avLst/>
          </a:prstGeom>
          <a:solidFill>
            <a:srgbClr val="7CC4A1"/>
          </a:solidFill>
          <a:ln w="12700">
            <a:solidFill>
              <a:srgbClr val="7CC4A1"/>
            </a:solidFill>
            <a:prstDash val="solid"/>
          </a:ln>
        </p:spPr>
      </p:sp>
      <p:sp>
        <p:nvSpPr>
          <p:cNvPr id="1129" name="Shape 1127"/>
          <p:cNvSpPr/>
          <p:nvPr/>
        </p:nvSpPr>
        <p:spPr>
          <a:xfrm>
            <a:off x="5326380" y="5030724"/>
            <a:ext cx="142761" cy="97231"/>
          </a:xfrm>
          <a:prstGeom prst="rect">
            <a:avLst/>
          </a:prstGeom>
          <a:solidFill>
            <a:srgbClr val="E9EDEB"/>
          </a:solidFill>
          <a:ln w="12700">
            <a:solidFill>
              <a:srgbClr val="E9EDEB"/>
            </a:solidFill>
            <a:prstDash val="solid"/>
          </a:ln>
        </p:spPr>
      </p:sp>
      <p:sp>
        <p:nvSpPr>
          <p:cNvPr id="1130" name="Shape 1128"/>
          <p:cNvSpPr/>
          <p:nvPr/>
        </p:nvSpPr>
        <p:spPr>
          <a:xfrm>
            <a:off x="5489257" y="5030724"/>
            <a:ext cx="142761" cy="97231"/>
          </a:xfrm>
          <a:prstGeom prst="rect">
            <a:avLst/>
          </a:prstGeom>
          <a:solidFill>
            <a:srgbClr val="E9EDEB"/>
          </a:solidFill>
          <a:ln w="12700">
            <a:solidFill>
              <a:srgbClr val="E9EDEB"/>
            </a:solidFill>
            <a:prstDash val="solid"/>
          </a:ln>
        </p:spPr>
      </p:sp>
      <p:sp>
        <p:nvSpPr>
          <p:cNvPr id="1131" name="Shape 1129"/>
          <p:cNvSpPr/>
          <p:nvPr/>
        </p:nvSpPr>
        <p:spPr>
          <a:xfrm>
            <a:off x="5652135" y="5030724"/>
            <a:ext cx="142761" cy="97231"/>
          </a:xfrm>
          <a:prstGeom prst="rect">
            <a:avLst/>
          </a:prstGeom>
          <a:solidFill>
            <a:srgbClr val="E9EDEB"/>
          </a:solidFill>
          <a:ln w="12700">
            <a:solidFill>
              <a:srgbClr val="E9EDEB"/>
            </a:solidFill>
            <a:prstDash val="solid"/>
          </a:ln>
        </p:spPr>
      </p:sp>
      <p:sp>
        <p:nvSpPr>
          <p:cNvPr id="1132" name="Shape 1130"/>
          <p:cNvSpPr/>
          <p:nvPr/>
        </p:nvSpPr>
        <p:spPr>
          <a:xfrm>
            <a:off x="5815012" y="5030724"/>
            <a:ext cx="142761" cy="97231"/>
          </a:xfrm>
          <a:prstGeom prst="rect">
            <a:avLst/>
          </a:prstGeom>
          <a:solidFill>
            <a:srgbClr val="E9EDEB"/>
          </a:solidFill>
          <a:ln w="12700">
            <a:solidFill>
              <a:srgbClr val="E9EDEB"/>
            </a:solidFill>
            <a:prstDash val="solid"/>
          </a:ln>
        </p:spPr>
      </p:sp>
      <p:sp>
        <p:nvSpPr>
          <p:cNvPr id="1133" name="Shape 1131"/>
          <p:cNvSpPr/>
          <p:nvPr/>
        </p:nvSpPr>
        <p:spPr>
          <a:xfrm>
            <a:off x="5977890" y="5030724"/>
            <a:ext cx="142761" cy="97231"/>
          </a:xfrm>
          <a:prstGeom prst="rect">
            <a:avLst/>
          </a:prstGeom>
          <a:solidFill>
            <a:srgbClr val="E9EDEB"/>
          </a:solidFill>
          <a:ln w="12700">
            <a:solidFill>
              <a:srgbClr val="E9EDEB"/>
            </a:solidFill>
            <a:prstDash val="solid"/>
          </a:ln>
        </p:spPr>
      </p:sp>
      <p:sp>
        <p:nvSpPr>
          <p:cNvPr id="1134" name="Shape 1132"/>
          <p:cNvSpPr/>
          <p:nvPr/>
        </p:nvSpPr>
        <p:spPr>
          <a:xfrm>
            <a:off x="6140767" y="5030724"/>
            <a:ext cx="142761" cy="97231"/>
          </a:xfrm>
          <a:prstGeom prst="rect">
            <a:avLst/>
          </a:prstGeom>
          <a:solidFill>
            <a:srgbClr val="E9EDEB"/>
          </a:solidFill>
          <a:ln w="12700">
            <a:solidFill>
              <a:srgbClr val="E9EDEB"/>
            </a:solidFill>
            <a:prstDash val="solid"/>
          </a:ln>
        </p:spPr>
      </p:sp>
      <p:sp>
        <p:nvSpPr>
          <p:cNvPr id="1135" name="Shape 1133"/>
          <p:cNvSpPr/>
          <p:nvPr/>
        </p:nvSpPr>
        <p:spPr>
          <a:xfrm>
            <a:off x="6303645" y="5030724"/>
            <a:ext cx="142761" cy="97231"/>
          </a:xfrm>
          <a:prstGeom prst="rect">
            <a:avLst/>
          </a:prstGeom>
          <a:solidFill>
            <a:srgbClr val="E9EDEB"/>
          </a:solidFill>
          <a:ln w="12700">
            <a:solidFill>
              <a:srgbClr val="E9EDEB"/>
            </a:solidFill>
            <a:prstDash val="solid"/>
          </a:ln>
        </p:spPr>
      </p:sp>
      <p:sp>
        <p:nvSpPr>
          <p:cNvPr id="1136" name="Shape 1134"/>
          <p:cNvSpPr/>
          <p:nvPr/>
        </p:nvSpPr>
        <p:spPr>
          <a:xfrm>
            <a:off x="6466522" y="5030724"/>
            <a:ext cx="142761" cy="97231"/>
          </a:xfrm>
          <a:prstGeom prst="rect">
            <a:avLst/>
          </a:prstGeom>
          <a:solidFill>
            <a:srgbClr val="E9EDEB"/>
          </a:solidFill>
          <a:ln w="12700">
            <a:solidFill>
              <a:srgbClr val="E9EDEB"/>
            </a:solidFill>
            <a:prstDash val="solid"/>
          </a:ln>
        </p:spPr>
      </p:sp>
      <p:sp>
        <p:nvSpPr>
          <p:cNvPr id="1137" name="Shape 1135"/>
          <p:cNvSpPr/>
          <p:nvPr/>
        </p:nvSpPr>
        <p:spPr>
          <a:xfrm>
            <a:off x="6629400" y="5030724"/>
            <a:ext cx="142761" cy="97231"/>
          </a:xfrm>
          <a:prstGeom prst="rect">
            <a:avLst/>
          </a:prstGeom>
          <a:solidFill>
            <a:srgbClr val="E9EDEB"/>
          </a:solidFill>
          <a:ln w="12700">
            <a:solidFill>
              <a:srgbClr val="E9EDEB"/>
            </a:solidFill>
            <a:prstDash val="solid"/>
          </a:ln>
        </p:spPr>
      </p:sp>
      <p:sp>
        <p:nvSpPr>
          <p:cNvPr id="1138" name="Shape 1136"/>
          <p:cNvSpPr/>
          <p:nvPr/>
        </p:nvSpPr>
        <p:spPr>
          <a:xfrm>
            <a:off x="6792277" y="5030724"/>
            <a:ext cx="142761" cy="97231"/>
          </a:xfrm>
          <a:prstGeom prst="rect">
            <a:avLst/>
          </a:prstGeom>
          <a:solidFill>
            <a:srgbClr val="E9EDEB"/>
          </a:solidFill>
          <a:ln w="12700">
            <a:solidFill>
              <a:srgbClr val="E9EDEB"/>
            </a:solidFill>
            <a:prstDash val="solid"/>
          </a:ln>
        </p:spPr>
      </p:sp>
      <p:sp>
        <p:nvSpPr>
          <p:cNvPr id="1139" name="Shape 1137"/>
          <p:cNvSpPr/>
          <p:nvPr/>
        </p:nvSpPr>
        <p:spPr>
          <a:xfrm>
            <a:off x="6955155" y="5030724"/>
            <a:ext cx="142761" cy="97231"/>
          </a:xfrm>
          <a:prstGeom prst="rect">
            <a:avLst/>
          </a:prstGeom>
          <a:solidFill>
            <a:srgbClr val="E9EDEB"/>
          </a:solidFill>
          <a:ln w="12700">
            <a:solidFill>
              <a:srgbClr val="E9EDEB"/>
            </a:solidFill>
            <a:prstDash val="solid"/>
          </a:ln>
        </p:spPr>
      </p:sp>
      <p:sp>
        <p:nvSpPr>
          <p:cNvPr id="1140" name="Shape 1138"/>
          <p:cNvSpPr/>
          <p:nvPr/>
        </p:nvSpPr>
        <p:spPr>
          <a:xfrm>
            <a:off x="7118032" y="5030724"/>
            <a:ext cx="142761" cy="97231"/>
          </a:xfrm>
          <a:prstGeom prst="rect">
            <a:avLst/>
          </a:prstGeom>
          <a:solidFill>
            <a:srgbClr val="E9EDEB"/>
          </a:solidFill>
          <a:ln w="12700">
            <a:solidFill>
              <a:srgbClr val="E9EDEB"/>
            </a:solidFill>
            <a:prstDash val="solid"/>
          </a:ln>
        </p:spPr>
      </p:sp>
      <p:sp>
        <p:nvSpPr>
          <p:cNvPr id="1141" name="Shape 1139"/>
          <p:cNvSpPr/>
          <p:nvPr/>
        </p:nvSpPr>
        <p:spPr>
          <a:xfrm>
            <a:off x="7280910" y="5030724"/>
            <a:ext cx="142761" cy="97231"/>
          </a:xfrm>
          <a:prstGeom prst="rect">
            <a:avLst/>
          </a:prstGeom>
          <a:solidFill>
            <a:srgbClr val="E9EDEB"/>
          </a:solidFill>
          <a:ln w="12700">
            <a:solidFill>
              <a:srgbClr val="E9EDEB"/>
            </a:solidFill>
            <a:prstDash val="solid"/>
          </a:ln>
        </p:spPr>
      </p:sp>
      <p:sp>
        <p:nvSpPr>
          <p:cNvPr id="1142" name="Shape 1140"/>
          <p:cNvSpPr/>
          <p:nvPr/>
        </p:nvSpPr>
        <p:spPr>
          <a:xfrm>
            <a:off x="7443788" y="5030724"/>
            <a:ext cx="142761" cy="97231"/>
          </a:xfrm>
          <a:prstGeom prst="rect">
            <a:avLst/>
          </a:prstGeom>
          <a:solidFill>
            <a:srgbClr val="E9EDEB"/>
          </a:solidFill>
          <a:ln w="12700">
            <a:solidFill>
              <a:srgbClr val="E9EDEB"/>
            </a:solidFill>
            <a:prstDash val="solid"/>
          </a:ln>
        </p:spPr>
      </p:sp>
      <p:sp>
        <p:nvSpPr>
          <p:cNvPr id="1143" name="Shape 1141"/>
          <p:cNvSpPr/>
          <p:nvPr/>
        </p:nvSpPr>
        <p:spPr>
          <a:xfrm>
            <a:off x="7606665" y="5030724"/>
            <a:ext cx="142761" cy="97231"/>
          </a:xfrm>
          <a:prstGeom prst="rect">
            <a:avLst/>
          </a:prstGeom>
          <a:solidFill>
            <a:srgbClr val="E9EDEB"/>
          </a:solidFill>
          <a:ln w="12700">
            <a:solidFill>
              <a:srgbClr val="E9EDEB"/>
            </a:solidFill>
            <a:prstDash val="solid"/>
          </a:ln>
        </p:spPr>
      </p:sp>
      <p:sp>
        <p:nvSpPr>
          <p:cNvPr id="1144" name="Shape 1142"/>
          <p:cNvSpPr/>
          <p:nvPr/>
        </p:nvSpPr>
        <p:spPr>
          <a:xfrm>
            <a:off x="7769542" y="5030724"/>
            <a:ext cx="142761" cy="97231"/>
          </a:xfrm>
          <a:prstGeom prst="rect">
            <a:avLst/>
          </a:prstGeom>
          <a:solidFill>
            <a:srgbClr val="E9EDEB"/>
          </a:solidFill>
          <a:ln w="12700">
            <a:solidFill>
              <a:srgbClr val="E9EDEB"/>
            </a:solidFill>
            <a:prstDash val="solid"/>
          </a:ln>
        </p:spPr>
      </p:sp>
      <p:sp>
        <p:nvSpPr>
          <p:cNvPr id="1145" name="Shape 1143"/>
          <p:cNvSpPr/>
          <p:nvPr/>
        </p:nvSpPr>
        <p:spPr>
          <a:xfrm>
            <a:off x="7932420" y="5030724"/>
            <a:ext cx="142761" cy="97231"/>
          </a:xfrm>
          <a:prstGeom prst="rect">
            <a:avLst/>
          </a:prstGeom>
          <a:solidFill>
            <a:srgbClr val="E9EDEB"/>
          </a:solidFill>
          <a:ln w="12700">
            <a:solidFill>
              <a:srgbClr val="E9EDEB"/>
            </a:solidFill>
            <a:prstDash val="solid"/>
          </a:ln>
        </p:spPr>
      </p:sp>
      <p:sp>
        <p:nvSpPr>
          <p:cNvPr id="1146" name="Shape 1144"/>
          <p:cNvSpPr/>
          <p:nvPr/>
        </p:nvSpPr>
        <p:spPr>
          <a:xfrm>
            <a:off x="8095297" y="5030724"/>
            <a:ext cx="142761" cy="97231"/>
          </a:xfrm>
          <a:prstGeom prst="rect">
            <a:avLst/>
          </a:prstGeom>
          <a:solidFill>
            <a:srgbClr val="E9EDEB"/>
          </a:solidFill>
          <a:ln w="12700">
            <a:solidFill>
              <a:srgbClr val="E9EDEB"/>
            </a:solidFill>
            <a:prstDash val="solid"/>
          </a:ln>
        </p:spPr>
      </p:sp>
      <p:sp>
        <p:nvSpPr>
          <p:cNvPr id="1147" name="Shape 1145"/>
          <p:cNvSpPr/>
          <p:nvPr/>
        </p:nvSpPr>
        <p:spPr>
          <a:xfrm>
            <a:off x="8258175" y="5030724"/>
            <a:ext cx="142761" cy="97231"/>
          </a:xfrm>
          <a:prstGeom prst="rect">
            <a:avLst/>
          </a:prstGeom>
          <a:solidFill>
            <a:srgbClr val="E9EDEB"/>
          </a:solidFill>
          <a:ln w="12700">
            <a:solidFill>
              <a:srgbClr val="E9EDEB"/>
            </a:solidFill>
            <a:prstDash val="solid"/>
          </a:ln>
        </p:spPr>
      </p:sp>
      <p:sp>
        <p:nvSpPr>
          <p:cNvPr id="1148" name="Shape 1146"/>
          <p:cNvSpPr/>
          <p:nvPr/>
        </p:nvSpPr>
        <p:spPr>
          <a:xfrm>
            <a:off x="8421053" y="5030724"/>
            <a:ext cx="142761" cy="97231"/>
          </a:xfrm>
          <a:prstGeom prst="rect">
            <a:avLst/>
          </a:prstGeom>
          <a:solidFill>
            <a:srgbClr val="E9EDEB"/>
          </a:solidFill>
          <a:ln w="12700">
            <a:solidFill>
              <a:srgbClr val="E9EDEB"/>
            </a:solidFill>
            <a:prstDash val="solid"/>
          </a:ln>
        </p:spPr>
      </p:sp>
      <p:sp>
        <p:nvSpPr>
          <p:cNvPr id="1149" name="Shape 1147"/>
          <p:cNvSpPr/>
          <p:nvPr/>
        </p:nvSpPr>
        <p:spPr>
          <a:xfrm>
            <a:off x="8583930" y="5030724"/>
            <a:ext cx="142761" cy="97231"/>
          </a:xfrm>
          <a:prstGeom prst="rect">
            <a:avLst/>
          </a:prstGeom>
          <a:solidFill>
            <a:srgbClr val="E9EDEB"/>
          </a:solidFill>
          <a:ln w="12700">
            <a:solidFill>
              <a:srgbClr val="E9EDEB"/>
            </a:solidFill>
            <a:prstDash val="solid"/>
          </a:ln>
        </p:spPr>
      </p:sp>
      <p:sp>
        <p:nvSpPr>
          <p:cNvPr id="1150" name="Shape 1148"/>
          <p:cNvSpPr/>
          <p:nvPr/>
        </p:nvSpPr>
        <p:spPr>
          <a:xfrm>
            <a:off x="8746807" y="5030724"/>
            <a:ext cx="142761" cy="97231"/>
          </a:xfrm>
          <a:prstGeom prst="rect">
            <a:avLst/>
          </a:prstGeom>
          <a:solidFill>
            <a:srgbClr val="E9EDEB"/>
          </a:solidFill>
          <a:ln w="12700">
            <a:solidFill>
              <a:srgbClr val="E9EDEB"/>
            </a:solidFill>
            <a:prstDash val="solid"/>
          </a:ln>
        </p:spPr>
      </p:sp>
      <p:sp>
        <p:nvSpPr>
          <p:cNvPr id="1151" name="Shape 1149"/>
          <p:cNvSpPr/>
          <p:nvPr/>
        </p:nvSpPr>
        <p:spPr>
          <a:xfrm>
            <a:off x="8909685" y="5030724"/>
            <a:ext cx="142761" cy="97231"/>
          </a:xfrm>
          <a:prstGeom prst="rect">
            <a:avLst/>
          </a:prstGeom>
          <a:solidFill>
            <a:srgbClr val="E9EDEB"/>
          </a:solidFill>
          <a:ln w="12700">
            <a:solidFill>
              <a:srgbClr val="E9EDEB"/>
            </a:solidFill>
            <a:prstDash val="solid"/>
          </a:ln>
        </p:spPr>
      </p:sp>
      <p:sp>
        <p:nvSpPr>
          <p:cNvPr id="1152" name="Shape 1150"/>
          <p:cNvSpPr/>
          <p:nvPr/>
        </p:nvSpPr>
        <p:spPr>
          <a:xfrm>
            <a:off x="9072563" y="5030724"/>
            <a:ext cx="142761" cy="97231"/>
          </a:xfrm>
          <a:prstGeom prst="rect">
            <a:avLst/>
          </a:prstGeom>
          <a:solidFill>
            <a:srgbClr val="7CC4A1"/>
          </a:solidFill>
          <a:ln w="12700">
            <a:solidFill>
              <a:srgbClr val="7CC4A1"/>
            </a:solidFill>
            <a:prstDash val="solid"/>
          </a:ln>
        </p:spPr>
      </p:sp>
      <p:sp>
        <p:nvSpPr>
          <p:cNvPr id="1153" name="Shape 1151"/>
          <p:cNvSpPr/>
          <p:nvPr/>
        </p:nvSpPr>
        <p:spPr>
          <a:xfrm>
            <a:off x="1417320" y="5148072"/>
            <a:ext cx="142761" cy="97231"/>
          </a:xfrm>
          <a:prstGeom prst="rect">
            <a:avLst/>
          </a:prstGeom>
          <a:solidFill>
            <a:srgbClr val="7CC4A1"/>
          </a:solidFill>
          <a:ln w="12700">
            <a:solidFill>
              <a:srgbClr val="7CC4A1"/>
            </a:solidFill>
            <a:prstDash val="solid"/>
          </a:ln>
        </p:spPr>
      </p:sp>
      <p:sp>
        <p:nvSpPr>
          <p:cNvPr id="1154" name="Shape 1152"/>
          <p:cNvSpPr/>
          <p:nvPr/>
        </p:nvSpPr>
        <p:spPr>
          <a:xfrm>
            <a:off x="1580198" y="5148072"/>
            <a:ext cx="142761" cy="97231"/>
          </a:xfrm>
          <a:prstGeom prst="rect">
            <a:avLst/>
          </a:prstGeom>
          <a:solidFill>
            <a:srgbClr val="7CC4A1"/>
          </a:solidFill>
          <a:ln w="12700">
            <a:solidFill>
              <a:srgbClr val="7CC4A1"/>
            </a:solidFill>
            <a:prstDash val="solid"/>
          </a:ln>
        </p:spPr>
      </p:sp>
      <p:sp>
        <p:nvSpPr>
          <p:cNvPr id="1155" name="Shape 1153"/>
          <p:cNvSpPr/>
          <p:nvPr/>
        </p:nvSpPr>
        <p:spPr>
          <a:xfrm>
            <a:off x="1743075" y="5148072"/>
            <a:ext cx="142761" cy="97231"/>
          </a:xfrm>
          <a:prstGeom prst="rect">
            <a:avLst/>
          </a:prstGeom>
          <a:solidFill>
            <a:srgbClr val="7CC4A1"/>
          </a:solidFill>
          <a:ln w="12700">
            <a:solidFill>
              <a:srgbClr val="7CC4A1"/>
            </a:solidFill>
            <a:prstDash val="solid"/>
          </a:ln>
        </p:spPr>
      </p:sp>
      <p:sp>
        <p:nvSpPr>
          <p:cNvPr id="1156" name="Shape 1154"/>
          <p:cNvSpPr/>
          <p:nvPr/>
        </p:nvSpPr>
        <p:spPr>
          <a:xfrm>
            <a:off x="1905953" y="5148072"/>
            <a:ext cx="142761" cy="97231"/>
          </a:xfrm>
          <a:prstGeom prst="rect">
            <a:avLst/>
          </a:prstGeom>
          <a:solidFill>
            <a:srgbClr val="7CC4A1"/>
          </a:solidFill>
          <a:ln w="12700">
            <a:solidFill>
              <a:srgbClr val="7CC4A1"/>
            </a:solidFill>
            <a:prstDash val="solid"/>
          </a:ln>
        </p:spPr>
      </p:sp>
      <p:sp>
        <p:nvSpPr>
          <p:cNvPr id="1157" name="Shape 1155"/>
          <p:cNvSpPr/>
          <p:nvPr/>
        </p:nvSpPr>
        <p:spPr>
          <a:xfrm>
            <a:off x="2068830" y="5148072"/>
            <a:ext cx="142761" cy="97231"/>
          </a:xfrm>
          <a:prstGeom prst="rect">
            <a:avLst/>
          </a:prstGeom>
          <a:solidFill>
            <a:srgbClr val="7CC4A1"/>
          </a:solidFill>
          <a:ln w="12700">
            <a:solidFill>
              <a:srgbClr val="7CC4A1"/>
            </a:solidFill>
            <a:prstDash val="solid"/>
          </a:ln>
        </p:spPr>
      </p:sp>
      <p:sp>
        <p:nvSpPr>
          <p:cNvPr id="1158" name="Shape 1156"/>
          <p:cNvSpPr/>
          <p:nvPr/>
        </p:nvSpPr>
        <p:spPr>
          <a:xfrm>
            <a:off x="2231708" y="5148072"/>
            <a:ext cx="142761" cy="97231"/>
          </a:xfrm>
          <a:prstGeom prst="rect">
            <a:avLst/>
          </a:prstGeom>
          <a:solidFill>
            <a:srgbClr val="7CC4A1"/>
          </a:solidFill>
          <a:ln w="12700">
            <a:solidFill>
              <a:srgbClr val="7CC4A1"/>
            </a:solidFill>
            <a:prstDash val="solid"/>
          </a:ln>
        </p:spPr>
      </p:sp>
      <p:sp>
        <p:nvSpPr>
          <p:cNvPr id="1159" name="Shape 1157"/>
          <p:cNvSpPr/>
          <p:nvPr/>
        </p:nvSpPr>
        <p:spPr>
          <a:xfrm>
            <a:off x="2394585" y="5148072"/>
            <a:ext cx="142761" cy="97231"/>
          </a:xfrm>
          <a:prstGeom prst="rect">
            <a:avLst/>
          </a:prstGeom>
          <a:solidFill>
            <a:srgbClr val="7CC4A1"/>
          </a:solidFill>
          <a:ln w="12700">
            <a:solidFill>
              <a:srgbClr val="7CC4A1"/>
            </a:solidFill>
            <a:prstDash val="solid"/>
          </a:ln>
        </p:spPr>
      </p:sp>
      <p:sp>
        <p:nvSpPr>
          <p:cNvPr id="1160" name="Shape 1158"/>
          <p:cNvSpPr/>
          <p:nvPr/>
        </p:nvSpPr>
        <p:spPr>
          <a:xfrm>
            <a:off x="2557463" y="5148072"/>
            <a:ext cx="142761" cy="97231"/>
          </a:xfrm>
          <a:prstGeom prst="rect">
            <a:avLst/>
          </a:prstGeom>
          <a:solidFill>
            <a:srgbClr val="268C64"/>
          </a:solidFill>
          <a:ln w="12700">
            <a:solidFill>
              <a:srgbClr val="268C64"/>
            </a:solidFill>
            <a:prstDash val="solid"/>
          </a:ln>
        </p:spPr>
      </p:sp>
      <p:sp>
        <p:nvSpPr>
          <p:cNvPr id="1161" name="Shape 1159"/>
          <p:cNvSpPr/>
          <p:nvPr/>
        </p:nvSpPr>
        <p:spPr>
          <a:xfrm>
            <a:off x="2720340" y="5148072"/>
            <a:ext cx="142761" cy="97231"/>
          </a:xfrm>
          <a:prstGeom prst="rect">
            <a:avLst/>
          </a:prstGeom>
          <a:solidFill>
            <a:srgbClr val="4FAA82"/>
          </a:solidFill>
          <a:ln w="12700">
            <a:solidFill>
              <a:srgbClr val="4FAA82"/>
            </a:solidFill>
            <a:prstDash val="solid"/>
          </a:ln>
        </p:spPr>
      </p:sp>
      <p:sp>
        <p:nvSpPr>
          <p:cNvPr id="1162" name="Shape 1160"/>
          <p:cNvSpPr/>
          <p:nvPr/>
        </p:nvSpPr>
        <p:spPr>
          <a:xfrm>
            <a:off x="2883218" y="5148072"/>
            <a:ext cx="142761" cy="97231"/>
          </a:xfrm>
          <a:prstGeom prst="rect">
            <a:avLst/>
          </a:prstGeom>
          <a:solidFill>
            <a:srgbClr val="268C64"/>
          </a:solidFill>
          <a:ln w="12700">
            <a:solidFill>
              <a:srgbClr val="268C64"/>
            </a:solidFill>
            <a:prstDash val="solid"/>
          </a:ln>
        </p:spPr>
      </p:sp>
      <p:sp>
        <p:nvSpPr>
          <p:cNvPr id="1163" name="Shape 1161"/>
          <p:cNvSpPr/>
          <p:nvPr/>
        </p:nvSpPr>
        <p:spPr>
          <a:xfrm>
            <a:off x="3046095" y="5148072"/>
            <a:ext cx="142761" cy="97231"/>
          </a:xfrm>
          <a:prstGeom prst="rect">
            <a:avLst/>
          </a:prstGeom>
          <a:solidFill>
            <a:srgbClr val="268C64"/>
          </a:solidFill>
          <a:ln w="12700">
            <a:solidFill>
              <a:srgbClr val="268C64"/>
            </a:solidFill>
            <a:prstDash val="solid"/>
          </a:ln>
        </p:spPr>
      </p:sp>
      <p:sp>
        <p:nvSpPr>
          <p:cNvPr id="1164" name="Shape 1162"/>
          <p:cNvSpPr/>
          <p:nvPr/>
        </p:nvSpPr>
        <p:spPr>
          <a:xfrm>
            <a:off x="3208972" y="5148072"/>
            <a:ext cx="142761" cy="97231"/>
          </a:xfrm>
          <a:prstGeom prst="rect">
            <a:avLst/>
          </a:prstGeom>
          <a:solidFill>
            <a:srgbClr val="075236"/>
          </a:solidFill>
          <a:ln w="12700">
            <a:solidFill>
              <a:srgbClr val="075236"/>
            </a:solidFill>
            <a:prstDash val="solid"/>
          </a:ln>
        </p:spPr>
      </p:sp>
      <p:sp>
        <p:nvSpPr>
          <p:cNvPr id="1165" name="Shape 1163"/>
          <p:cNvSpPr/>
          <p:nvPr/>
        </p:nvSpPr>
        <p:spPr>
          <a:xfrm>
            <a:off x="3371850" y="5148072"/>
            <a:ext cx="142761" cy="97231"/>
          </a:xfrm>
          <a:prstGeom prst="rect">
            <a:avLst/>
          </a:prstGeom>
          <a:solidFill>
            <a:srgbClr val="075236"/>
          </a:solidFill>
          <a:ln w="12700">
            <a:solidFill>
              <a:srgbClr val="075236"/>
            </a:solidFill>
            <a:prstDash val="solid"/>
          </a:ln>
        </p:spPr>
      </p:sp>
      <p:sp>
        <p:nvSpPr>
          <p:cNvPr id="1166" name="Shape 1164"/>
          <p:cNvSpPr/>
          <p:nvPr/>
        </p:nvSpPr>
        <p:spPr>
          <a:xfrm>
            <a:off x="3534727" y="5148072"/>
            <a:ext cx="142761" cy="97231"/>
          </a:xfrm>
          <a:prstGeom prst="rect">
            <a:avLst/>
          </a:prstGeom>
          <a:solidFill>
            <a:srgbClr val="075236"/>
          </a:solidFill>
          <a:ln w="12700">
            <a:solidFill>
              <a:srgbClr val="075236"/>
            </a:solidFill>
            <a:prstDash val="solid"/>
          </a:ln>
        </p:spPr>
      </p:sp>
      <p:sp>
        <p:nvSpPr>
          <p:cNvPr id="1167" name="Shape 1165"/>
          <p:cNvSpPr/>
          <p:nvPr/>
        </p:nvSpPr>
        <p:spPr>
          <a:xfrm>
            <a:off x="3697605" y="5148072"/>
            <a:ext cx="142761" cy="97231"/>
          </a:xfrm>
          <a:prstGeom prst="rect">
            <a:avLst/>
          </a:prstGeom>
          <a:solidFill>
            <a:srgbClr val="075236"/>
          </a:solidFill>
          <a:ln w="12700">
            <a:solidFill>
              <a:srgbClr val="075236"/>
            </a:solidFill>
            <a:prstDash val="solid"/>
          </a:ln>
        </p:spPr>
      </p:sp>
      <p:sp>
        <p:nvSpPr>
          <p:cNvPr id="1168" name="Shape 1166"/>
          <p:cNvSpPr/>
          <p:nvPr/>
        </p:nvSpPr>
        <p:spPr>
          <a:xfrm>
            <a:off x="3860483" y="5148072"/>
            <a:ext cx="142761" cy="97231"/>
          </a:xfrm>
          <a:prstGeom prst="rect">
            <a:avLst/>
          </a:prstGeom>
          <a:solidFill>
            <a:srgbClr val="10704D"/>
          </a:solidFill>
          <a:ln w="12700">
            <a:solidFill>
              <a:srgbClr val="10704D"/>
            </a:solidFill>
            <a:prstDash val="solid"/>
          </a:ln>
        </p:spPr>
      </p:sp>
      <p:sp>
        <p:nvSpPr>
          <p:cNvPr id="1169" name="Shape 1167"/>
          <p:cNvSpPr/>
          <p:nvPr/>
        </p:nvSpPr>
        <p:spPr>
          <a:xfrm>
            <a:off x="4023360" y="5148072"/>
            <a:ext cx="142761" cy="97231"/>
          </a:xfrm>
          <a:prstGeom prst="rect">
            <a:avLst/>
          </a:prstGeom>
          <a:solidFill>
            <a:srgbClr val="10704D"/>
          </a:solidFill>
          <a:ln w="12700">
            <a:solidFill>
              <a:srgbClr val="10704D"/>
            </a:solidFill>
            <a:prstDash val="solid"/>
          </a:ln>
        </p:spPr>
      </p:sp>
      <p:sp>
        <p:nvSpPr>
          <p:cNvPr id="1170" name="Shape 1168"/>
          <p:cNvSpPr/>
          <p:nvPr/>
        </p:nvSpPr>
        <p:spPr>
          <a:xfrm>
            <a:off x="4186238" y="5148072"/>
            <a:ext cx="142761" cy="97231"/>
          </a:xfrm>
          <a:prstGeom prst="rect">
            <a:avLst/>
          </a:prstGeom>
          <a:solidFill>
            <a:srgbClr val="075236"/>
          </a:solidFill>
          <a:ln w="12700">
            <a:solidFill>
              <a:srgbClr val="075236"/>
            </a:solidFill>
            <a:prstDash val="solid"/>
          </a:ln>
        </p:spPr>
      </p:sp>
      <p:sp>
        <p:nvSpPr>
          <p:cNvPr id="1171" name="Shape 1169"/>
          <p:cNvSpPr/>
          <p:nvPr/>
        </p:nvSpPr>
        <p:spPr>
          <a:xfrm>
            <a:off x="4349115" y="5148072"/>
            <a:ext cx="142761" cy="97231"/>
          </a:xfrm>
          <a:prstGeom prst="rect">
            <a:avLst/>
          </a:prstGeom>
          <a:solidFill>
            <a:srgbClr val="10704D"/>
          </a:solidFill>
          <a:ln w="12700">
            <a:solidFill>
              <a:srgbClr val="10704D"/>
            </a:solidFill>
            <a:prstDash val="solid"/>
          </a:ln>
        </p:spPr>
      </p:sp>
      <p:sp>
        <p:nvSpPr>
          <p:cNvPr id="1172" name="Shape 1170"/>
          <p:cNvSpPr/>
          <p:nvPr/>
        </p:nvSpPr>
        <p:spPr>
          <a:xfrm>
            <a:off x="4511992" y="5148072"/>
            <a:ext cx="142761" cy="97231"/>
          </a:xfrm>
          <a:prstGeom prst="rect">
            <a:avLst/>
          </a:prstGeom>
          <a:solidFill>
            <a:srgbClr val="10704D"/>
          </a:solidFill>
          <a:ln w="12700">
            <a:solidFill>
              <a:srgbClr val="10704D"/>
            </a:solidFill>
            <a:prstDash val="solid"/>
          </a:ln>
        </p:spPr>
      </p:sp>
      <p:sp>
        <p:nvSpPr>
          <p:cNvPr id="1173" name="Shape 1171"/>
          <p:cNvSpPr/>
          <p:nvPr/>
        </p:nvSpPr>
        <p:spPr>
          <a:xfrm>
            <a:off x="4674870" y="5148072"/>
            <a:ext cx="142761" cy="97231"/>
          </a:xfrm>
          <a:prstGeom prst="rect">
            <a:avLst/>
          </a:prstGeom>
          <a:solidFill>
            <a:srgbClr val="10704D"/>
          </a:solidFill>
          <a:ln w="12700">
            <a:solidFill>
              <a:srgbClr val="10704D"/>
            </a:solidFill>
            <a:prstDash val="solid"/>
          </a:ln>
        </p:spPr>
      </p:sp>
      <p:sp>
        <p:nvSpPr>
          <p:cNvPr id="1174" name="Shape 1172"/>
          <p:cNvSpPr/>
          <p:nvPr/>
        </p:nvSpPr>
        <p:spPr>
          <a:xfrm>
            <a:off x="4837747" y="5148072"/>
            <a:ext cx="142761" cy="97231"/>
          </a:xfrm>
          <a:prstGeom prst="rect">
            <a:avLst/>
          </a:prstGeom>
          <a:solidFill>
            <a:srgbClr val="268C64"/>
          </a:solidFill>
          <a:ln w="12700">
            <a:solidFill>
              <a:srgbClr val="268C64"/>
            </a:solidFill>
            <a:prstDash val="solid"/>
          </a:ln>
        </p:spPr>
      </p:sp>
      <p:sp>
        <p:nvSpPr>
          <p:cNvPr id="1175" name="Shape 1173"/>
          <p:cNvSpPr/>
          <p:nvPr/>
        </p:nvSpPr>
        <p:spPr>
          <a:xfrm>
            <a:off x="5000625" y="5148072"/>
            <a:ext cx="142761" cy="97231"/>
          </a:xfrm>
          <a:prstGeom prst="rect">
            <a:avLst/>
          </a:prstGeom>
          <a:solidFill>
            <a:srgbClr val="268C64"/>
          </a:solidFill>
          <a:ln w="12700">
            <a:solidFill>
              <a:srgbClr val="268C64"/>
            </a:solidFill>
            <a:prstDash val="solid"/>
          </a:ln>
        </p:spPr>
      </p:sp>
      <p:sp>
        <p:nvSpPr>
          <p:cNvPr id="1176" name="Shape 1174"/>
          <p:cNvSpPr/>
          <p:nvPr/>
        </p:nvSpPr>
        <p:spPr>
          <a:xfrm>
            <a:off x="5163503" y="5148072"/>
            <a:ext cx="142761" cy="97231"/>
          </a:xfrm>
          <a:prstGeom prst="rect">
            <a:avLst/>
          </a:prstGeom>
          <a:solidFill>
            <a:srgbClr val="268C64"/>
          </a:solidFill>
          <a:ln w="12700">
            <a:solidFill>
              <a:srgbClr val="268C64"/>
            </a:solidFill>
            <a:prstDash val="solid"/>
          </a:ln>
        </p:spPr>
      </p:sp>
      <p:sp>
        <p:nvSpPr>
          <p:cNvPr id="1177" name="Shape 1175"/>
          <p:cNvSpPr/>
          <p:nvPr/>
        </p:nvSpPr>
        <p:spPr>
          <a:xfrm>
            <a:off x="5326380" y="5148072"/>
            <a:ext cx="142761" cy="97231"/>
          </a:xfrm>
          <a:prstGeom prst="rect">
            <a:avLst/>
          </a:prstGeom>
          <a:solidFill>
            <a:srgbClr val="268C64"/>
          </a:solidFill>
          <a:ln w="12700">
            <a:solidFill>
              <a:srgbClr val="268C64"/>
            </a:solidFill>
            <a:prstDash val="solid"/>
          </a:ln>
        </p:spPr>
      </p:sp>
      <p:sp>
        <p:nvSpPr>
          <p:cNvPr id="1178" name="Shape 1176"/>
          <p:cNvSpPr/>
          <p:nvPr/>
        </p:nvSpPr>
        <p:spPr>
          <a:xfrm>
            <a:off x="5489257" y="5148072"/>
            <a:ext cx="142761" cy="97231"/>
          </a:xfrm>
          <a:prstGeom prst="rect">
            <a:avLst/>
          </a:prstGeom>
          <a:solidFill>
            <a:srgbClr val="4FAA82"/>
          </a:solidFill>
          <a:ln w="12700">
            <a:solidFill>
              <a:srgbClr val="4FAA82"/>
            </a:solidFill>
            <a:prstDash val="solid"/>
          </a:ln>
        </p:spPr>
      </p:sp>
      <p:sp>
        <p:nvSpPr>
          <p:cNvPr id="1179" name="Shape 1177"/>
          <p:cNvSpPr/>
          <p:nvPr/>
        </p:nvSpPr>
        <p:spPr>
          <a:xfrm>
            <a:off x="5652135" y="5148072"/>
            <a:ext cx="142761" cy="97231"/>
          </a:xfrm>
          <a:prstGeom prst="rect">
            <a:avLst/>
          </a:prstGeom>
          <a:solidFill>
            <a:srgbClr val="268C64"/>
          </a:solidFill>
          <a:ln w="12700">
            <a:solidFill>
              <a:srgbClr val="268C64"/>
            </a:solidFill>
            <a:prstDash val="solid"/>
          </a:ln>
        </p:spPr>
      </p:sp>
      <p:sp>
        <p:nvSpPr>
          <p:cNvPr id="1180" name="Shape 1178"/>
          <p:cNvSpPr/>
          <p:nvPr/>
        </p:nvSpPr>
        <p:spPr>
          <a:xfrm>
            <a:off x="5815012" y="5148072"/>
            <a:ext cx="142761" cy="97231"/>
          </a:xfrm>
          <a:prstGeom prst="rect">
            <a:avLst/>
          </a:prstGeom>
          <a:solidFill>
            <a:srgbClr val="4FAA82"/>
          </a:solidFill>
          <a:ln w="12700">
            <a:solidFill>
              <a:srgbClr val="4FAA82"/>
            </a:solidFill>
            <a:prstDash val="solid"/>
          </a:ln>
        </p:spPr>
      </p:sp>
      <p:sp>
        <p:nvSpPr>
          <p:cNvPr id="1181" name="Shape 1179"/>
          <p:cNvSpPr/>
          <p:nvPr/>
        </p:nvSpPr>
        <p:spPr>
          <a:xfrm>
            <a:off x="5977890" y="5148072"/>
            <a:ext cx="142761" cy="97231"/>
          </a:xfrm>
          <a:prstGeom prst="rect">
            <a:avLst/>
          </a:prstGeom>
          <a:solidFill>
            <a:srgbClr val="4FAA82"/>
          </a:solidFill>
          <a:ln w="12700">
            <a:solidFill>
              <a:srgbClr val="4FAA82"/>
            </a:solidFill>
            <a:prstDash val="solid"/>
          </a:ln>
        </p:spPr>
      </p:sp>
      <p:sp>
        <p:nvSpPr>
          <p:cNvPr id="1182" name="Shape 1180"/>
          <p:cNvSpPr/>
          <p:nvPr/>
        </p:nvSpPr>
        <p:spPr>
          <a:xfrm>
            <a:off x="6140767" y="5148072"/>
            <a:ext cx="142761" cy="97231"/>
          </a:xfrm>
          <a:prstGeom prst="rect">
            <a:avLst/>
          </a:prstGeom>
          <a:solidFill>
            <a:srgbClr val="4FAA82"/>
          </a:solidFill>
          <a:ln w="12700">
            <a:solidFill>
              <a:srgbClr val="4FAA82"/>
            </a:solidFill>
            <a:prstDash val="solid"/>
          </a:ln>
        </p:spPr>
      </p:sp>
      <p:sp>
        <p:nvSpPr>
          <p:cNvPr id="1183" name="Shape 1181"/>
          <p:cNvSpPr/>
          <p:nvPr/>
        </p:nvSpPr>
        <p:spPr>
          <a:xfrm>
            <a:off x="6303645" y="5148072"/>
            <a:ext cx="142761" cy="97231"/>
          </a:xfrm>
          <a:prstGeom prst="rect">
            <a:avLst/>
          </a:prstGeom>
          <a:solidFill>
            <a:srgbClr val="4FAA82"/>
          </a:solidFill>
          <a:ln w="12700">
            <a:solidFill>
              <a:srgbClr val="4FAA82"/>
            </a:solidFill>
            <a:prstDash val="solid"/>
          </a:ln>
        </p:spPr>
      </p:sp>
      <p:sp>
        <p:nvSpPr>
          <p:cNvPr id="1184" name="Shape 1182"/>
          <p:cNvSpPr/>
          <p:nvPr/>
        </p:nvSpPr>
        <p:spPr>
          <a:xfrm>
            <a:off x="6792277" y="5148072"/>
            <a:ext cx="142761" cy="97231"/>
          </a:xfrm>
          <a:prstGeom prst="rect">
            <a:avLst/>
          </a:prstGeom>
          <a:solidFill>
            <a:srgbClr val="7CC4A1"/>
          </a:solidFill>
          <a:ln w="12700">
            <a:solidFill>
              <a:srgbClr val="7CC4A1"/>
            </a:solidFill>
            <a:prstDash val="solid"/>
          </a:ln>
        </p:spPr>
      </p:sp>
      <p:sp>
        <p:nvSpPr>
          <p:cNvPr id="1185" name="Shape 1183"/>
          <p:cNvSpPr/>
          <p:nvPr/>
        </p:nvSpPr>
        <p:spPr>
          <a:xfrm>
            <a:off x="6955155" y="5148072"/>
            <a:ext cx="142761" cy="97231"/>
          </a:xfrm>
          <a:prstGeom prst="rect">
            <a:avLst/>
          </a:prstGeom>
          <a:solidFill>
            <a:srgbClr val="7CC4A1"/>
          </a:solidFill>
          <a:ln w="12700">
            <a:solidFill>
              <a:srgbClr val="7CC4A1"/>
            </a:solidFill>
            <a:prstDash val="solid"/>
          </a:ln>
        </p:spPr>
      </p:sp>
      <p:sp>
        <p:nvSpPr>
          <p:cNvPr id="1186" name="Shape 1184"/>
          <p:cNvSpPr/>
          <p:nvPr/>
        </p:nvSpPr>
        <p:spPr>
          <a:xfrm>
            <a:off x="7118032" y="5148072"/>
            <a:ext cx="142761" cy="97231"/>
          </a:xfrm>
          <a:prstGeom prst="rect">
            <a:avLst/>
          </a:prstGeom>
          <a:solidFill>
            <a:srgbClr val="7CC4A1"/>
          </a:solidFill>
          <a:ln w="12700">
            <a:solidFill>
              <a:srgbClr val="7CC4A1"/>
            </a:solidFill>
            <a:prstDash val="solid"/>
          </a:ln>
        </p:spPr>
      </p:sp>
      <p:sp>
        <p:nvSpPr>
          <p:cNvPr id="1187" name="Shape 1185"/>
          <p:cNvSpPr/>
          <p:nvPr/>
        </p:nvSpPr>
        <p:spPr>
          <a:xfrm>
            <a:off x="7280910" y="5148072"/>
            <a:ext cx="142761" cy="97231"/>
          </a:xfrm>
          <a:prstGeom prst="rect">
            <a:avLst/>
          </a:prstGeom>
          <a:solidFill>
            <a:srgbClr val="7CC4A1"/>
          </a:solidFill>
          <a:ln w="12700">
            <a:solidFill>
              <a:srgbClr val="7CC4A1"/>
            </a:solidFill>
            <a:prstDash val="solid"/>
          </a:ln>
        </p:spPr>
      </p:sp>
      <p:sp>
        <p:nvSpPr>
          <p:cNvPr id="1188" name="Shape 1186"/>
          <p:cNvSpPr/>
          <p:nvPr/>
        </p:nvSpPr>
        <p:spPr>
          <a:xfrm>
            <a:off x="7443788" y="5148072"/>
            <a:ext cx="142761" cy="97231"/>
          </a:xfrm>
          <a:prstGeom prst="rect">
            <a:avLst/>
          </a:prstGeom>
          <a:solidFill>
            <a:srgbClr val="7CC4A1"/>
          </a:solidFill>
          <a:ln w="12700">
            <a:solidFill>
              <a:srgbClr val="7CC4A1"/>
            </a:solidFill>
            <a:prstDash val="solid"/>
          </a:ln>
        </p:spPr>
      </p:sp>
      <p:sp>
        <p:nvSpPr>
          <p:cNvPr id="1189" name="Shape 1187"/>
          <p:cNvSpPr/>
          <p:nvPr/>
        </p:nvSpPr>
        <p:spPr>
          <a:xfrm>
            <a:off x="7606665" y="5148072"/>
            <a:ext cx="142761" cy="97231"/>
          </a:xfrm>
          <a:prstGeom prst="rect">
            <a:avLst/>
          </a:prstGeom>
          <a:solidFill>
            <a:srgbClr val="7CC4A1"/>
          </a:solidFill>
          <a:ln w="12700">
            <a:solidFill>
              <a:srgbClr val="7CC4A1"/>
            </a:solidFill>
            <a:prstDash val="solid"/>
          </a:ln>
        </p:spPr>
      </p:sp>
      <p:sp>
        <p:nvSpPr>
          <p:cNvPr id="1190" name="Shape 1188"/>
          <p:cNvSpPr/>
          <p:nvPr/>
        </p:nvSpPr>
        <p:spPr>
          <a:xfrm>
            <a:off x="7769542" y="5148072"/>
            <a:ext cx="142761" cy="97231"/>
          </a:xfrm>
          <a:prstGeom prst="rect">
            <a:avLst/>
          </a:prstGeom>
          <a:solidFill>
            <a:srgbClr val="7CC4A1"/>
          </a:solidFill>
          <a:ln w="12700">
            <a:solidFill>
              <a:srgbClr val="7CC4A1"/>
            </a:solidFill>
            <a:prstDash val="solid"/>
          </a:ln>
        </p:spPr>
      </p:sp>
      <p:sp>
        <p:nvSpPr>
          <p:cNvPr id="1191" name="Shape 1189"/>
          <p:cNvSpPr/>
          <p:nvPr/>
        </p:nvSpPr>
        <p:spPr>
          <a:xfrm>
            <a:off x="7932420" y="5148072"/>
            <a:ext cx="142761" cy="97231"/>
          </a:xfrm>
          <a:prstGeom prst="rect">
            <a:avLst/>
          </a:prstGeom>
          <a:solidFill>
            <a:srgbClr val="7CC4A1"/>
          </a:solidFill>
          <a:ln w="12700">
            <a:solidFill>
              <a:srgbClr val="7CC4A1"/>
            </a:solidFill>
            <a:prstDash val="solid"/>
          </a:ln>
        </p:spPr>
      </p:sp>
      <p:sp>
        <p:nvSpPr>
          <p:cNvPr id="1192" name="Shape 1190"/>
          <p:cNvSpPr/>
          <p:nvPr/>
        </p:nvSpPr>
        <p:spPr>
          <a:xfrm>
            <a:off x="8095297" y="5148072"/>
            <a:ext cx="142761" cy="97231"/>
          </a:xfrm>
          <a:prstGeom prst="rect">
            <a:avLst/>
          </a:prstGeom>
          <a:solidFill>
            <a:srgbClr val="E9EDEB"/>
          </a:solidFill>
          <a:ln w="12700">
            <a:solidFill>
              <a:srgbClr val="E9EDEB"/>
            </a:solidFill>
            <a:prstDash val="solid"/>
          </a:ln>
        </p:spPr>
      </p:sp>
      <p:sp>
        <p:nvSpPr>
          <p:cNvPr id="1193" name="Shape 1191"/>
          <p:cNvSpPr/>
          <p:nvPr/>
        </p:nvSpPr>
        <p:spPr>
          <a:xfrm>
            <a:off x="8258175" y="5148072"/>
            <a:ext cx="142761" cy="97231"/>
          </a:xfrm>
          <a:prstGeom prst="rect">
            <a:avLst/>
          </a:prstGeom>
          <a:solidFill>
            <a:srgbClr val="7CC4A1"/>
          </a:solidFill>
          <a:ln w="12700">
            <a:solidFill>
              <a:srgbClr val="7CC4A1"/>
            </a:solidFill>
            <a:prstDash val="solid"/>
          </a:ln>
        </p:spPr>
      </p:sp>
      <p:sp>
        <p:nvSpPr>
          <p:cNvPr id="1194" name="Shape 1192"/>
          <p:cNvSpPr/>
          <p:nvPr/>
        </p:nvSpPr>
        <p:spPr>
          <a:xfrm>
            <a:off x="8421053" y="5148072"/>
            <a:ext cx="142761" cy="97231"/>
          </a:xfrm>
          <a:prstGeom prst="rect">
            <a:avLst/>
          </a:prstGeom>
          <a:solidFill>
            <a:srgbClr val="7CC4A1"/>
          </a:solidFill>
          <a:ln w="12700">
            <a:solidFill>
              <a:srgbClr val="7CC4A1"/>
            </a:solidFill>
            <a:prstDash val="solid"/>
          </a:ln>
        </p:spPr>
      </p:sp>
      <p:sp>
        <p:nvSpPr>
          <p:cNvPr id="1195" name="Shape 1193"/>
          <p:cNvSpPr/>
          <p:nvPr/>
        </p:nvSpPr>
        <p:spPr>
          <a:xfrm>
            <a:off x="8583930" y="5148072"/>
            <a:ext cx="142761" cy="97231"/>
          </a:xfrm>
          <a:prstGeom prst="rect">
            <a:avLst/>
          </a:prstGeom>
          <a:solidFill>
            <a:srgbClr val="E9EDEB"/>
          </a:solidFill>
          <a:ln w="12700">
            <a:solidFill>
              <a:srgbClr val="E9EDEB"/>
            </a:solidFill>
            <a:prstDash val="solid"/>
          </a:ln>
        </p:spPr>
      </p:sp>
      <p:sp>
        <p:nvSpPr>
          <p:cNvPr id="1196" name="Shape 1194"/>
          <p:cNvSpPr/>
          <p:nvPr/>
        </p:nvSpPr>
        <p:spPr>
          <a:xfrm>
            <a:off x="8746807" y="5148072"/>
            <a:ext cx="142761" cy="97231"/>
          </a:xfrm>
          <a:prstGeom prst="rect">
            <a:avLst/>
          </a:prstGeom>
          <a:solidFill>
            <a:srgbClr val="E9EDEB"/>
          </a:solidFill>
          <a:ln w="12700">
            <a:solidFill>
              <a:srgbClr val="E9EDEB"/>
            </a:solidFill>
            <a:prstDash val="solid"/>
          </a:ln>
        </p:spPr>
      </p:sp>
      <p:sp>
        <p:nvSpPr>
          <p:cNvPr id="1197" name="Shape 1195"/>
          <p:cNvSpPr/>
          <p:nvPr/>
        </p:nvSpPr>
        <p:spPr>
          <a:xfrm>
            <a:off x="8909685" y="5148072"/>
            <a:ext cx="142761" cy="97231"/>
          </a:xfrm>
          <a:prstGeom prst="rect">
            <a:avLst/>
          </a:prstGeom>
          <a:solidFill>
            <a:srgbClr val="E9EDEB"/>
          </a:solidFill>
          <a:ln w="12700">
            <a:solidFill>
              <a:srgbClr val="E9EDEB"/>
            </a:solidFill>
            <a:prstDash val="solid"/>
          </a:ln>
        </p:spPr>
      </p:sp>
      <p:sp>
        <p:nvSpPr>
          <p:cNvPr id="1198" name="Shape 1196"/>
          <p:cNvSpPr/>
          <p:nvPr/>
        </p:nvSpPr>
        <p:spPr>
          <a:xfrm>
            <a:off x="9072563" y="5148072"/>
            <a:ext cx="142761" cy="97231"/>
          </a:xfrm>
          <a:prstGeom prst="rect">
            <a:avLst/>
          </a:prstGeom>
          <a:solidFill>
            <a:srgbClr val="4FAA82"/>
          </a:solidFill>
          <a:ln w="12700">
            <a:solidFill>
              <a:srgbClr val="4FAA82"/>
            </a:solidFill>
            <a:prstDash val="solid"/>
          </a:ln>
        </p:spPr>
      </p:sp>
      <p:sp>
        <p:nvSpPr>
          <p:cNvPr id="1199" name="Shape 1197"/>
          <p:cNvSpPr/>
          <p:nvPr/>
        </p:nvSpPr>
        <p:spPr>
          <a:xfrm>
            <a:off x="1417320" y="5265420"/>
            <a:ext cx="142761" cy="97231"/>
          </a:xfrm>
          <a:prstGeom prst="rect">
            <a:avLst/>
          </a:prstGeom>
          <a:solidFill>
            <a:srgbClr val="10704D"/>
          </a:solidFill>
          <a:ln w="12700">
            <a:solidFill>
              <a:srgbClr val="10704D"/>
            </a:solidFill>
            <a:prstDash val="solid"/>
          </a:ln>
        </p:spPr>
      </p:sp>
      <p:sp>
        <p:nvSpPr>
          <p:cNvPr id="1200" name="Shape 1198"/>
          <p:cNvSpPr/>
          <p:nvPr/>
        </p:nvSpPr>
        <p:spPr>
          <a:xfrm>
            <a:off x="1580198" y="5265420"/>
            <a:ext cx="142761" cy="97231"/>
          </a:xfrm>
          <a:prstGeom prst="rect">
            <a:avLst/>
          </a:prstGeom>
          <a:solidFill>
            <a:srgbClr val="075236"/>
          </a:solidFill>
          <a:ln w="12700">
            <a:solidFill>
              <a:srgbClr val="075236"/>
            </a:solidFill>
            <a:prstDash val="solid"/>
          </a:ln>
        </p:spPr>
      </p:sp>
      <p:sp>
        <p:nvSpPr>
          <p:cNvPr id="1201" name="Shape 1199"/>
          <p:cNvSpPr/>
          <p:nvPr/>
        </p:nvSpPr>
        <p:spPr>
          <a:xfrm>
            <a:off x="1743075" y="5265420"/>
            <a:ext cx="142761" cy="97231"/>
          </a:xfrm>
          <a:prstGeom prst="rect">
            <a:avLst/>
          </a:prstGeom>
          <a:solidFill>
            <a:srgbClr val="10704D"/>
          </a:solidFill>
          <a:ln w="12700">
            <a:solidFill>
              <a:srgbClr val="10704D"/>
            </a:solidFill>
            <a:prstDash val="solid"/>
          </a:ln>
        </p:spPr>
      </p:sp>
      <p:sp>
        <p:nvSpPr>
          <p:cNvPr id="1202" name="Shape 1200"/>
          <p:cNvSpPr/>
          <p:nvPr/>
        </p:nvSpPr>
        <p:spPr>
          <a:xfrm>
            <a:off x="1905953" y="5265420"/>
            <a:ext cx="142761" cy="97231"/>
          </a:xfrm>
          <a:prstGeom prst="rect">
            <a:avLst/>
          </a:prstGeom>
          <a:solidFill>
            <a:srgbClr val="268C64"/>
          </a:solidFill>
          <a:ln w="12700">
            <a:solidFill>
              <a:srgbClr val="268C64"/>
            </a:solidFill>
            <a:prstDash val="solid"/>
          </a:ln>
        </p:spPr>
      </p:sp>
      <p:sp>
        <p:nvSpPr>
          <p:cNvPr id="1203" name="Shape 1201"/>
          <p:cNvSpPr/>
          <p:nvPr/>
        </p:nvSpPr>
        <p:spPr>
          <a:xfrm>
            <a:off x="2068830" y="5265420"/>
            <a:ext cx="142761" cy="97231"/>
          </a:xfrm>
          <a:prstGeom prst="rect">
            <a:avLst/>
          </a:prstGeom>
          <a:solidFill>
            <a:srgbClr val="10704D"/>
          </a:solidFill>
          <a:ln w="12700">
            <a:solidFill>
              <a:srgbClr val="10704D"/>
            </a:solidFill>
            <a:prstDash val="solid"/>
          </a:ln>
        </p:spPr>
      </p:sp>
      <p:sp>
        <p:nvSpPr>
          <p:cNvPr id="1204" name="Shape 1202"/>
          <p:cNvSpPr/>
          <p:nvPr/>
        </p:nvSpPr>
        <p:spPr>
          <a:xfrm>
            <a:off x="2231708" y="5265420"/>
            <a:ext cx="142761" cy="97231"/>
          </a:xfrm>
          <a:prstGeom prst="rect">
            <a:avLst/>
          </a:prstGeom>
          <a:solidFill>
            <a:srgbClr val="268C64"/>
          </a:solidFill>
          <a:ln w="12700">
            <a:solidFill>
              <a:srgbClr val="268C64"/>
            </a:solidFill>
            <a:prstDash val="solid"/>
          </a:ln>
        </p:spPr>
      </p:sp>
      <p:sp>
        <p:nvSpPr>
          <p:cNvPr id="1205" name="Shape 1203"/>
          <p:cNvSpPr/>
          <p:nvPr/>
        </p:nvSpPr>
        <p:spPr>
          <a:xfrm>
            <a:off x="2394585" y="5265420"/>
            <a:ext cx="142761" cy="97231"/>
          </a:xfrm>
          <a:prstGeom prst="rect">
            <a:avLst/>
          </a:prstGeom>
          <a:solidFill>
            <a:srgbClr val="10704D"/>
          </a:solidFill>
          <a:ln w="12700">
            <a:solidFill>
              <a:srgbClr val="10704D"/>
            </a:solidFill>
            <a:prstDash val="solid"/>
          </a:ln>
        </p:spPr>
      </p:sp>
      <p:sp>
        <p:nvSpPr>
          <p:cNvPr id="1206" name="Shape 1204"/>
          <p:cNvSpPr/>
          <p:nvPr/>
        </p:nvSpPr>
        <p:spPr>
          <a:xfrm>
            <a:off x="2557463" y="5265420"/>
            <a:ext cx="142761" cy="97231"/>
          </a:xfrm>
          <a:prstGeom prst="rect">
            <a:avLst/>
          </a:prstGeom>
          <a:solidFill>
            <a:srgbClr val="10704D"/>
          </a:solidFill>
          <a:ln w="12700">
            <a:solidFill>
              <a:srgbClr val="10704D"/>
            </a:solidFill>
            <a:prstDash val="solid"/>
          </a:ln>
        </p:spPr>
      </p:sp>
      <p:sp>
        <p:nvSpPr>
          <p:cNvPr id="1207" name="Shape 1205"/>
          <p:cNvSpPr/>
          <p:nvPr/>
        </p:nvSpPr>
        <p:spPr>
          <a:xfrm>
            <a:off x="2720340" y="5265420"/>
            <a:ext cx="142761" cy="97231"/>
          </a:xfrm>
          <a:prstGeom prst="rect">
            <a:avLst/>
          </a:prstGeom>
          <a:solidFill>
            <a:srgbClr val="10704D"/>
          </a:solidFill>
          <a:ln w="12700">
            <a:solidFill>
              <a:srgbClr val="10704D"/>
            </a:solidFill>
            <a:prstDash val="solid"/>
          </a:ln>
        </p:spPr>
      </p:sp>
      <p:sp>
        <p:nvSpPr>
          <p:cNvPr id="1208" name="Shape 1206"/>
          <p:cNvSpPr/>
          <p:nvPr/>
        </p:nvSpPr>
        <p:spPr>
          <a:xfrm>
            <a:off x="2883218" y="5265420"/>
            <a:ext cx="142761" cy="97231"/>
          </a:xfrm>
          <a:prstGeom prst="rect">
            <a:avLst/>
          </a:prstGeom>
          <a:solidFill>
            <a:srgbClr val="10704D"/>
          </a:solidFill>
          <a:ln w="12700">
            <a:solidFill>
              <a:srgbClr val="10704D"/>
            </a:solidFill>
            <a:prstDash val="solid"/>
          </a:ln>
        </p:spPr>
      </p:sp>
      <p:sp>
        <p:nvSpPr>
          <p:cNvPr id="1209" name="Shape 1207"/>
          <p:cNvSpPr/>
          <p:nvPr/>
        </p:nvSpPr>
        <p:spPr>
          <a:xfrm>
            <a:off x="3046095" y="5265420"/>
            <a:ext cx="142761" cy="97231"/>
          </a:xfrm>
          <a:prstGeom prst="rect">
            <a:avLst/>
          </a:prstGeom>
          <a:solidFill>
            <a:srgbClr val="10704D"/>
          </a:solidFill>
          <a:ln w="12700">
            <a:solidFill>
              <a:srgbClr val="10704D"/>
            </a:solidFill>
            <a:prstDash val="solid"/>
          </a:ln>
        </p:spPr>
      </p:sp>
      <p:sp>
        <p:nvSpPr>
          <p:cNvPr id="1210" name="Shape 1208"/>
          <p:cNvSpPr/>
          <p:nvPr/>
        </p:nvSpPr>
        <p:spPr>
          <a:xfrm>
            <a:off x="3208972" y="5265420"/>
            <a:ext cx="142761" cy="97231"/>
          </a:xfrm>
          <a:prstGeom prst="rect">
            <a:avLst/>
          </a:prstGeom>
          <a:solidFill>
            <a:srgbClr val="10704D"/>
          </a:solidFill>
          <a:ln w="12700">
            <a:solidFill>
              <a:srgbClr val="10704D"/>
            </a:solidFill>
            <a:prstDash val="solid"/>
          </a:ln>
        </p:spPr>
      </p:sp>
      <p:sp>
        <p:nvSpPr>
          <p:cNvPr id="1211" name="Shape 1209"/>
          <p:cNvSpPr/>
          <p:nvPr/>
        </p:nvSpPr>
        <p:spPr>
          <a:xfrm>
            <a:off x="3371850" y="5265420"/>
            <a:ext cx="142761" cy="97231"/>
          </a:xfrm>
          <a:prstGeom prst="rect">
            <a:avLst/>
          </a:prstGeom>
          <a:solidFill>
            <a:srgbClr val="10704D"/>
          </a:solidFill>
          <a:ln w="12700">
            <a:solidFill>
              <a:srgbClr val="10704D"/>
            </a:solidFill>
            <a:prstDash val="solid"/>
          </a:ln>
        </p:spPr>
      </p:sp>
      <p:sp>
        <p:nvSpPr>
          <p:cNvPr id="1212" name="Shape 1210"/>
          <p:cNvSpPr/>
          <p:nvPr/>
        </p:nvSpPr>
        <p:spPr>
          <a:xfrm>
            <a:off x="3534727" y="5265420"/>
            <a:ext cx="142761" cy="97231"/>
          </a:xfrm>
          <a:prstGeom prst="rect">
            <a:avLst/>
          </a:prstGeom>
          <a:solidFill>
            <a:srgbClr val="268C64"/>
          </a:solidFill>
          <a:ln w="12700">
            <a:solidFill>
              <a:srgbClr val="268C64"/>
            </a:solidFill>
            <a:prstDash val="solid"/>
          </a:ln>
        </p:spPr>
      </p:sp>
      <p:sp>
        <p:nvSpPr>
          <p:cNvPr id="1213" name="Shape 1211"/>
          <p:cNvSpPr/>
          <p:nvPr/>
        </p:nvSpPr>
        <p:spPr>
          <a:xfrm>
            <a:off x="3697605" y="5265420"/>
            <a:ext cx="142761" cy="97231"/>
          </a:xfrm>
          <a:prstGeom prst="rect">
            <a:avLst/>
          </a:prstGeom>
          <a:solidFill>
            <a:srgbClr val="268C64"/>
          </a:solidFill>
          <a:ln w="12700">
            <a:solidFill>
              <a:srgbClr val="268C64"/>
            </a:solidFill>
            <a:prstDash val="solid"/>
          </a:ln>
        </p:spPr>
      </p:sp>
      <p:sp>
        <p:nvSpPr>
          <p:cNvPr id="1214" name="Shape 1212"/>
          <p:cNvSpPr/>
          <p:nvPr/>
        </p:nvSpPr>
        <p:spPr>
          <a:xfrm>
            <a:off x="3860483" y="5265420"/>
            <a:ext cx="142761" cy="97231"/>
          </a:xfrm>
          <a:prstGeom prst="rect">
            <a:avLst/>
          </a:prstGeom>
          <a:solidFill>
            <a:srgbClr val="268C64"/>
          </a:solidFill>
          <a:ln w="12700">
            <a:solidFill>
              <a:srgbClr val="268C64"/>
            </a:solidFill>
            <a:prstDash val="solid"/>
          </a:ln>
        </p:spPr>
      </p:sp>
      <p:sp>
        <p:nvSpPr>
          <p:cNvPr id="1215" name="Shape 1213"/>
          <p:cNvSpPr/>
          <p:nvPr/>
        </p:nvSpPr>
        <p:spPr>
          <a:xfrm>
            <a:off x="4023360" y="5265420"/>
            <a:ext cx="142761" cy="97231"/>
          </a:xfrm>
          <a:prstGeom prst="rect">
            <a:avLst/>
          </a:prstGeom>
          <a:solidFill>
            <a:srgbClr val="268C64"/>
          </a:solidFill>
          <a:ln w="12700">
            <a:solidFill>
              <a:srgbClr val="268C64"/>
            </a:solidFill>
            <a:prstDash val="solid"/>
          </a:ln>
        </p:spPr>
      </p:sp>
      <p:sp>
        <p:nvSpPr>
          <p:cNvPr id="1216" name="Shape 1214"/>
          <p:cNvSpPr/>
          <p:nvPr/>
        </p:nvSpPr>
        <p:spPr>
          <a:xfrm>
            <a:off x="4186238" y="5265420"/>
            <a:ext cx="142761" cy="97231"/>
          </a:xfrm>
          <a:prstGeom prst="rect">
            <a:avLst/>
          </a:prstGeom>
          <a:solidFill>
            <a:srgbClr val="10704D"/>
          </a:solidFill>
          <a:ln w="12700">
            <a:solidFill>
              <a:srgbClr val="10704D"/>
            </a:solidFill>
            <a:prstDash val="solid"/>
          </a:ln>
        </p:spPr>
      </p:sp>
      <p:sp>
        <p:nvSpPr>
          <p:cNvPr id="1217" name="Shape 1215"/>
          <p:cNvSpPr/>
          <p:nvPr/>
        </p:nvSpPr>
        <p:spPr>
          <a:xfrm>
            <a:off x="4349115" y="5265420"/>
            <a:ext cx="142761" cy="97231"/>
          </a:xfrm>
          <a:prstGeom prst="rect">
            <a:avLst/>
          </a:prstGeom>
          <a:solidFill>
            <a:srgbClr val="268C64"/>
          </a:solidFill>
          <a:ln w="12700">
            <a:solidFill>
              <a:srgbClr val="268C64"/>
            </a:solidFill>
            <a:prstDash val="solid"/>
          </a:ln>
        </p:spPr>
      </p:sp>
      <p:sp>
        <p:nvSpPr>
          <p:cNvPr id="1218" name="Shape 1216"/>
          <p:cNvSpPr/>
          <p:nvPr/>
        </p:nvSpPr>
        <p:spPr>
          <a:xfrm>
            <a:off x="4511992" y="5265420"/>
            <a:ext cx="142761" cy="97231"/>
          </a:xfrm>
          <a:prstGeom prst="rect">
            <a:avLst/>
          </a:prstGeom>
          <a:solidFill>
            <a:srgbClr val="268C64"/>
          </a:solidFill>
          <a:ln w="12700">
            <a:solidFill>
              <a:srgbClr val="268C64"/>
            </a:solidFill>
            <a:prstDash val="solid"/>
          </a:ln>
        </p:spPr>
      </p:sp>
      <p:sp>
        <p:nvSpPr>
          <p:cNvPr id="1219" name="Shape 1217"/>
          <p:cNvSpPr/>
          <p:nvPr/>
        </p:nvSpPr>
        <p:spPr>
          <a:xfrm>
            <a:off x="4674870" y="5265420"/>
            <a:ext cx="142761" cy="97231"/>
          </a:xfrm>
          <a:prstGeom prst="rect">
            <a:avLst/>
          </a:prstGeom>
          <a:solidFill>
            <a:srgbClr val="268C64"/>
          </a:solidFill>
          <a:ln w="12700">
            <a:solidFill>
              <a:srgbClr val="268C64"/>
            </a:solidFill>
            <a:prstDash val="solid"/>
          </a:ln>
        </p:spPr>
      </p:sp>
      <p:sp>
        <p:nvSpPr>
          <p:cNvPr id="1220" name="Shape 1218"/>
          <p:cNvSpPr/>
          <p:nvPr/>
        </p:nvSpPr>
        <p:spPr>
          <a:xfrm>
            <a:off x="4837747" y="5265420"/>
            <a:ext cx="142761" cy="97231"/>
          </a:xfrm>
          <a:prstGeom prst="rect">
            <a:avLst/>
          </a:prstGeom>
          <a:solidFill>
            <a:srgbClr val="268C64"/>
          </a:solidFill>
          <a:ln w="12700">
            <a:solidFill>
              <a:srgbClr val="268C64"/>
            </a:solidFill>
            <a:prstDash val="solid"/>
          </a:ln>
        </p:spPr>
      </p:sp>
      <p:sp>
        <p:nvSpPr>
          <p:cNvPr id="1221" name="Shape 1219"/>
          <p:cNvSpPr/>
          <p:nvPr/>
        </p:nvSpPr>
        <p:spPr>
          <a:xfrm>
            <a:off x="5000625" y="5265420"/>
            <a:ext cx="142761" cy="97231"/>
          </a:xfrm>
          <a:prstGeom prst="rect">
            <a:avLst/>
          </a:prstGeom>
          <a:solidFill>
            <a:srgbClr val="268C64"/>
          </a:solidFill>
          <a:ln w="12700">
            <a:solidFill>
              <a:srgbClr val="268C64"/>
            </a:solidFill>
            <a:prstDash val="solid"/>
          </a:ln>
        </p:spPr>
      </p:sp>
      <p:sp>
        <p:nvSpPr>
          <p:cNvPr id="1222" name="Shape 1220"/>
          <p:cNvSpPr/>
          <p:nvPr/>
        </p:nvSpPr>
        <p:spPr>
          <a:xfrm>
            <a:off x="5163503" y="5265420"/>
            <a:ext cx="142761" cy="97231"/>
          </a:xfrm>
          <a:prstGeom prst="rect">
            <a:avLst/>
          </a:prstGeom>
          <a:solidFill>
            <a:srgbClr val="268C64"/>
          </a:solidFill>
          <a:ln w="12700">
            <a:solidFill>
              <a:srgbClr val="268C64"/>
            </a:solidFill>
            <a:prstDash val="solid"/>
          </a:ln>
        </p:spPr>
      </p:sp>
      <p:sp>
        <p:nvSpPr>
          <p:cNvPr id="1223" name="Shape 1221"/>
          <p:cNvSpPr/>
          <p:nvPr/>
        </p:nvSpPr>
        <p:spPr>
          <a:xfrm>
            <a:off x="5326380" y="5265420"/>
            <a:ext cx="142761" cy="97231"/>
          </a:xfrm>
          <a:prstGeom prst="rect">
            <a:avLst/>
          </a:prstGeom>
          <a:solidFill>
            <a:srgbClr val="4FAA82"/>
          </a:solidFill>
          <a:ln w="12700">
            <a:solidFill>
              <a:srgbClr val="4FAA82"/>
            </a:solidFill>
            <a:prstDash val="solid"/>
          </a:ln>
        </p:spPr>
      </p:sp>
      <p:sp>
        <p:nvSpPr>
          <p:cNvPr id="1224" name="Shape 1222"/>
          <p:cNvSpPr/>
          <p:nvPr/>
        </p:nvSpPr>
        <p:spPr>
          <a:xfrm>
            <a:off x="5489257" y="5265420"/>
            <a:ext cx="142761" cy="97231"/>
          </a:xfrm>
          <a:prstGeom prst="rect">
            <a:avLst/>
          </a:prstGeom>
          <a:solidFill>
            <a:srgbClr val="7CC4A1"/>
          </a:solidFill>
          <a:ln w="12700">
            <a:solidFill>
              <a:srgbClr val="7CC4A1"/>
            </a:solidFill>
            <a:prstDash val="solid"/>
          </a:ln>
        </p:spPr>
      </p:sp>
      <p:sp>
        <p:nvSpPr>
          <p:cNvPr id="1225" name="Shape 1223"/>
          <p:cNvSpPr/>
          <p:nvPr/>
        </p:nvSpPr>
        <p:spPr>
          <a:xfrm>
            <a:off x="5652135" y="5265420"/>
            <a:ext cx="142761" cy="97231"/>
          </a:xfrm>
          <a:prstGeom prst="rect">
            <a:avLst/>
          </a:prstGeom>
          <a:solidFill>
            <a:srgbClr val="4FAA82"/>
          </a:solidFill>
          <a:ln w="12700">
            <a:solidFill>
              <a:srgbClr val="4FAA82"/>
            </a:solidFill>
            <a:prstDash val="solid"/>
          </a:ln>
        </p:spPr>
      </p:sp>
      <p:sp>
        <p:nvSpPr>
          <p:cNvPr id="1226" name="Shape 1224"/>
          <p:cNvSpPr/>
          <p:nvPr/>
        </p:nvSpPr>
        <p:spPr>
          <a:xfrm>
            <a:off x="5815012" y="5265420"/>
            <a:ext cx="142761" cy="97231"/>
          </a:xfrm>
          <a:prstGeom prst="rect">
            <a:avLst/>
          </a:prstGeom>
          <a:solidFill>
            <a:srgbClr val="4FAA82"/>
          </a:solidFill>
          <a:ln w="12700">
            <a:solidFill>
              <a:srgbClr val="4FAA82"/>
            </a:solidFill>
            <a:prstDash val="solid"/>
          </a:ln>
        </p:spPr>
      </p:sp>
      <p:sp>
        <p:nvSpPr>
          <p:cNvPr id="1227" name="Shape 1225"/>
          <p:cNvSpPr/>
          <p:nvPr/>
        </p:nvSpPr>
        <p:spPr>
          <a:xfrm>
            <a:off x="5977890" y="5265420"/>
            <a:ext cx="142761" cy="97231"/>
          </a:xfrm>
          <a:prstGeom prst="rect">
            <a:avLst/>
          </a:prstGeom>
          <a:solidFill>
            <a:srgbClr val="4FAA82"/>
          </a:solidFill>
          <a:ln w="12700">
            <a:solidFill>
              <a:srgbClr val="4FAA82"/>
            </a:solidFill>
            <a:prstDash val="solid"/>
          </a:ln>
        </p:spPr>
      </p:sp>
      <p:sp>
        <p:nvSpPr>
          <p:cNvPr id="1228" name="Shape 1226"/>
          <p:cNvSpPr/>
          <p:nvPr/>
        </p:nvSpPr>
        <p:spPr>
          <a:xfrm>
            <a:off x="6140767" y="5265420"/>
            <a:ext cx="142761" cy="97231"/>
          </a:xfrm>
          <a:prstGeom prst="rect">
            <a:avLst/>
          </a:prstGeom>
          <a:solidFill>
            <a:srgbClr val="268C64"/>
          </a:solidFill>
          <a:ln w="12700">
            <a:solidFill>
              <a:srgbClr val="268C64"/>
            </a:solidFill>
            <a:prstDash val="solid"/>
          </a:ln>
        </p:spPr>
      </p:sp>
      <p:sp>
        <p:nvSpPr>
          <p:cNvPr id="1229" name="Shape 1227"/>
          <p:cNvSpPr/>
          <p:nvPr/>
        </p:nvSpPr>
        <p:spPr>
          <a:xfrm>
            <a:off x="6303645" y="5265420"/>
            <a:ext cx="142761" cy="97231"/>
          </a:xfrm>
          <a:prstGeom prst="rect">
            <a:avLst/>
          </a:prstGeom>
          <a:solidFill>
            <a:srgbClr val="268C64"/>
          </a:solidFill>
          <a:ln w="12700">
            <a:solidFill>
              <a:srgbClr val="268C64"/>
            </a:solidFill>
            <a:prstDash val="solid"/>
          </a:ln>
        </p:spPr>
      </p:sp>
      <p:sp>
        <p:nvSpPr>
          <p:cNvPr id="1230" name="Shape 1228"/>
          <p:cNvSpPr/>
          <p:nvPr/>
        </p:nvSpPr>
        <p:spPr>
          <a:xfrm>
            <a:off x="6466522" y="5265420"/>
            <a:ext cx="142761" cy="97231"/>
          </a:xfrm>
          <a:prstGeom prst="rect">
            <a:avLst/>
          </a:prstGeom>
          <a:solidFill>
            <a:srgbClr val="268C64"/>
          </a:solidFill>
          <a:ln w="12700">
            <a:solidFill>
              <a:srgbClr val="268C64"/>
            </a:solidFill>
            <a:prstDash val="solid"/>
          </a:ln>
        </p:spPr>
      </p:sp>
      <p:sp>
        <p:nvSpPr>
          <p:cNvPr id="1231" name="Shape 1229"/>
          <p:cNvSpPr/>
          <p:nvPr/>
        </p:nvSpPr>
        <p:spPr>
          <a:xfrm>
            <a:off x="6629400" y="5265420"/>
            <a:ext cx="142761" cy="97231"/>
          </a:xfrm>
          <a:prstGeom prst="rect">
            <a:avLst/>
          </a:prstGeom>
          <a:solidFill>
            <a:srgbClr val="268C64"/>
          </a:solidFill>
          <a:ln w="12700">
            <a:solidFill>
              <a:srgbClr val="268C64"/>
            </a:solidFill>
            <a:prstDash val="solid"/>
          </a:ln>
        </p:spPr>
      </p:sp>
      <p:sp>
        <p:nvSpPr>
          <p:cNvPr id="1232" name="Shape 1230"/>
          <p:cNvSpPr/>
          <p:nvPr/>
        </p:nvSpPr>
        <p:spPr>
          <a:xfrm>
            <a:off x="6792277" y="5265420"/>
            <a:ext cx="142761" cy="97231"/>
          </a:xfrm>
          <a:prstGeom prst="rect">
            <a:avLst/>
          </a:prstGeom>
          <a:solidFill>
            <a:srgbClr val="4FAA82"/>
          </a:solidFill>
          <a:ln w="12700">
            <a:solidFill>
              <a:srgbClr val="4FAA82"/>
            </a:solidFill>
            <a:prstDash val="solid"/>
          </a:ln>
        </p:spPr>
      </p:sp>
      <p:sp>
        <p:nvSpPr>
          <p:cNvPr id="1233" name="Shape 1231"/>
          <p:cNvSpPr/>
          <p:nvPr/>
        </p:nvSpPr>
        <p:spPr>
          <a:xfrm>
            <a:off x="6955155" y="5265420"/>
            <a:ext cx="142761" cy="97231"/>
          </a:xfrm>
          <a:prstGeom prst="rect">
            <a:avLst/>
          </a:prstGeom>
          <a:solidFill>
            <a:srgbClr val="4FAA82"/>
          </a:solidFill>
          <a:ln w="12700">
            <a:solidFill>
              <a:srgbClr val="4FAA82"/>
            </a:solidFill>
            <a:prstDash val="solid"/>
          </a:ln>
        </p:spPr>
      </p:sp>
      <p:sp>
        <p:nvSpPr>
          <p:cNvPr id="1234" name="Shape 1232"/>
          <p:cNvSpPr/>
          <p:nvPr/>
        </p:nvSpPr>
        <p:spPr>
          <a:xfrm>
            <a:off x="7118032" y="5265420"/>
            <a:ext cx="142761" cy="97231"/>
          </a:xfrm>
          <a:prstGeom prst="rect">
            <a:avLst/>
          </a:prstGeom>
          <a:solidFill>
            <a:srgbClr val="268C64"/>
          </a:solidFill>
          <a:ln w="12700">
            <a:solidFill>
              <a:srgbClr val="268C64"/>
            </a:solidFill>
            <a:prstDash val="solid"/>
          </a:ln>
        </p:spPr>
      </p:sp>
      <p:sp>
        <p:nvSpPr>
          <p:cNvPr id="1235" name="Shape 1233"/>
          <p:cNvSpPr/>
          <p:nvPr/>
        </p:nvSpPr>
        <p:spPr>
          <a:xfrm>
            <a:off x="7280910" y="5265420"/>
            <a:ext cx="142761" cy="97231"/>
          </a:xfrm>
          <a:prstGeom prst="rect">
            <a:avLst/>
          </a:prstGeom>
          <a:solidFill>
            <a:srgbClr val="268C64"/>
          </a:solidFill>
          <a:ln w="12700">
            <a:solidFill>
              <a:srgbClr val="268C64"/>
            </a:solidFill>
            <a:prstDash val="solid"/>
          </a:ln>
        </p:spPr>
      </p:sp>
      <p:sp>
        <p:nvSpPr>
          <p:cNvPr id="1236" name="Shape 1234"/>
          <p:cNvSpPr/>
          <p:nvPr/>
        </p:nvSpPr>
        <p:spPr>
          <a:xfrm>
            <a:off x="7443788" y="5265420"/>
            <a:ext cx="142761" cy="97231"/>
          </a:xfrm>
          <a:prstGeom prst="rect">
            <a:avLst/>
          </a:prstGeom>
          <a:solidFill>
            <a:srgbClr val="268C64"/>
          </a:solidFill>
          <a:ln w="12700">
            <a:solidFill>
              <a:srgbClr val="268C64"/>
            </a:solidFill>
            <a:prstDash val="solid"/>
          </a:ln>
        </p:spPr>
      </p:sp>
      <p:sp>
        <p:nvSpPr>
          <p:cNvPr id="1237" name="Shape 1235"/>
          <p:cNvSpPr/>
          <p:nvPr/>
        </p:nvSpPr>
        <p:spPr>
          <a:xfrm>
            <a:off x="7606665" y="5265420"/>
            <a:ext cx="142761" cy="97231"/>
          </a:xfrm>
          <a:prstGeom prst="rect">
            <a:avLst/>
          </a:prstGeom>
          <a:solidFill>
            <a:srgbClr val="268C64"/>
          </a:solidFill>
          <a:ln w="12700">
            <a:solidFill>
              <a:srgbClr val="268C64"/>
            </a:solidFill>
            <a:prstDash val="solid"/>
          </a:ln>
        </p:spPr>
      </p:sp>
      <p:sp>
        <p:nvSpPr>
          <p:cNvPr id="1238" name="Shape 1236"/>
          <p:cNvSpPr/>
          <p:nvPr/>
        </p:nvSpPr>
        <p:spPr>
          <a:xfrm>
            <a:off x="7769542" y="5265420"/>
            <a:ext cx="142761" cy="97231"/>
          </a:xfrm>
          <a:prstGeom prst="rect">
            <a:avLst/>
          </a:prstGeom>
          <a:solidFill>
            <a:srgbClr val="268C64"/>
          </a:solidFill>
          <a:ln w="12700">
            <a:solidFill>
              <a:srgbClr val="268C64"/>
            </a:solidFill>
            <a:prstDash val="solid"/>
          </a:ln>
        </p:spPr>
      </p:sp>
      <p:sp>
        <p:nvSpPr>
          <p:cNvPr id="1239" name="Shape 1237"/>
          <p:cNvSpPr/>
          <p:nvPr/>
        </p:nvSpPr>
        <p:spPr>
          <a:xfrm>
            <a:off x="7932420" y="5265420"/>
            <a:ext cx="142761" cy="97231"/>
          </a:xfrm>
          <a:prstGeom prst="rect">
            <a:avLst/>
          </a:prstGeom>
          <a:solidFill>
            <a:srgbClr val="268C64"/>
          </a:solidFill>
          <a:ln w="12700">
            <a:solidFill>
              <a:srgbClr val="268C64"/>
            </a:solidFill>
            <a:prstDash val="solid"/>
          </a:ln>
        </p:spPr>
      </p:sp>
      <p:sp>
        <p:nvSpPr>
          <p:cNvPr id="1240" name="Shape 1238"/>
          <p:cNvSpPr/>
          <p:nvPr/>
        </p:nvSpPr>
        <p:spPr>
          <a:xfrm>
            <a:off x="8095297" y="5265420"/>
            <a:ext cx="142761" cy="97231"/>
          </a:xfrm>
          <a:prstGeom prst="rect">
            <a:avLst/>
          </a:prstGeom>
          <a:solidFill>
            <a:srgbClr val="268C64"/>
          </a:solidFill>
          <a:ln w="12700">
            <a:solidFill>
              <a:srgbClr val="268C64"/>
            </a:solidFill>
            <a:prstDash val="solid"/>
          </a:ln>
        </p:spPr>
      </p:sp>
      <p:sp>
        <p:nvSpPr>
          <p:cNvPr id="1241" name="Shape 1239"/>
          <p:cNvSpPr/>
          <p:nvPr/>
        </p:nvSpPr>
        <p:spPr>
          <a:xfrm>
            <a:off x="8258175" y="5265420"/>
            <a:ext cx="142761" cy="97231"/>
          </a:xfrm>
          <a:prstGeom prst="rect">
            <a:avLst/>
          </a:prstGeom>
          <a:solidFill>
            <a:srgbClr val="268C64"/>
          </a:solidFill>
          <a:ln w="12700">
            <a:solidFill>
              <a:srgbClr val="268C64"/>
            </a:solidFill>
            <a:prstDash val="solid"/>
          </a:ln>
        </p:spPr>
      </p:sp>
      <p:sp>
        <p:nvSpPr>
          <p:cNvPr id="1242" name="Shape 1240"/>
          <p:cNvSpPr/>
          <p:nvPr/>
        </p:nvSpPr>
        <p:spPr>
          <a:xfrm>
            <a:off x="8421053" y="5265420"/>
            <a:ext cx="142761" cy="97231"/>
          </a:xfrm>
          <a:prstGeom prst="rect">
            <a:avLst/>
          </a:prstGeom>
          <a:solidFill>
            <a:srgbClr val="268C64"/>
          </a:solidFill>
          <a:ln w="12700">
            <a:solidFill>
              <a:srgbClr val="268C64"/>
            </a:solidFill>
            <a:prstDash val="solid"/>
          </a:ln>
        </p:spPr>
      </p:sp>
      <p:sp>
        <p:nvSpPr>
          <p:cNvPr id="1243" name="Shape 1241"/>
          <p:cNvSpPr/>
          <p:nvPr/>
        </p:nvSpPr>
        <p:spPr>
          <a:xfrm>
            <a:off x="8583930" y="5265420"/>
            <a:ext cx="142761" cy="97231"/>
          </a:xfrm>
          <a:prstGeom prst="rect">
            <a:avLst/>
          </a:prstGeom>
          <a:solidFill>
            <a:srgbClr val="268C64"/>
          </a:solidFill>
          <a:ln w="12700">
            <a:solidFill>
              <a:srgbClr val="268C64"/>
            </a:solidFill>
            <a:prstDash val="solid"/>
          </a:ln>
        </p:spPr>
      </p:sp>
      <p:sp>
        <p:nvSpPr>
          <p:cNvPr id="1244" name="Shape 1242"/>
          <p:cNvSpPr/>
          <p:nvPr/>
        </p:nvSpPr>
        <p:spPr>
          <a:xfrm>
            <a:off x="8746807" y="5265420"/>
            <a:ext cx="142761" cy="97231"/>
          </a:xfrm>
          <a:prstGeom prst="rect">
            <a:avLst/>
          </a:prstGeom>
          <a:solidFill>
            <a:srgbClr val="268C64"/>
          </a:solidFill>
          <a:ln w="12700">
            <a:solidFill>
              <a:srgbClr val="268C64"/>
            </a:solidFill>
            <a:prstDash val="solid"/>
          </a:ln>
        </p:spPr>
      </p:sp>
      <p:sp>
        <p:nvSpPr>
          <p:cNvPr id="1245" name="Shape 1243"/>
          <p:cNvSpPr/>
          <p:nvPr/>
        </p:nvSpPr>
        <p:spPr>
          <a:xfrm>
            <a:off x="8909685" y="5265420"/>
            <a:ext cx="142761" cy="97231"/>
          </a:xfrm>
          <a:prstGeom prst="rect">
            <a:avLst/>
          </a:prstGeom>
          <a:solidFill>
            <a:srgbClr val="268C64"/>
          </a:solidFill>
          <a:ln w="12700">
            <a:solidFill>
              <a:srgbClr val="268C64"/>
            </a:solidFill>
            <a:prstDash val="solid"/>
          </a:ln>
        </p:spPr>
      </p:sp>
      <p:sp>
        <p:nvSpPr>
          <p:cNvPr id="1246" name="Shape 1244"/>
          <p:cNvSpPr/>
          <p:nvPr/>
        </p:nvSpPr>
        <p:spPr>
          <a:xfrm>
            <a:off x="9072563" y="5265420"/>
            <a:ext cx="142761" cy="97231"/>
          </a:xfrm>
          <a:prstGeom prst="rect">
            <a:avLst/>
          </a:prstGeom>
          <a:solidFill>
            <a:srgbClr val="268C64"/>
          </a:solidFill>
          <a:ln w="12700">
            <a:solidFill>
              <a:srgbClr val="268C64"/>
            </a:solidFill>
            <a:prstDash val="solid"/>
          </a:ln>
        </p:spPr>
      </p:sp>
      <p:sp>
        <p:nvSpPr>
          <p:cNvPr id="1247" name="Shape 1245"/>
          <p:cNvSpPr/>
          <p:nvPr/>
        </p:nvSpPr>
        <p:spPr>
          <a:xfrm>
            <a:off x="1417320" y="5382768"/>
            <a:ext cx="142761" cy="97231"/>
          </a:xfrm>
          <a:prstGeom prst="rect">
            <a:avLst/>
          </a:prstGeom>
          <a:solidFill>
            <a:srgbClr val="268C64"/>
          </a:solidFill>
          <a:ln w="12700">
            <a:solidFill>
              <a:srgbClr val="268C64"/>
            </a:solidFill>
            <a:prstDash val="solid"/>
          </a:ln>
        </p:spPr>
      </p:sp>
      <p:sp>
        <p:nvSpPr>
          <p:cNvPr id="1248" name="Shape 1246"/>
          <p:cNvSpPr/>
          <p:nvPr/>
        </p:nvSpPr>
        <p:spPr>
          <a:xfrm>
            <a:off x="1580198" y="5382768"/>
            <a:ext cx="142761" cy="97231"/>
          </a:xfrm>
          <a:prstGeom prst="rect">
            <a:avLst/>
          </a:prstGeom>
          <a:solidFill>
            <a:srgbClr val="4FAA82"/>
          </a:solidFill>
          <a:ln w="12700">
            <a:solidFill>
              <a:srgbClr val="4FAA82"/>
            </a:solidFill>
            <a:prstDash val="solid"/>
          </a:ln>
        </p:spPr>
      </p:sp>
      <p:sp>
        <p:nvSpPr>
          <p:cNvPr id="1249" name="Shape 1247"/>
          <p:cNvSpPr/>
          <p:nvPr/>
        </p:nvSpPr>
        <p:spPr>
          <a:xfrm>
            <a:off x="1743075" y="5382768"/>
            <a:ext cx="142761" cy="97231"/>
          </a:xfrm>
          <a:prstGeom prst="rect">
            <a:avLst/>
          </a:prstGeom>
          <a:solidFill>
            <a:srgbClr val="4FAA82"/>
          </a:solidFill>
          <a:ln w="12700">
            <a:solidFill>
              <a:srgbClr val="4FAA82"/>
            </a:solidFill>
            <a:prstDash val="solid"/>
          </a:ln>
        </p:spPr>
      </p:sp>
      <p:sp>
        <p:nvSpPr>
          <p:cNvPr id="1250" name="Shape 1248"/>
          <p:cNvSpPr/>
          <p:nvPr/>
        </p:nvSpPr>
        <p:spPr>
          <a:xfrm>
            <a:off x="1905953" y="5382768"/>
            <a:ext cx="142761" cy="97231"/>
          </a:xfrm>
          <a:prstGeom prst="rect">
            <a:avLst/>
          </a:prstGeom>
          <a:solidFill>
            <a:srgbClr val="4FAA82"/>
          </a:solidFill>
          <a:ln w="12700">
            <a:solidFill>
              <a:srgbClr val="4FAA82"/>
            </a:solidFill>
            <a:prstDash val="solid"/>
          </a:ln>
        </p:spPr>
      </p:sp>
      <p:sp>
        <p:nvSpPr>
          <p:cNvPr id="1251" name="Shape 1249"/>
          <p:cNvSpPr/>
          <p:nvPr/>
        </p:nvSpPr>
        <p:spPr>
          <a:xfrm>
            <a:off x="2068830" y="5382768"/>
            <a:ext cx="142761" cy="97231"/>
          </a:xfrm>
          <a:prstGeom prst="rect">
            <a:avLst/>
          </a:prstGeom>
          <a:solidFill>
            <a:srgbClr val="4FAA82"/>
          </a:solidFill>
          <a:ln w="12700">
            <a:solidFill>
              <a:srgbClr val="4FAA82"/>
            </a:solidFill>
            <a:prstDash val="solid"/>
          </a:ln>
        </p:spPr>
      </p:sp>
      <p:sp>
        <p:nvSpPr>
          <p:cNvPr id="1252" name="Shape 1250"/>
          <p:cNvSpPr/>
          <p:nvPr/>
        </p:nvSpPr>
        <p:spPr>
          <a:xfrm>
            <a:off x="2231708" y="5382768"/>
            <a:ext cx="142761" cy="97231"/>
          </a:xfrm>
          <a:prstGeom prst="rect">
            <a:avLst/>
          </a:prstGeom>
          <a:solidFill>
            <a:srgbClr val="4FAA82"/>
          </a:solidFill>
          <a:ln w="12700">
            <a:solidFill>
              <a:srgbClr val="4FAA82"/>
            </a:solidFill>
            <a:prstDash val="solid"/>
          </a:ln>
        </p:spPr>
      </p:sp>
      <p:sp>
        <p:nvSpPr>
          <p:cNvPr id="1253" name="Shape 1251"/>
          <p:cNvSpPr/>
          <p:nvPr/>
        </p:nvSpPr>
        <p:spPr>
          <a:xfrm>
            <a:off x="2394585" y="5382768"/>
            <a:ext cx="142761" cy="97231"/>
          </a:xfrm>
          <a:prstGeom prst="rect">
            <a:avLst/>
          </a:prstGeom>
          <a:solidFill>
            <a:srgbClr val="4FAA82"/>
          </a:solidFill>
          <a:ln w="12700">
            <a:solidFill>
              <a:srgbClr val="4FAA82"/>
            </a:solidFill>
            <a:prstDash val="solid"/>
          </a:ln>
        </p:spPr>
      </p:sp>
      <p:sp>
        <p:nvSpPr>
          <p:cNvPr id="1254" name="Shape 1252"/>
          <p:cNvSpPr/>
          <p:nvPr/>
        </p:nvSpPr>
        <p:spPr>
          <a:xfrm>
            <a:off x="2557463" y="5382768"/>
            <a:ext cx="142761" cy="97231"/>
          </a:xfrm>
          <a:prstGeom prst="rect">
            <a:avLst/>
          </a:prstGeom>
          <a:solidFill>
            <a:srgbClr val="4FAA82"/>
          </a:solidFill>
          <a:ln w="12700">
            <a:solidFill>
              <a:srgbClr val="4FAA82"/>
            </a:solidFill>
            <a:prstDash val="solid"/>
          </a:ln>
        </p:spPr>
      </p:sp>
      <p:sp>
        <p:nvSpPr>
          <p:cNvPr id="1255" name="Shape 1253"/>
          <p:cNvSpPr/>
          <p:nvPr/>
        </p:nvSpPr>
        <p:spPr>
          <a:xfrm>
            <a:off x="2720340" y="5382768"/>
            <a:ext cx="142761" cy="97231"/>
          </a:xfrm>
          <a:prstGeom prst="rect">
            <a:avLst/>
          </a:prstGeom>
          <a:solidFill>
            <a:srgbClr val="7CC4A1"/>
          </a:solidFill>
          <a:ln w="12700">
            <a:solidFill>
              <a:srgbClr val="7CC4A1"/>
            </a:solidFill>
            <a:prstDash val="solid"/>
          </a:ln>
        </p:spPr>
      </p:sp>
      <p:sp>
        <p:nvSpPr>
          <p:cNvPr id="1256" name="Shape 1254"/>
          <p:cNvSpPr/>
          <p:nvPr/>
        </p:nvSpPr>
        <p:spPr>
          <a:xfrm>
            <a:off x="2883218" y="5382768"/>
            <a:ext cx="142761" cy="97231"/>
          </a:xfrm>
          <a:prstGeom prst="rect">
            <a:avLst/>
          </a:prstGeom>
          <a:solidFill>
            <a:srgbClr val="4FAA82"/>
          </a:solidFill>
          <a:ln w="12700">
            <a:solidFill>
              <a:srgbClr val="4FAA82"/>
            </a:solidFill>
            <a:prstDash val="solid"/>
          </a:ln>
        </p:spPr>
      </p:sp>
      <p:sp>
        <p:nvSpPr>
          <p:cNvPr id="1257" name="Shape 1255"/>
          <p:cNvSpPr/>
          <p:nvPr/>
        </p:nvSpPr>
        <p:spPr>
          <a:xfrm>
            <a:off x="3046095" y="5382768"/>
            <a:ext cx="142761" cy="97231"/>
          </a:xfrm>
          <a:prstGeom prst="rect">
            <a:avLst/>
          </a:prstGeom>
          <a:solidFill>
            <a:srgbClr val="4FAA82"/>
          </a:solidFill>
          <a:ln w="12700">
            <a:solidFill>
              <a:srgbClr val="4FAA82"/>
            </a:solidFill>
            <a:prstDash val="solid"/>
          </a:ln>
        </p:spPr>
      </p:sp>
      <p:sp>
        <p:nvSpPr>
          <p:cNvPr id="1258" name="Shape 1256"/>
          <p:cNvSpPr/>
          <p:nvPr/>
        </p:nvSpPr>
        <p:spPr>
          <a:xfrm>
            <a:off x="3208972" y="5382768"/>
            <a:ext cx="142761" cy="97231"/>
          </a:xfrm>
          <a:prstGeom prst="rect">
            <a:avLst/>
          </a:prstGeom>
          <a:solidFill>
            <a:srgbClr val="4FAA82"/>
          </a:solidFill>
          <a:ln w="12700">
            <a:solidFill>
              <a:srgbClr val="4FAA82"/>
            </a:solidFill>
            <a:prstDash val="solid"/>
          </a:ln>
        </p:spPr>
      </p:sp>
      <p:sp>
        <p:nvSpPr>
          <p:cNvPr id="1259" name="Shape 1257"/>
          <p:cNvSpPr/>
          <p:nvPr/>
        </p:nvSpPr>
        <p:spPr>
          <a:xfrm>
            <a:off x="3371850" y="5382768"/>
            <a:ext cx="142761" cy="97231"/>
          </a:xfrm>
          <a:prstGeom prst="rect">
            <a:avLst/>
          </a:prstGeom>
          <a:solidFill>
            <a:srgbClr val="4FAA82"/>
          </a:solidFill>
          <a:ln w="12700">
            <a:solidFill>
              <a:srgbClr val="4FAA82"/>
            </a:solidFill>
            <a:prstDash val="solid"/>
          </a:ln>
        </p:spPr>
      </p:sp>
      <p:sp>
        <p:nvSpPr>
          <p:cNvPr id="1260" name="Shape 1258"/>
          <p:cNvSpPr/>
          <p:nvPr/>
        </p:nvSpPr>
        <p:spPr>
          <a:xfrm>
            <a:off x="3534727" y="5382768"/>
            <a:ext cx="142761" cy="97231"/>
          </a:xfrm>
          <a:prstGeom prst="rect">
            <a:avLst/>
          </a:prstGeom>
          <a:solidFill>
            <a:srgbClr val="4FAA82"/>
          </a:solidFill>
          <a:ln w="12700">
            <a:solidFill>
              <a:srgbClr val="4FAA82"/>
            </a:solidFill>
            <a:prstDash val="solid"/>
          </a:ln>
        </p:spPr>
      </p:sp>
      <p:sp>
        <p:nvSpPr>
          <p:cNvPr id="1261" name="Shape 1259"/>
          <p:cNvSpPr/>
          <p:nvPr/>
        </p:nvSpPr>
        <p:spPr>
          <a:xfrm>
            <a:off x="3697605" y="5382768"/>
            <a:ext cx="142761" cy="97231"/>
          </a:xfrm>
          <a:prstGeom prst="rect">
            <a:avLst/>
          </a:prstGeom>
          <a:solidFill>
            <a:srgbClr val="4FAA82"/>
          </a:solidFill>
          <a:ln w="12700">
            <a:solidFill>
              <a:srgbClr val="4FAA82"/>
            </a:solidFill>
            <a:prstDash val="solid"/>
          </a:ln>
        </p:spPr>
      </p:sp>
      <p:sp>
        <p:nvSpPr>
          <p:cNvPr id="1262" name="Shape 1260"/>
          <p:cNvSpPr/>
          <p:nvPr/>
        </p:nvSpPr>
        <p:spPr>
          <a:xfrm>
            <a:off x="3860483" y="5382768"/>
            <a:ext cx="142761" cy="97231"/>
          </a:xfrm>
          <a:prstGeom prst="rect">
            <a:avLst/>
          </a:prstGeom>
          <a:solidFill>
            <a:srgbClr val="4FAA82"/>
          </a:solidFill>
          <a:ln w="12700">
            <a:solidFill>
              <a:srgbClr val="4FAA82"/>
            </a:solidFill>
            <a:prstDash val="solid"/>
          </a:ln>
        </p:spPr>
      </p:sp>
      <p:sp>
        <p:nvSpPr>
          <p:cNvPr id="1263" name="Shape 1261"/>
          <p:cNvSpPr/>
          <p:nvPr/>
        </p:nvSpPr>
        <p:spPr>
          <a:xfrm>
            <a:off x="4023360" y="5382768"/>
            <a:ext cx="142761" cy="97231"/>
          </a:xfrm>
          <a:prstGeom prst="rect">
            <a:avLst/>
          </a:prstGeom>
          <a:solidFill>
            <a:srgbClr val="268C64"/>
          </a:solidFill>
          <a:ln w="12700">
            <a:solidFill>
              <a:srgbClr val="268C64"/>
            </a:solidFill>
            <a:prstDash val="solid"/>
          </a:ln>
        </p:spPr>
      </p:sp>
      <p:sp>
        <p:nvSpPr>
          <p:cNvPr id="1264" name="Shape 1262"/>
          <p:cNvSpPr/>
          <p:nvPr/>
        </p:nvSpPr>
        <p:spPr>
          <a:xfrm>
            <a:off x="4186238" y="5382768"/>
            <a:ext cx="142761" cy="97231"/>
          </a:xfrm>
          <a:prstGeom prst="rect">
            <a:avLst/>
          </a:prstGeom>
          <a:solidFill>
            <a:srgbClr val="268C64"/>
          </a:solidFill>
          <a:ln w="12700">
            <a:solidFill>
              <a:srgbClr val="268C64"/>
            </a:solidFill>
            <a:prstDash val="solid"/>
          </a:ln>
        </p:spPr>
      </p:sp>
      <p:sp>
        <p:nvSpPr>
          <p:cNvPr id="1265" name="Shape 1263"/>
          <p:cNvSpPr/>
          <p:nvPr/>
        </p:nvSpPr>
        <p:spPr>
          <a:xfrm>
            <a:off x="4349115" y="5382768"/>
            <a:ext cx="142761" cy="97231"/>
          </a:xfrm>
          <a:prstGeom prst="rect">
            <a:avLst/>
          </a:prstGeom>
          <a:solidFill>
            <a:srgbClr val="4FAA82"/>
          </a:solidFill>
          <a:ln w="12700">
            <a:solidFill>
              <a:srgbClr val="4FAA82"/>
            </a:solidFill>
            <a:prstDash val="solid"/>
          </a:ln>
        </p:spPr>
      </p:sp>
      <p:sp>
        <p:nvSpPr>
          <p:cNvPr id="1266" name="Shape 1264"/>
          <p:cNvSpPr/>
          <p:nvPr/>
        </p:nvSpPr>
        <p:spPr>
          <a:xfrm>
            <a:off x="4511992" y="5382768"/>
            <a:ext cx="142761" cy="97231"/>
          </a:xfrm>
          <a:prstGeom prst="rect">
            <a:avLst/>
          </a:prstGeom>
          <a:solidFill>
            <a:srgbClr val="4FAA82"/>
          </a:solidFill>
          <a:ln w="12700">
            <a:solidFill>
              <a:srgbClr val="4FAA82"/>
            </a:solidFill>
            <a:prstDash val="solid"/>
          </a:ln>
        </p:spPr>
      </p:sp>
      <p:sp>
        <p:nvSpPr>
          <p:cNvPr id="1267" name="Shape 1265"/>
          <p:cNvSpPr/>
          <p:nvPr/>
        </p:nvSpPr>
        <p:spPr>
          <a:xfrm>
            <a:off x="4674870" y="5382768"/>
            <a:ext cx="142761" cy="97231"/>
          </a:xfrm>
          <a:prstGeom prst="rect">
            <a:avLst/>
          </a:prstGeom>
          <a:solidFill>
            <a:srgbClr val="7CC4A1"/>
          </a:solidFill>
          <a:ln w="12700">
            <a:solidFill>
              <a:srgbClr val="7CC4A1"/>
            </a:solidFill>
            <a:prstDash val="solid"/>
          </a:ln>
        </p:spPr>
      </p:sp>
      <p:sp>
        <p:nvSpPr>
          <p:cNvPr id="1268" name="Shape 1266"/>
          <p:cNvSpPr/>
          <p:nvPr/>
        </p:nvSpPr>
        <p:spPr>
          <a:xfrm>
            <a:off x="4837747" y="5382768"/>
            <a:ext cx="142761" cy="97231"/>
          </a:xfrm>
          <a:prstGeom prst="rect">
            <a:avLst/>
          </a:prstGeom>
          <a:solidFill>
            <a:srgbClr val="E9EDEB"/>
          </a:solidFill>
          <a:ln w="12700">
            <a:solidFill>
              <a:srgbClr val="E9EDEB"/>
            </a:solidFill>
            <a:prstDash val="solid"/>
          </a:ln>
        </p:spPr>
      </p:sp>
      <p:sp>
        <p:nvSpPr>
          <p:cNvPr id="1269" name="Shape 1267"/>
          <p:cNvSpPr/>
          <p:nvPr/>
        </p:nvSpPr>
        <p:spPr>
          <a:xfrm>
            <a:off x="5000625" y="5382768"/>
            <a:ext cx="142761" cy="97231"/>
          </a:xfrm>
          <a:prstGeom prst="rect">
            <a:avLst/>
          </a:prstGeom>
          <a:solidFill>
            <a:srgbClr val="E9EDEB"/>
          </a:solidFill>
          <a:ln w="12700">
            <a:solidFill>
              <a:srgbClr val="E9EDEB"/>
            </a:solidFill>
            <a:prstDash val="solid"/>
          </a:ln>
        </p:spPr>
      </p:sp>
      <p:sp>
        <p:nvSpPr>
          <p:cNvPr id="1270" name="Shape 1268"/>
          <p:cNvSpPr/>
          <p:nvPr/>
        </p:nvSpPr>
        <p:spPr>
          <a:xfrm>
            <a:off x="5163503" y="5382768"/>
            <a:ext cx="142761" cy="97231"/>
          </a:xfrm>
          <a:prstGeom prst="rect">
            <a:avLst/>
          </a:prstGeom>
          <a:solidFill>
            <a:srgbClr val="E9EDEB"/>
          </a:solidFill>
          <a:ln w="12700">
            <a:solidFill>
              <a:srgbClr val="E9EDEB"/>
            </a:solidFill>
            <a:prstDash val="solid"/>
          </a:ln>
        </p:spPr>
      </p:sp>
      <p:sp>
        <p:nvSpPr>
          <p:cNvPr id="1271" name="Shape 1269"/>
          <p:cNvSpPr/>
          <p:nvPr/>
        </p:nvSpPr>
        <p:spPr>
          <a:xfrm>
            <a:off x="5326380" y="5382768"/>
            <a:ext cx="142761" cy="97231"/>
          </a:xfrm>
          <a:prstGeom prst="rect">
            <a:avLst/>
          </a:prstGeom>
          <a:solidFill>
            <a:srgbClr val="4FAA82"/>
          </a:solidFill>
          <a:ln w="12700">
            <a:solidFill>
              <a:srgbClr val="4FAA82"/>
            </a:solidFill>
            <a:prstDash val="solid"/>
          </a:ln>
        </p:spPr>
      </p:sp>
      <p:sp>
        <p:nvSpPr>
          <p:cNvPr id="1272" name="Shape 1270"/>
          <p:cNvSpPr/>
          <p:nvPr/>
        </p:nvSpPr>
        <p:spPr>
          <a:xfrm>
            <a:off x="5489257" y="5382768"/>
            <a:ext cx="142761" cy="97231"/>
          </a:xfrm>
          <a:prstGeom prst="rect">
            <a:avLst/>
          </a:prstGeom>
          <a:solidFill>
            <a:srgbClr val="4FAA82"/>
          </a:solidFill>
          <a:ln w="12700">
            <a:solidFill>
              <a:srgbClr val="4FAA82"/>
            </a:solidFill>
            <a:prstDash val="solid"/>
          </a:ln>
        </p:spPr>
      </p:sp>
      <p:sp>
        <p:nvSpPr>
          <p:cNvPr id="1273" name="Shape 1271"/>
          <p:cNvSpPr/>
          <p:nvPr/>
        </p:nvSpPr>
        <p:spPr>
          <a:xfrm>
            <a:off x="5652135" y="5382768"/>
            <a:ext cx="142761" cy="97231"/>
          </a:xfrm>
          <a:prstGeom prst="rect">
            <a:avLst/>
          </a:prstGeom>
          <a:solidFill>
            <a:srgbClr val="4FAA82"/>
          </a:solidFill>
          <a:ln w="12700">
            <a:solidFill>
              <a:srgbClr val="4FAA82"/>
            </a:solidFill>
            <a:prstDash val="solid"/>
          </a:ln>
        </p:spPr>
      </p:sp>
      <p:sp>
        <p:nvSpPr>
          <p:cNvPr id="1274" name="Shape 1272"/>
          <p:cNvSpPr/>
          <p:nvPr/>
        </p:nvSpPr>
        <p:spPr>
          <a:xfrm>
            <a:off x="5815012" y="5382768"/>
            <a:ext cx="142761" cy="97231"/>
          </a:xfrm>
          <a:prstGeom prst="rect">
            <a:avLst/>
          </a:prstGeom>
          <a:solidFill>
            <a:srgbClr val="4FAA82"/>
          </a:solidFill>
          <a:ln w="12700">
            <a:solidFill>
              <a:srgbClr val="4FAA82"/>
            </a:solidFill>
            <a:prstDash val="solid"/>
          </a:ln>
        </p:spPr>
      </p:sp>
      <p:sp>
        <p:nvSpPr>
          <p:cNvPr id="1275" name="Shape 1273"/>
          <p:cNvSpPr/>
          <p:nvPr/>
        </p:nvSpPr>
        <p:spPr>
          <a:xfrm>
            <a:off x="5977890" y="5382768"/>
            <a:ext cx="142761" cy="97231"/>
          </a:xfrm>
          <a:prstGeom prst="rect">
            <a:avLst/>
          </a:prstGeom>
          <a:solidFill>
            <a:srgbClr val="4FAA82"/>
          </a:solidFill>
          <a:ln w="12700">
            <a:solidFill>
              <a:srgbClr val="4FAA82"/>
            </a:solidFill>
            <a:prstDash val="solid"/>
          </a:ln>
        </p:spPr>
      </p:sp>
      <p:sp>
        <p:nvSpPr>
          <p:cNvPr id="1276" name="Shape 1274"/>
          <p:cNvSpPr/>
          <p:nvPr/>
        </p:nvSpPr>
        <p:spPr>
          <a:xfrm>
            <a:off x="6140767" y="5382768"/>
            <a:ext cx="142761" cy="97231"/>
          </a:xfrm>
          <a:prstGeom prst="rect">
            <a:avLst/>
          </a:prstGeom>
          <a:solidFill>
            <a:srgbClr val="7CC4A1"/>
          </a:solidFill>
          <a:ln w="12700">
            <a:solidFill>
              <a:srgbClr val="7CC4A1"/>
            </a:solidFill>
            <a:prstDash val="solid"/>
          </a:ln>
        </p:spPr>
      </p:sp>
      <p:sp>
        <p:nvSpPr>
          <p:cNvPr id="1277" name="Shape 1275"/>
          <p:cNvSpPr/>
          <p:nvPr/>
        </p:nvSpPr>
        <p:spPr>
          <a:xfrm>
            <a:off x="6303645" y="5382768"/>
            <a:ext cx="142761" cy="97231"/>
          </a:xfrm>
          <a:prstGeom prst="rect">
            <a:avLst/>
          </a:prstGeom>
          <a:solidFill>
            <a:srgbClr val="4FAA82"/>
          </a:solidFill>
          <a:ln w="12700">
            <a:solidFill>
              <a:srgbClr val="4FAA82"/>
            </a:solidFill>
            <a:prstDash val="solid"/>
          </a:ln>
        </p:spPr>
      </p:sp>
      <p:sp>
        <p:nvSpPr>
          <p:cNvPr id="1278" name="Shape 1276"/>
          <p:cNvSpPr/>
          <p:nvPr/>
        </p:nvSpPr>
        <p:spPr>
          <a:xfrm>
            <a:off x="6466522" y="5382768"/>
            <a:ext cx="142761" cy="97231"/>
          </a:xfrm>
          <a:prstGeom prst="rect">
            <a:avLst/>
          </a:prstGeom>
          <a:solidFill>
            <a:srgbClr val="4FAA82"/>
          </a:solidFill>
          <a:ln w="12700">
            <a:solidFill>
              <a:srgbClr val="4FAA82"/>
            </a:solidFill>
            <a:prstDash val="solid"/>
          </a:ln>
        </p:spPr>
      </p:sp>
      <p:sp>
        <p:nvSpPr>
          <p:cNvPr id="1279" name="Shape 1277"/>
          <p:cNvSpPr/>
          <p:nvPr/>
        </p:nvSpPr>
        <p:spPr>
          <a:xfrm>
            <a:off x="6629400" y="5382768"/>
            <a:ext cx="142761" cy="97231"/>
          </a:xfrm>
          <a:prstGeom prst="rect">
            <a:avLst/>
          </a:prstGeom>
          <a:solidFill>
            <a:srgbClr val="4FAA82"/>
          </a:solidFill>
          <a:ln w="12700">
            <a:solidFill>
              <a:srgbClr val="4FAA82"/>
            </a:solidFill>
            <a:prstDash val="solid"/>
          </a:ln>
        </p:spPr>
      </p:sp>
      <p:sp>
        <p:nvSpPr>
          <p:cNvPr id="1280" name="Shape 1278"/>
          <p:cNvSpPr/>
          <p:nvPr/>
        </p:nvSpPr>
        <p:spPr>
          <a:xfrm>
            <a:off x="6792277" y="5382768"/>
            <a:ext cx="142761" cy="97231"/>
          </a:xfrm>
          <a:prstGeom prst="rect">
            <a:avLst/>
          </a:prstGeom>
          <a:solidFill>
            <a:srgbClr val="4FAA82"/>
          </a:solidFill>
          <a:ln w="12700">
            <a:solidFill>
              <a:srgbClr val="4FAA82"/>
            </a:solidFill>
            <a:prstDash val="solid"/>
          </a:ln>
        </p:spPr>
      </p:sp>
      <p:sp>
        <p:nvSpPr>
          <p:cNvPr id="1281" name="Shape 1279"/>
          <p:cNvSpPr/>
          <p:nvPr/>
        </p:nvSpPr>
        <p:spPr>
          <a:xfrm>
            <a:off x="6955155" y="5382768"/>
            <a:ext cx="142761" cy="97231"/>
          </a:xfrm>
          <a:prstGeom prst="rect">
            <a:avLst/>
          </a:prstGeom>
          <a:solidFill>
            <a:srgbClr val="4FAA82"/>
          </a:solidFill>
          <a:ln w="12700">
            <a:solidFill>
              <a:srgbClr val="4FAA82"/>
            </a:solidFill>
            <a:prstDash val="solid"/>
          </a:ln>
        </p:spPr>
      </p:sp>
      <p:sp>
        <p:nvSpPr>
          <p:cNvPr id="1282" name="Shape 1280"/>
          <p:cNvSpPr/>
          <p:nvPr/>
        </p:nvSpPr>
        <p:spPr>
          <a:xfrm>
            <a:off x="7118032" y="5382768"/>
            <a:ext cx="142761" cy="97231"/>
          </a:xfrm>
          <a:prstGeom prst="rect">
            <a:avLst/>
          </a:prstGeom>
          <a:solidFill>
            <a:srgbClr val="4FAA82"/>
          </a:solidFill>
          <a:ln w="12700">
            <a:solidFill>
              <a:srgbClr val="4FAA82"/>
            </a:solidFill>
            <a:prstDash val="solid"/>
          </a:ln>
        </p:spPr>
      </p:sp>
      <p:sp>
        <p:nvSpPr>
          <p:cNvPr id="1283" name="Shape 1281"/>
          <p:cNvSpPr/>
          <p:nvPr/>
        </p:nvSpPr>
        <p:spPr>
          <a:xfrm>
            <a:off x="7280910" y="5382768"/>
            <a:ext cx="142761" cy="97231"/>
          </a:xfrm>
          <a:prstGeom prst="rect">
            <a:avLst/>
          </a:prstGeom>
          <a:solidFill>
            <a:srgbClr val="7CC4A1"/>
          </a:solidFill>
          <a:ln w="12700">
            <a:solidFill>
              <a:srgbClr val="7CC4A1"/>
            </a:solidFill>
            <a:prstDash val="solid"/>
          </a:ln>
        </p:spPr>
      </p:sp>
      <p:sp>
        <p:nvSpPr>
          <p:cNvPr id="1284" name="Shape 1282"/>
          <p:cNvSpPr/>
          <p:nvPr/>
        </p:nvSpPr>
        <p:spPr>
          <a:xfrm>
            <a:off x="7443788" y="5382768"/>
            <a:ext cx="142761" cy="97231"/>
          </a:xfrm>
          <a:prstGeom prst="rect">
            <a:avLst/>
          </a:prstGeom>
          <a:solidFill>
            <a:srgbClr val="E9EDEB"/>
          </a:solidFill>
          <a:ln w="12700">
            <a:solidFill>
              <a:srgbClr val="E9EDEB"/>
            </a:solidFill>
            <a:prstDash val="solid"/>
          </a:ln>
        </p:spPr>
      </p:sp>
      <p:sp>
        <p:nvSpPr>
          <p:cNvPr id="1285" name="Shape 1283"/>
          <p:cNvSpPr/>
          <p:nvPr/>
        </p:nvSpPr>
        <p:spPr>
          <a:xfrm>
            <a:off x="7606665" y="5382768"/>
            <a:ext cx="142761" cy="97231"/>
          </a:xfrm>
          <a:prstGeom prst="rect">
            <a:avLst/>
          </a:prstGeom>
          <a:solidFill>
            <a:srgbClr val="7CC4A1"/>
          </a:solidFill>
          <a:ln w="12700">
            <a:solidFill>
              <a:srgbClr val="7CC4A1"/>
            </a:solidFill>
            <a:prstDash val="solid"/>
          </a:ln>
        </p:spPr>
      </p:sp>
      <p:sp>
        <p:nvSpPr>
          <p:cNvPr id="1286" name="Shape 1284"/>
          <p:cNvSpPr/>
          <p:nvPr/>
        </p:nvSpPr>
        <p:spPr>
          <a:xfrm>
            <a:off x="7769542" y="5382768"/>
            <a:ext cx="142761" cy="97231"/>
          </a:xfrm>
          <a:prstGeom prst="rect">
            <a:avLst/>
          </a:prstGeom>
          <a:solidFill>
            <a:srgbClr val="4FAA82"/>
          </a:solidFill>
          <a:ln w="12700">
            <a:solidFill>
              <a:srgbClr val="4FAA82"/>
            </a:solidFill>
            <a:prstDash val="solid"/>
          </a:ln>
        </p:spPr>
      </p:sp>
      <p:sp>
        <p:nvSpPr>
          <p:cNvPr id="1287" name="Shape 1285"/>
          <p:cNvSpPr/>
          <p:nvPr/>
        </p:nvSpPr>
        <p:spPr>
          <a:xfrm>
            <a:off x="7932420" y="5382768"/>
            <a:ext cx="142761" cy="97231"/>
          </a:xfrm>
          <a:prstGeom prst="rect">
            <a:avLst/>
          </a:prstGeom>
          <a:solidFill>
            <a:srgbClr val="4FAA82"/>
          </a:solidFill>
          <a:ln w="12700">
            <a:solidFill>
              <a:srgbClr val="4FAA82"/>
            </a:solidFill>
            <a:prstDash val="solid"/>
          </a:ln>
        </p:spPr>
      </p:sp>
      <p:sp>
        <p:nvSpPr>
          <p:cNvPr id="1288" name="Shape 1286"/>
          <p:cNvSpPr/>
          <p:nvPr/>
        </p:nvSpPr>
        <p:spPr>
          <a:xfrm>
            <a:off x="8095297" y="5382768"/>
            <a:ext cx="142761" cy="97231"/>
          </a:xfrm>
          <a:prstGeom prst="rect">
            <a:avLst/>
          </a:prstGeom>
          <a:solidFill>
            <a:srgbClr val="4FAA82"/>
          </a:solidFill>
          <a:ln w="12700">
            <a:solidFill>
              <a:srgbClr val="4FAA82"/>
            </a:solidFill>
            <a:prstDash val="solid"/>
          </a:ln>
        </p:spPr>
      </p:sp>
      <p:sp>
        <p:nvSpPr>
          <p:cNvPr id="1289" name="Shape 1287"/>
          <p:cNvSpPr/>
          <p:nvPr/>
        </p:nvSpPr>
        <p:spPr>
          <a:xfrm>
            <a:off x="8258175" y="5382768"/>
            <a:ext cx="142761" cy="97231"/>
          </a:xfrm>
          <a:prstGeom prst="rect">
            <a:avLst/>
          </a:prstGeom>
          <a:solidFill>
            <a:srgbClr val="4FAA82"/>
          </a:solidFill>
          <a:ln w="12700">
            <a:solidFill>
              <a:srgbClr val="4FAA82"/>
            </a:solidFill>
            <a:prstDash val="solid"/>
          </a:ln>
        </p:spPr>
      </p:sp>
      <p:sp>
        <p:nvSpPr>
          <p:cNvPr id="1290" name="Shape 1288"/>
          <p:cNvSpPr/>
          <p:nvPr/>
        </p:nvSpPr>
        <p:spPr>
          <a:xfrm>
            <a:off x="8421053" y="5382768"/>
            <a:ext cx="142761" cy="97231"/>
          </a:xfrm>
          <a:prstGeom prst="rect">
            <a:avLst/>
          </a:prstGeom>
          <a:solidFill>
            <a:srgbClr val="4FAA82"/>
          </a:solidFill>
          <a:ln w="12700">
            <a:solidFill>
              <a:srgbClr val="4FAA82"/>
            </a:solidFill>
            <a:prstDash val="solid"/>
          </a:ln>
        </p:spPr>
      </p:sp>
      <p:sp>
        <p:nvSpPr>
          <p:cNvPr id="1291" name="Shape 1289"/>
          <p:cNvSpPr/>
          <p:nvPr/>
        </p:nvSpPr>
        <p:spPr>
          <a:xfrm>
            <a:off x="8583930" y="5382768"/>
            <a:ext cx="142761" cy="97231"/>
          </a:xfrm>
          <a:prstGeom prst="rect">
            <a:avLst/>
          </a:prstGeom>
          <a:solidFill>
            <a:srgbClr val="4FAA82"/>
          </a:solidFill>
          <a:ln w="12700">
            <a:solidFill>
              <a:srgbClr val="4FAA82"/>
            </a:solidFill>
            <a:prstDash val="solid"/>
          </a:ln>
        </p:spPr>
      </p:sp>
      <p:sp>
        <p:nvSpPr>
          <p:cNvPr id="1292" name="Shape 1290"/>
          <p:cNvSpPr/>
          <p:nvPr/>
        </p:nvSpPr>
        <p:spPr>
          <a:xfrm>
            <a:off x="8746807" y="5382768"/>
            <a:ext cx="142761" cy="97231"/>
          </a:xfrm>
          <a:prstGeom prst="rect">
            <a:avLst/>
          </a:prstGeom>
          <a:solidFill>
            <a:srgbClr val="4FAA82"/>
          </a:solidFill>
          <a:ln w="12700">
            <a:solidFill>
              <a:srgbClr val="4FAA82"/>
            </a:solidFill>
            <a:prstDash val="solid"/>
          </a:ln>
        </p:spPr>
      </p:sp>
      <p:sp>
        <p:nvSpPr>
          <p:cNvPr id="1293" name="Shape 1291"/>
          <p:cNvSpPr/>
          <p:nvPr/>
        </p:nvSpPr>
        <p:spPr>
          <a:xfrm>
            <a:off x="8909685" y="5382768"/>
            <a:ext cx="142761" cy="97231"/>
          </a:xfrm>
          <a:prstGeom prst="rect">
            <a:avLst/>
          </a:prstGeom>
          <a:solidFill>
            <a:srgbClr val="4FAA82"/>
          </a:solidFill>
          <a:ln w="12700">
            <a:solidFill>
              <a:srgbClr val="4FAA82"/>
            </a:solidFill>
            <a:prstDash val="solid"/>
          </a:ln>
        </p:spPr>
      </p:sp>
      <p:sp>
        <p:nvSpPr>
          <p:cNvPr id="1294" name="Shape 1292"/>
          <p:cNvSpPr/>
          <p:nvPr/>
        </p:nvSpPr>
        <p:spPr>
          <a:xfrm>
            <a:off x="9072563" y="5382768"/>
            <a:ext cx="142761" cy="97231"/>
          </a:xfrm>
          <a:prstGeom prst="rect">
            <a:avLst/>
          </a:prstGeom>
          <a:solidFill>
            <a:srgbClr val="268C64"/>
          </a:solidFill>
          <a:ln w="12700">
            <a:solidFill>
              <a:srgbClr val="268C64"/>
            </a:solidFill>
            <a:prstDash val="solid"/>
          </a:ln>
        </p:spPr>
      </p:sp>
      <p:sp>
        <p:nvSpPr>
          <p:cNvPr id="1295" name="Shape 1293"/>
          <p:cNvSpPr/>
          <p:nvPr/>
        </p:nvSpPr>
        <p:spPr>
          <a:xfrm>
            <a:off x="1417320" y="5500116"/>
            <a:ext cx="142761" cy="97231"/>
          </a:xfrm>
          <a:prstGeom prst="rect">
            <a:avLst/>
          </a:prstGeom>
          <a:solidFill>
            <a:srgbClr val="268C64"/>
          </a:solidFill>
          <a:ln w="12700">
            <a:solidFill>
              <a:srgbClr val="268C64"/>
            </a:solidFill>
            <a:prstDash val="solid"/>
          </a:ln>
        </p:spPr>
      </p:sp>
      <p:sp>
        <p:nvSpPr>
          <p:cNvPr id="1296" name="Shape 1294"/>
          <p:cNvSpPr/>
          <p:nvPr/>
        </p:nvSpPr>
        <p:spPr>
          <a:xfrm>
            <a:off x="1580198" y="5500116"/>
            <a:ext cx="142761" cy="97231"/>
          </a:xfrm>
          <a:prstGeom prst="rect">
            <a:avLst/>
          </a:prstGeom>
          <a:solidFill>
            <a:srgbClr val="268C64"/>
          </a:solidFill>
          <a:ln w="12700">
            <a:solidFill>
              <a:srgbClr val="268C64"/>
            </a:solidFill>
            <a:prstDash val="solid"/>
          </a:ln>
        </p:spPr>
      </p:sp>
      <p:sp>
        <p:nvSpPr>
          <p:cNvPr id="1297" name="Shape 1295"/>
          <p:cNvSpPr/>
          <p:nvPr/>
        </p:nvSpPr>
        <p:spPr>
          <a:xfrm>
            <a:off x="1743075" y="5500116"/>
            <a:ext cx="142761" cy="97231"/>
          </a:xfrm>
          <a:prstGeom prst="rect">
            <a:avLst/>
          </a:prstGeom>
          <a:solidFill>
            <a:srgbClr val="268C64"/>
          </a:solidFill>
          <a:ln w="12700">
            <a:solidFill>
              <a:srgbClr val="268C64"/>
            </a:solidFill>
            <a:prstDash val="solid"/>
          </a:ln>
        </p:spPr>
      </p:sp>
      <p:sp>
        <p:nvSpPr>
          <p:cNvPr id="1298" name="Shape 1296"/>
          <p:cNvSpPr/>
          <p:nvPr/>
        </p:nvSpPr>
        <p:spPr>
          <a:xfrm>
            <a:off x="1905953" y="5500116"/>
            <a:ext cx="142761" cy="97231"/>
          </a:xfrm>
          <a:prstGeom prst="rect">
            <a:avLst/>
          </a:prstGeom>
          <a:solidFill>
            <a:srgbClr val="268C64"/>
          </a:solidFill>
          <a:ln w="12700">
            <a:solidFill>
              <a:srgbClr val="268C64"/>
            </a:solidFill>
            <a:prstDash val="solid"/>
          </a:ln>
        </p:spPr>
      </p:sp>
      <p:sp>
        <p:nvSpPr>
          <p:cNvPr id="1299" name="Shape 1297"/>
          <p:cNvSpPr/>
          <p:nvPr/>
        </p:nvSpPr>
        <p:spPr>
          <a:xfrm>
            <a:off x="2068830" y="5500116"/>
            <a:ext cx="142761" cy="97231"/>
          </a:xfrm>
          <a:prstGeom prst="rect">
            <a:avLst/>
          </a:prstGeom>
          <a:solidFill>
            <a:srgbClr val="268C64"/>
          </a:solidFill>
          <a:ln w="12700">
            <a:solidFill>
              <a:srgbClr val="268C64"/>
            </a:solidFill>
            <a:prstDash val="solid"/>
          </a:ln>
        </p:spPr>
      </p:sp>
      <p:sp>
        <p:nvSpPr>
          <p:cNvPr id="1300" name="Shape 1298"/>
          <p:cNvSpPr/>
          <p:nvPr/>
        </p:nvSpPr>
        <p:spPr>
          <a:xfrm>
            <a:off x="2231708" y="5500116"/>
            <a:ext cx="142761" cy="97231"/>
          </a:xfrm>
          <a:prstGeom prst="rect">
            <a:avLst/>
          </a:prstGeom>
          <a:solidFill>
            <a:srgbClr val="268C64"/>
          </a:solidFill>
          <a:ln w="12700">
            <a:solidFill>
              <a:srgbClr val="268C64"/>
            </a:solidFill>
            <a:prstDash val="solid"/>
          </a:ln>
        </p:spPr>
      </p:sp>
      <p:sp>
        <p:nvSpPr>
          <p:cNvPr id="1301" name="Shape 1299"/>
          <p:cNvSpPr/>
          <p:nvPr/>
        </p:nvSpPr>
        <p:spPr>
          <a:xfrm>
            <a:off x="2394585" y="5500116"/>
            <a:ext cx="142761" cy="97231"/>
          </a:xfrm>
          <a:prstGeom prst="rect">
            <a:avLst/>
          </a:prstGeom>
          <a:solidFill>
            <a:srgbClr val="268C64"/>
          </a:solidFill>
          <a:ln w="12700">
            <a:solidFill>
              <a:srgbClr val="268C64"/>
            </a:solidFill>
            <a:prstDash val="solid"/>
          </a:ln>
        </p:spPr>
      </p:sp>
      <p:sp>
        <p:nvSpPr>
          <p:cNvPr id="1302" name="Shape 1300"/>
          <p:cNvSpPr/>
          <p:nvPr/>
        </p:nvSpPr>
        <p:spPr>
          <a:xfrm>
            <a:off x="2557463" y="5500116"/>
            <a:ext cx="142761" cy="97231"/>
          </a:xfrm>
          <a:prstGeom prst="rect">
            <a:avLst/>
          </a:prstGeom>
          <a:solidFill>
            <a:srgbClr val="268C64"/>
          </a:solidFill>
          <a:ln w="12700">
            <a:solidFill>
              <a:srgbClr val="268C64"/>
            </a:solidFill>
            <a:prstDash val="solid"/>
          </a:ln>
        </p:spPr>
      </p:sp>
      <p:sp>
        <p:nvSpPr>
          <p:cNvPr id="1303" name="Shape 1301"/>
          <p:cNvSpPr/>
          <p:nvPr/>
        </p:nvSpPr>
        <p:spPr>
          <a:xfrm>
            <a:off x="2720340" y="5500116"/>
            <a:ext cx="142761" cy="97231"/>
          </a:xfrm>
          <a:prstGeom prst="rect">
            <a:avLst/>
          </a:prstGeom>
          <a:solidFill>
            <a:srgbClr val="268C64"/>
          </a:solidFill>
          <a:ln w="12700">
            <a:solidFill>
              <a:srgbClr val="268C64"/>
            </a:solidFill>
            <a:prstDash val="solid"/>
          </a:ln>
        </p:spPr>
      </p:sp>
      <p:sp>
        <p:nvSpPr>
          <p:cNvPr id="1304" name="Shape 1302"/>
          <p:cNvSpPr/>
          <p:nvPr/>
        </p:nvSpPr>
        <p:spPr>
          <a:xfrm>
            <a:off x="2883218" y="5500116"/>
            <a:ext cx="142761" cy="97231"/>
          </a:xfrm>
          <a:prstGeom prst="rect">
            <a:avLst/>
          </a:prstGeom>
          <a:solidFill>
            <a:srgbClr val="268C64"/>
          </a:solidFill>
          <a:ln w="12700">
            <a:solidFill>
              <a:srgbClr val="268C64"/>
            </a:solidFill>
            <a:prstDash val="solid"/>
          </a:ln>
        </p:spPr>
      </p:sp>
      <p:sp>
        <p:nvSpPr>
          <p:cNvPr id="1305" name="Shape 1303"/>
          <p:cNvSpPr/>
          <p:nvPr/>
        </p:nvSpPr>
        <p:spPr>
          <a:xfrm>
            <a:off x="3046095" y="5500116"/>
            <a:ext cx="142761" cy="97231"/>
          </a:xfrm>
          <a:prstGeom prst="rect">
            <a:avLst/>
          </a:prstGeom>
          <a:solidFill>
            <a:srgbClr val="268C64"/>
          </a:solidFill>
          <a:ln w="12700">
            <a:solidFill>
              <a:srgbClr val="268C64"/>
            </a:solidFill>
            <a:prstDash val="solid"/>
          </a:ln>
        </p:spPr>
      </p:sp>
      <p:sp>
        <p:nvSpPr>
          <p:cNvPr id="1306" name="Shape 1304"/>
          <p:cNvSpPr/>
          <p:nvPr/>
        </p:nvSpPr>
        <p:spPr>
          <a:xfrm>
            <a:off x="3208972" y="5500116"/>
            <a:ext cx="142761" cy="97231"/>
          </a:xfrm>
          <a:prstGeom prst="rect">
            <a:avLst/>
          </a:prstGeom>
          <a:solidFill>
            <a:srgbClr val="268C64"/>
          </a:solidFill>
          <a:ln w="12700">
            <a:solidFill>
              <a:srgbClr val="268C64"/>
            </a:solidFill>
            <a:prstDash val="solid"/>
          </a:ln>
        </p:spPr>
      </p:sp>
      <p:sp>
        <p:nvSpPr>
          <p:cNvPr id="1307" name="Shape 1305"/>
          <p:cNvSpPr/>
          <p:nvPr/>
        </p:nvSpPr>
        <p:spPr>
          <a:xfrm>
            <a:off x="3371850" y="5500116"/>
            <a:ext cx="142761" cy="97231"/>
          </a:xfrm>
          <a:prstGeom prst="rect">
            <a:avLst/>
          </a:prstGeom>
          <a:solidFill>
            <a:srgbClr val="268C64"/>
          </a:solidFill>
          <a:ln w="12700">
            <a:solidFill>
              <a:srgbClr val="268C64"/>
            </a:solidFill>
            <a:prstDash val="solid"/>
          </a:ln>
        </p:spPr>
      </p:sp>
      <p:sp>
        <p:nvSpPr>
          <p:cNvPr id="1308" name="Shape 1306"/>
          <p:cNvSpPr/>
          <p:nvPr/>
        </p:nvSpPr>
        <p:spPr>
          <a:xfrm>
            <a:off x="3534727" y="5500116"/>
            <a:ext cx="142761" cy="97231"/>
          </a:xfrm>
          <a:prstGeom prst="rect">
            <a:avLst/>
          </a:prstGeom>
          <a:solidFill>
            <a:srgbClr val="268C64"/>
          </a:solidFill>
          <a:ln w="12700">
            <a:solidFill>
              <a:srgbClr val="268C64"/>
            </a:solidFill>
            <a:prstDash val="solid"/>
          </a:ln>
        </p:spPr>
      </p:sp>
      <p:sp>
        <p:nvSpPr>
          <p:cNvPr id="1309" name="Shape 1307"/>
          <p:cNvSpPr/>
          <p:nvPr/>
        </p:nvSpPr>
        <p:spPr>
          <a:xfrm>
            <a:off x="3697605" y="5500116"/>
            <a:ext cx="142761" cy="97231"/>
          </a:xfrm>
          <a:prstGeom prst="rect">
            <a:avLst/>
          </a:prstGeom>
          <a:solidFill>
            <a:srgbClr val="268C64"/>
          </a:solidFill>
          <a:ln w="12700">
            <a:solidFill>
              <a:srgbClr val="268C64"/>
            </a:solidFill>
            <a:prstDash val="solid"/>
          </a:ln>
        </p:spPr>
      </p:sp>
      <p:sp>
        <p:nvSpPr>
          <p:cNvPr id="1310" name="Shape 1308"/>
          <p:cNvSpPr/>
          <p:nvPr/>
        </p:nvSpPr>
        <p:spPr>
          <a:xfrm>
            <a:off x="3860483" y="5500116"/>
            <a:ext cx="142761" cy="97231"/>
          </a:xfrm>
          <a:prstGeom prst="rect">
            <a:avLst/>
          </a:prstGeom>
          <a:solidFill>
            <a:srgbClr val="268C64"/>
          </a:solidFill>
          <a:ln w="12700">
            <a:solidFill>
              <a:srgbClr val="268C64"/>
            </a:solidFill>
            <a:prstDash val="solid"/>
          </a:ln>
        </p:spPr>
      </p:sp>
      <p:sp>
        <p:nvSpPr>
          <p:cNvPr id="1311" name="Shape 1309"/>
          <p:cNvSpPr/>
          <p:nvPr/>
        </p:nvSpPr>
        <p:spPr>
          <a:xfrm>
            <a:off x="4023360" y="5500116"/>
            <a:ext cx="142761" cy="97231"/>
          </a:xfrm>
          <a:prstGeom prst="rect">
            <a:avLst/>
          </a:prstGeom>
          <a:solidFill>
            <a:srgbClr val="268C64"/>
          </a:solidFill>
          <a:ln w="12700">
            <a:solidFill>
              <a:srgbClr val="268C64"/>
            </a:solidFill>
            <a:prstDash val="solid"/>
          </a:ln>
        </p:spPr>
      </p:sp>
      <p:sp>
        <p:nvSpPr>
          <p:cNvPr id="1312" name="Shape 1310"/>
          <p:cNvSpPr/>
          <p:nvPr/>
        </p:nvSpPr>
        <p:spPr>
          <a:xfrm>
            <a:off x="4186238" y="5500116"/>
            <a:ext cx="142761" cy="97231"/>
          </a:xfrm>
          <a:prstGeom prst="rect">
            <a:avLst/>
          </a:prstGeom>
          <a:solidFill>
            <a:srgbClr val="268C64"/>
          </a:solidFill>
          <a:ln w="12700">
            <a:solidFill>
              <a:srgbClr val="268C64"/>
            </a:solidFill>
            <a:prstDash val="solid"/>
          </a:ln>
        </p:spPr>
      </p:sp>
      <p:sp>
        <p:nvSpPr>
          <p:cNvPr id="1313" name="Shape 1311"/>
          <p:cNvSpPr/>
          <p:nvPr/>
        </p:nvSpPr>
        <p:spPr>
          <a:xfrm>
            <a:off x="4349115" y="5500116"/>
            <a:ext cx="142761" cy="97231"/>
          </a:xfrm>
          <a:prstGeom prst="rect">
            <a:avLst/>
          </a:prstGeom>
          <a:solidFill>
            <a:srgbClr val="268C64"/>
          </a:solidFill>
          <a:ln w="12700">
            <a:solidFill>
              <a:srgbClr val="268C64"/>
            </a:solidFill>
            <a:prstDash val="solid"/>
          </a:ln>
        </p:spPr>
      </p:sp>
      <p:sp>
        <p:nvSpPr>
          <p:cNvPr id="1314" name="Shape 1312"/>
          <p:cNvSpPr/>
          <p:nvPr/>
        </p:nvSpPr>
        <p:spPr>
          <a:xfrm>
            <a:off x="4511992" y="5500116"/>
            <a:ext cx="142761" cy="97231"/>
          </a:xfrm>
          <a:prstGeom prst="rect">
            <a:avLst/>
          </a:prstGeom>
          <a:solidFill>
            <a:srgbClr val="268C64"/>
          </a:solidFill>
          <a:ln w="12700">
            <a:solidFill>
              <a:srgbClr val="268C64"/>
            </a:solidFill>
            <a:prstDash val="solid"/>
          </a:ln>
        </p:spPr>
      </p:sp>
      <p:sp>
        <p:nvSpPr>
          <p:cNvPr id="1315" name="Shape 1313"/>
          <p:cNvSpPr/>
          <p:nvPr/>
        </p:nvSpPr>
        <p:spPr>
          <a:xfrm>
            <a:off x="4674870" y="5500116"/>
            <a:ext cx="142761" cy="97231"/>
          </a:xfrm>
          <a:prstGeom prst="rect">
            <a:avLst/>
          </a:prstGeom>
          <a:solidFill>
            <a:srgbClr val="10704D"/>
          </a:solidFill>
          <a:ln w="12700">
            <a:solidFill>
              <a:srgbClr val="10704D"/>
            </a:solidFill>
            <a:prstDash val="solid"/>
          </a:ln>
        </p:spPr>
      </p:sp>
      <p:sp>
        <p:nvSpPr>
          <p:cNvPr id="1316" name="Shape 1314"/>
          <p:cNvSpPr/>
          <p:nvPr/>
        </p:nvSpPr>
        <p:spPr>
          <a:xfrm>
            <a:off x="4837747" y="5500116"/>
            <a:ext cx="142761" cy="97231"/>
          </a:xfrm>
          <a:prstGeom prst="rect">
            <a:avLst/>
          </a:prstGeom>
          <a:solidFill>
            <a:srgbClr val="10704D"/>
          </a:solidFill>
          <a:ln w="12700">
            <a:solidFill>
              <a:srgbClr val="10704D"/>
            </a:solidFill>
            <a:prstDash val="solid"/>
          </a:ln>
        </p:spPr>
      </p:sp>
      <p:sp>
        <p:nvSpPr>
          <p:cNvPr id="1317" name="Shape 1315"/>
          <p:cNvSpPr/>
          <p:nvPr/>
        </p:nvSpPr>
        <p:spPr>
          <a:xfrm>
            <a:off x="5000625" y="5500116"/>
            <a:ext cx="142761" cy="97231"/>
          </a:xfrm>
          <a:prstGeom prst="rect">
            <a:avLst/>
          </a:prstGeom>
          <a:solidFill>
            <a:srgbClr val="268C64"/>
          </a:solidFill>
          <a:ln w="12700">
            <a:solidFill>
              <a:srgbClr val="268C64"/>
            </a:solidFill>
            <a:prstDash val="solid"/>
          </a:ln>
        </p:spPr>
      </p:sp>
      <p:sp>
        <p:nvSpPr>
          <p:cNvPr id="1318" name="Shape 1316"/>
          <p:cNvSpPr/>
          <p:nvPr/>
        </p:nvSpPr>
        <p:spPr>
          <a:xfrm>
            <a:off x="5163503" y="5500116"/>
            <a:ext cx="142761" cy="97231"/>
          </a:xfrm>
          <a:prstGeom prst="rect">
            <a:avLst/>
          </a:prstGeom>
          <a:solidFill>
            <a:srgbClr val="268C64"/>
          </a:solidFill>
          <a:ln w="12700">
            <a:solidFill>
              <a:srgbClr val="268C64"/>
            </a:solidFill>
            <a:prstDash val="solid"/>
          </a:ln>
        </p:spPr>
      </p:sp>
      <p:sp>
        <p:nvSpPr>
          <p:cNvPr id="1319" name="Shape 1317"/>
          <p:cNvSpPr/>
          <p:nvPr/>
        </p:nvSpPr>
        <p:spPr>
          <a:xfrm>
            <a:off x="5326380" y="5500116"/>
            <a:ext cx="142761" cy="97231"/>
          </a:xfrm>
          <a:prstGeom prst="rect">
            <a:avLst/>
          </a:prstGeom>
          <a:solidFill>
            <a:srgbClr val="268C64"/>
          </a:solidFill>
          <a:ln w="12700">
            <a:solidFill>
              <a:srgbClr val="268C64"/>
            </a:solidFill>
            <a:prstDash val="solid"/>
          </a:ln>
        </p:spPr>
      </p:sp>
      <p:sp>
        <p:nvSpPr>
          <p:cNvPr id="1320" name="Shape 1318"/>
          <p:cNvSpPr/>
          <p:nvPr/>
        </p:nvSpPr>
        <p:spPr>
          <a:xfrm>
            <a:off x="5489257" y="5500116"/>
            <a:ext cx="142761" cy="97231"/>
          </a:xfrm>
          <a:prstGeom prst="rect">
            <a:avLst/>
          </a:prstGeom>
          <a:solidFill>
            <a:srgbClr val="268C64"/>
          </a:solidFill>
          <a:ln w="12700">
            <a:solidFill>
              <a:srgbClr val="268C64"/>
            </a:solidFill>
            <a:prstDash val="solid"/>
          </a:ln>
        </p:spPr>
      </p:sp>
      <p:sp>
        <p:nvSpPr>
          <p:cNvPr id="1321" name="Shape 1319"/>
          <p:cNvSpPr/>
          <p:nvPr/>
        </p:nvSpPr>
        <p:spPr>
          <a:xfrm>
            <a:off x="5652135" y="5500116"/>
            <a:ext cx="142761" cy="97231"/>
          </a:xfrm>
          <a:prstGeom prst="rect">
            <a:avLst/>
          </a:prstGeom>
          <a:solidFill>
            <a:srgbClr val="268C64"/>
          </a:solidFill>
          <a:ln w="12700">
            <a:solidFill>
              <a:srgbClr val="268C64"/>
            </a:solidFill>
            <a:prstDash val="solid"/>
          </a:ln>
        </p:spPr>
      </p:sp>
      <p:sp>
        <p:nvSpPr>
          <p:cNvPr id="1322" name="Shape 1320"/>
          <p:cNvSpPr/>
          <p:nvPr/>
        </p:nvSpPr>
        <p:spPr>
          <a:xfrm>
            <a:off x="5815012" y="5500116"/>
            <a:ext cx="142761" cy="97231"/>
          </a:xfrm>
          <a:prstGeom prst="rect">
            <a:avLst/>
          </a:prstGeom>
          <a:solidFill>
            <a:srgbClr val="268C64"/>
          </a:solidFill>
          <a:ln w="12700">
            <a:solidFill>
              <a:srgbClr val="268C64"/>
            </a:solidFill>
            <a:prstDash val="solid"/>
          </a:ln>
        </p:spPr>
      </p:sp>
      <p:sp>
        <p:nvSpPr>
          <p:cNvPr id="1323" name="Shape 1321"/>
          <p:cNvSpPr/>
          <p:nvPr/>
        </p:nvSpPr>
        <p:spPr>
          <a:xfrm>
            <a:off x="5977890" y="5500116"/>
            <a:ext cx="142761" cy="97231"/>
          </a:xfrm>
          <a:prstGeom prst="rect">
            <a:avLst/>
          </a:prstGeom>
          <a:solidFill>
            <a:srgbClr val="268C64"/>
          </a:solidFill>
          <a:ln w="12700">
            <a:solidFill>
              <a:srgbClr val="268C64"/>
            </a:solidFill>
            <a:prstDash val="solid"/>
          </a:ln>
        </p:spPr>
      </p:sp>
      <p:sp>
        <p:nvSpPr>
          <p:cNvPr id="1324" name="Shape 1322"/>
          <p:cNvSpPr/>
          <p:nvPr/>
        </p:nvSpPr>
        <p:spPr>
          <a:xfrm>
            <a:off x="6140767" y="5500116"/>
            <a:ext cx="142761" cy="97231"/>
          </a:xfrm>
          <a:prstGeom prst="rect">
            <a:avLst/>
          </a:prstGeom>
          <a:solidFill>
            <a:srgbClr val="268C64"/>
          </a:solidFill>
          <a:ln w="12700">
            <a:solidFill>
              <a:srgbClr val="268C64"/>
            </a:solidFill>
            <a:prstDash val="solid"/>
          </a:ln>
        </p:spPr>
      </p:sp>
      <p:sp>
        <p:nvSpPr>
          <p:cNvPr id="1325" name="Shape 1323"/>
          <p:cNvSpPr/>
          <p:nvPr/>
        </p:nvSpPr>
        <p:spPr>
          <a:xfrm>
            <a:off x="6303645" y="5500116"/>
            <a:ext cx="142761" cy="97231"/>
          </a:xfrm>
          <a:prstGeom prst="rect">
            <a:avLst/>
          </a:prstGeom>
          <a:solidFill>
            <a:srgbClr val="10704D"/>
          </a:solidFill>
          <a:ln w="12700">
            <a:solidFill>
              <a:srgbClr val="10704D"/>
            </a:solidFill>
            <a:prstDash val="solid"/>
          </a:ln>
        </p:spPr>
      </p:sp>
      <p:sp>
        <p:nvSpPr>
          <p:cNvPr id="1326" name="Shape 1324"/>
          <p:cNvSpPr/>
          <p:nvPr/>
        </p:nvSpPr>
        <p:spPr>
          <a:xfrm>
            <a:off x="6466522" y="5500116"/>
            <a:ext cx="142761" cy="97231"/>
          </a:xfrm>
          <a:prstGeom prst="rect">
            <a:avLst/>
          </a:prstGeom>
          <a:solidFill>
            <a:srgbClr val="10704D"/>
          </a:solidFill>
          <a:ln w="12700">
            <a:solidFill>
              <a:srgbClr val="10704D"/>
            </a:solidFill>
            <a:prstDash val="solid"/>
          </a:ln>
        </p:spPr>
      </p:sp>
      <p:sp>
        <p:nvSpPr>
          <p:cNvPr id="1327" name="Shape 1325"/>
          <p:cNvSpPr/>
          <p:nvPr/>
        </p:nvSpPr>
        <p:spPr>
          <a:xfrm>
            <a:off x="6629400" y="5500116"/>
            <a:ext cx="142761" cy="97231"/>
          </a:xfrm>
          <a:prstGeom prst="rect">
            <a:avLst/>
          </a:prstGeom>
          <a:solidFill>
            <a:srgbClr val="10704D"/>
          </a:solidFill>
          <a:ln w="12700">
            <a:solidFill>
              <a:srgbClr val="10704D"/>
            </a:solidFill>
            <a:prstDash val="solid"/>
          </a:ln>
        </p:spPr>
      </p:sp>
      <p:sp>
        <p:nvSpPr>
          <p:cNvPr id="1328" name="Shape 1326"/>
          <p:cNvSpPr/>
          <p:nvPr/>
        </p:nvSpPr>
        <p:spPr>
          <a:xfrm>
            <a:off x="6792277" y="5500116"/>
            <a:ext cx="142761" cy="97231"/>
          </a:xfrm>
          <a:prstGeom prst="rect">
            <a:avLst/>
          </a:prstGeom>
          <a:solidFill>
            <a:srgbClr val="10704D"/>
          </a:solidFill>
          <a:ln w="12700">
            <a:solidFill>
              <a:srgbClr val="10704D"/>
            </a:solidFill>
            <a:prstDash val="solid"/>
          </a:ln>
        </p:spPr>
      </p:sp>
      <p:sp>
        <p:nvSpPr>
          <p:cNvPr id="1329" name="Shape 1327"/>
          <p:cNvSpPr/>
          <p:nvPr/>
        </p:nvSpPr>
        <p:spPr>
          <a:xfrm>
            <a:off x="6955155" y="5500116"/>
            <a:ext cx="142761" cy="97231"/>
          </a:xfrm>
          <a:prstGeom prst="rect">
            <a:avLst/>
          </a:prstGeom>
          <a:solidFill>
            <a:srgbClr val="10704D"/>
          </a:solidFill>
          <a:ln w="12700">
            <a:solidFill>
              <a:srgbClr val="10704D"/>
            </a:solidFill>
            <a:prstDash val="solid"/>
          </a:ln>
        </p:spPr>
      </p:sp>
      <p:sp>
        <p:nvSpPr>
          <p:cNvPr id="1330" name="Shape 1328"/>
          <p:cNvSpPr/>
          <p:nvPr/>
        </p:nvSpPr>
        <p:spPr>
          <a:xfrm>
            <a:off x="7118032" y="5500116"/>
            <a:ext cx="142761" cy="97231"/>
          </a:xfrm>
          <a:prstGeom prst="rect">
            <a:avLst/>
          </a:prstGeom>
          <a:solidFill>
            <a:srgbClr val="10704D"/>
          </a:solidFill>
          <a:ln w="12700">
            <a:solidFill>
              <a:srgbClr val="10704D"/>
            </a:solidFill>
            <a:prstDash val="solid"/>
          </a:ln>
        </p:spPr>
      </p:sp>
      <p:sp>
        <p:nvSpPr>
          <p:cNvPr id="1331" name="Shape 1329"/>
          <p:cNvSpPr/>
          <p:nvPr/>
        </p:nvSpPr>
        <p:spPr>
          <a:xfrm>
            <a:off x="7280910" y="5500116"/>
            <a:ext cx="142761" cy="97231"/>
          </a:xfrm>
          <a:prstGeom prst="rect">
            <a:avLst/>
          </a:prstGeom>
          <a:solidFill>
            <a:srgbClr val="268C64"/>
          </a:solidFill>
          <a:ln w="12700">
            <a:solidFill>
              <a:srgbClr val="268C64"/>
            </a:solidFill>
            <a:prstDash val="solid"/>
          </a:ln>
        </p:spPr>
      </p:sp>
      <p:sp>
        <p:nvSpPr>
          <p:cNvPr id="1332" name="Shape 1330"/>
          <p:cNvSpPr/>
          <p:nvPr/>
        </p:nvSpPr>
        <p:spPr>
          <a:xfrm>
            <a:off x="7443788" y="5500116"/>
            <a:ext cx="142761" cy="97231"/>
          </a:xfrm>
          <a:prstGeom prst="rect">
            <a:avLst/>
          </a:prstGeom>
          <a:solidFill>
            <a:srgbClr val="10704D"/>
          </a:solidFill>
          <a:ln w="12700">
            <a:solidFill>
              <a:srgbClr val="10704D"/>
            </a:solidFill>
            <a:prstDash val="solid"/>
          </a:ln>
        </p:spPr>
      </p:sp>
      <p:sp>
        <p:nvSpPr>
          <p:cNvPr id="1333" name="Shape 1331"/>
          <p:cNvSpPr/>
          <p:nvPr/>
        </p:nvSpPr>
        <p:spPr>
          <a:xfrm>
            <a:off x="7606665" y="5500116"/>
            <a:ext cx="142761" cy="97231"/>
          </a:xfrm>
          <a:prstGeom prst="rect">
            <a:avLst/>
          </a:prstGeom>
          <a:solidFill>
            <a:srgbClr val="10704D"/>
          </a:solidFill>
          <a:ln w="12700">
            <a:solidFill>
              <a:srgbClr val="10704D"/>
            </a:solidFill>
            <a:prstDash val="solid"/>
          </a:ln>
        </p:spPr>
      </p:sp>
      <p:sp>
        <p:nvSpPr>
          <p:cNvPr id="1334" name="Shape 1332"/>
          <p:cNvSpPr/>
          <p:nvPr/>
        </p:nvSpPr>
        <p:spPr>
          <a:xfrm>
            <a:off x="7769542" y="5500116"/>
            <a:ext cx="142761" cy="97231"/>
          </a:xfrm>
          <a:prstGeom prst="rect">
            <a:avLst/>
          </a:prstGeom>
          <a:solidFill>
            <a:srgbClr val="10704D"/>
          </a:solidFill>
          <a:ln w="12700">
            <a:solidFill>
              <a:srgbClr val="10704D"/>
            </a:solidFill>
            <a:prstDash val="solid"/>
          </a:ln>
        </p:spPr>
      </p:sp>
      <p:sp>
        <p:nvSpPr>
          <p:cNvPr id="1335" name="Shape 1333"/>
          <p:cNvSpPr/>
          <p:nvPr/>
        </p:nvSpPr>
        <p:spPr>
          <a:xfrm>
            <a:off x="7932420" y="5500116"/>
            <a:ext cx="142761" cy="97231"/>
          </a:xfrm>
          <a:prstGeom prst="rect">
            <a:avLst/>
          </a:prstGeom>
          <a:solidFill>
            <a:srgbClr val="10704D"/>
          </a:solidFill>
          <a:ln w="12700">
            <a:solidFill>
              <a:srgbClr val="10704D"/>
            </a:solidFill>
            <a:prstDash val="solid"/>
          </a:ln>
        </p:spPr>
      </p:sp>
      <p:sp>
        <p:nvSpPr>
          <p:cNvPr id="1336" name="Shape 1334"/>
          <p:cNvSpPr/>
          <p:nvPr/>
        </p:nvSpPr>
        <p:spPr>
          <a:xfrm>
            <a:off x="8095297" y="5500116"/>
            <a:ext cx="142761" cy="97231"/>
          </a:xfrm>
          <a:prstGeom prst="rect">
            <a:avLst/>
          </a:prstGeom>
          <a:solidFill>
            <a:srgbClr val="10704D"/>
          </a:solidFill>
          <a:ln w="12700">
            <a:solidFill>
              <a:srgbClr val="10704D"/>
            </a:solidFill>
            <a:prstDash val="solid"/>
          </a:ln>
        </p:spPr>
      </p:sp>
      <p:sp>
        <p:nvSpPr>
          <p:cNvPr id="1337" name="Shape 1335"/>
          <p:cNvSpPr/>
          <p:nvPr/>
        </p:nvSpPr>
        <p:spPr>
          <a:xfrm>
            <a:off x="8258175" y="5500116"/>
            <a:ext cx="142761" cy="97231"/>
          </a:xfrm>
          <a:prstGeom prst="rect">
            <a:avLst/>
          </a:prstGeom>
          <a:solidFill>
            <a:srgbClr val="10704D"/>
          </a:solidFill>
          <a:ln w="12700">
            <a:solidFill>
              <a:srgbClr val="10704D"/>
            </a:solidFill>
            <a:prstDash val="solid"/>
          </a:ln>
        </p:spPr>
      </p:sp>
      <p:sp>
        <p:nvSpPr>
          <p:cNvPr id="1338" name="Shape 1336"/>
          <p:cNvSpPr/>
          <p:nvPr/>
        </p:nvSpPr>
        <p:spPr>
          <a:xfrm>
            <a:off x="8421053" y="5500116"/>
            <a:ext cx="142761" cy="97231"/>
          </a:xfrm>
          <a:prstGeom prst="rect">
            <a:avLst/>
          </a:prstGeom>
          <a:solidFill>
            <a:srgbClr val="10704D"/>
          </a:solidFill>
          <a:ln w="12700">
            <a:solidFill>
              <a:srgbClr val="10704D"/>
            </a:solidFill>
            <a:prstDash val="solid"/>
          </a:ln>
        </p:spPr>
      </p:sp>
      <p:sp>
        <p:nvSpPr>
          <p:cNvPr id="1339" name="Shape 1337"/>
          <p:cNvSpPr/>
          <p:nvPr/>
        </p:nvSpPr>
        <p:spPr>
          <a:xfrm>
            <a:off x="8583930" y="5500116"/>
            <a:ext cx="142761" cy="97231"/>
          </a:xfrm>
          <a:prstGeom prst="rect">
            <a:avLst/>
          </a:prstGeom>
          <a:solidFill>
            <a:srgbClr val="268C64"/>
          </a:solidFill>
          <a:ln w="12700">
            <a:solidFill>
              <a:srgbClr val="268C64"/>
            </a:solidFill>
            <a:prstDash val="solid"/>
          </a:ln>
        </p:spPr>
      </p:sp>
      <p:sp>
        <p:nvSpPr>
          <p:cNvPr id="1340" name="Shape 1338"/>
          <p:cNvSpPr/>
          <p:nvPr/>
        </p:nvSpPr>
        <p:spPr>
          <a:xfrm>
            <a:off x="8746807" y="5500116"/>
            <a:ext cx="142761" cy="97231"/>
          </a:xfrm>
          <a:prstGeom prst="rect">
            <a:avLst/>
          </a:prstGeom>
          <a:solidFill>
            <a:srgbClr val="268C64"/>
          </a:solidFill>
          <a:ln w="12700">
            <a:solidFill>
              <a:srgbClr val="268C64"/>
            </a:solidFill>
            <a:prstDash val="solid"/>
          </a:ln>
        </p:spPr>
      </p:sp>
      <p:sp>
        <p:nvSpPr>
          <p:cNvPr id="1341" name="Shape 1339"/>
          <p:cNvSpPr/>
          <p:nvPr/>
        </p:nvSpPr>
        <p:spPr>
          <a:xfrm>
            <a:off x="8909685" y="5500116"/>
            <a:ext cx="142761" cy="97231"/>
          </a:xfrm>
          <a:prstGeom prst="rect">
            <a:avLst/>
          </a:prstGeom>
          <a:solidFill>
            <a:srgbClr val="10704D"/>
          </a:solidFill>
          <a:ln w="12700">
            <a:solidFill>
              <a:srgbClr val="10704D"/>
            </a:solidFill>
            <a:prstDash val="solid"/>
          </a:ln>
        </p:spPr>
      </p:sp>
      <p:sp>
        <p:nvSpPr>
          <p:cNvPr id="1342" name="Shape 1340"/>
          <p:cNvSpPr/>
          <p:nvPr/>
        </p:nvSpPr>
        <p:spPr>
          <a:xfrm>
            <a:off x="9072563" y="5500116"/>
            <a:ext cx="142761" cy="97231"/>
          </a:xfrm>
          <a:prstGeom prst="rect">
            <a:avLst/>
          </a:prstGeom>
          <a:solidFill>
            <a:srgbClr val="10704D"/>
          </a:solidFill>
          <a:ln w="12700">
            <a:solidFill>
              <a:srgbClr val="10704D"/>
            </a:solidFill>
            <a:prstDash val="solid"/>
          </a:ln>
        </p:spPr>
      </p:sp>
      <p:sp>
        <p:nvSpPr>
          <p:cNvPr id="1343" name="Shape 1341"/>
          <p:cNvSpPr/>
          <p:nvPr/>
        </p:nvSpPr>
        <p:spPr>
          <a:xfrm>
            <a:off x="1417320" y="5617464"/>
            <a:ext cx="142761" cy="97231"/>
          </a:xfrm>
          <a:prstGeom prst="rect">
            <a:avLst/>
          </a:prstGeom>
          <a:solidFill>
            <a:srgbClr val="10704D"/>
          </a:solidFill>
          <a:ln w="12700">
            <a:solidFill>
              <a:srgbClr val="10704D"/>
            </a:solidFill>
            <a:prstDash val="solid"/>
          </a:ln>
        </p:spPr>
      </p:sp>
      <p:sp>
        <p:nvSpPr>
          <p:cNvPr id="1344" name="Shape 1342"/>
          <p:cNvSpPr/>
          <p:nvPr/>
        </p:nvSpPr>
        <p:spPr>
          <a:xfrm>
            <a:off x="1580198" y="5617464"/>
            <a:ext cx="142761" cy="97231"/>
          </a:xfrm>
          <a:prstGeom prst="rect">
            <a:avLst/>
          </a:prstGeom>
          <a:solidFill>
            <a:srgbClr val="10704D"/>
          </a:solidFill>
          <a:ln w="12700">
            <a:solidFill>
              <a:srgbClr val="10704D"/>
            </a:solidFill>
            <a:prstDash val="solid"/>
          </a:ln>
        </p:spPr>
      </p:sp>
      <p:sp>
        <p:nvSpPr>
          <p:cNvPr id="1345" name="Shape 1343"/>
          <p:cNvSpPr/>
          <p:nvPr/>
        </p:nvSpPr>
        <p:spPr>
          <a:xfrm>
            <a:off x="1743075" y="5617464"/>
            <a:ext cx="142761" cy="97231"/>
          </a:xfrm>
          <a:prstGeom prst="rect">
            <a:avLst/>
          </a:prstGeom>
          <a:solidFill>
            <a:srgbClr val="10704D"/>
          </a:solidFill>
          <a:ln w="12700">
            <a:solidFill>
              <a:srgbClr val="10704D"/>
            </a:solidFill>
            <a:prstDash val="solid"/>
          </a:ln>
        </p:spPr>
      </p:sp>
      <p:sp>
        <p:nvSpPr>
          <p:cNvPr id="1346" name="Shape 1344"/>
          <p:cNvSpPr/>
          <p:nvPr/>
        </p:nvSpPr>
        <p:spPr>
          <a:xfrm>
            <a:off x="1905953" y="5617464"/>
            <a:ext cx="142761" cy="97231"/>
          </a:xfrm>
          <a:prstGeom prst="rect">
            <a:avLst/>
          </a:prstGeom>
          <a:solidFill>
            <a:srgbClr val="10704D"/>
          </a:solidFill>
          <a:ln w="12700">
            <a:solidFill>
              <a:srgbClr val="10704D"/>
            </a:solidFill>
            <a:prstDash val="solid"/>
          </a:ln>
        </p:spPr>
      </p:sp>
      <p:sp>
        <p:nvSpPr>
          <p:cNvPr id="1347" name="Shape 1345"/>
          <p:cNvSpPr/>
          <p:nvPr/>
        </p:nvSpPr>
        <p:spPr>
          <a:xfrm>
            <a:off x="2068830" y="5617464"/>
            <a:ext cx="142761" cy="97231"/>
          </a:xfrm>
          <a:prstGeom prst="rect">
            <a:avLst/>
          </a:prstGeom>
          <a:solidFill>
            <a:srgbClr val="10704D"/>
          </a:solidFill>
          <a:ln w="12700">
            <a:solidFill>
              <a:srgbClr val="10704D"/>
            </a:solidFill>
            <a:prstDash val="solid"/>
          </a:ln>
        </p:spPr>
      </p:sp>
      <p:sp>
        <p:nvSpPr>
          <p:cNvPr id="1348" name="Shape 1346"/>
          <p:cNvSpPr/>
          <p:nvPr/>
        </p:nvSpPr>
        <p:spPr>
          <a:xfrm>
            <a:off x="2231708" y="5617464"/>
            <a:ext cx="142761" cy="97231"/>
          </a:xfrm>
          <a:prstGeom prst="rect">
            <a:avLst/>
          </a:prstGeom>
          <a:solidFill>
            <a:srgbClr val="10704D"/>
          </a:solidFill>
          <a:ln w="12700">
            <a:solidFill>
              <a:srgbClr val="10704D"/>
            </a:solidFill>
            <a:prstDash val="solid"/>
          </a:ln>
        </p:spPr>
      </p:sp>
      <p:sp>
        <p:nvSpPr>
          <p:cNvPr id="1349" name="Shape 1347"/>
          <p:cNvSpPr/>
          <p:nvPr/>
        </p:nvSpPr>
        <p:spPr>
          <a:xfrm>
            <a:off x="2394585" y="5617464"/>
            <a:ext cx="142761" cy="97231"/>
          </a:xfrm>
          <a:prstGeom prst="rect">
            <a:avLst/>
          </a:prstGeom>
          <a:solidFill>
            <a:srgbClr val="10704D"/>
          </a:solidFill>
          <a:ln w="12700">
            <a:solidFill>
              <a:srgbClr val="10704D"/>
            </a:solidFill>
            <a:prstDash val="solid"/>
          </a:ln>
        </p:spPr>
      </p:sp>
      <p:sp>
        <p:nvSpPr>
          <p:cNvPr id="1350" name="Shape 1348"/>
          <p:cNvSpPr/>
          <p:nvPr/>
        </p:nvSpPr>
        <p:spPr>
          <a:xfrm>
            <a:off x="2557463" y="5617464"/>
            <a:ext cx="142761" cy="97231"/>
          </a:xfrm>
          <a:prstGeom prst="rect">
            <a:avLst/>
          </a:prstGeom>
          <a:solidFill>
            <a:srgbClr val="10704D"/>
          </a:solidFill>
          <a:ln w="12700">
            <a:solidFill>
              <a:srgbClr val="10704D"/>
            </a:solidFill>
            <a:prstDash val="solid"/>
          </a:ln>
        </p:spPr>
      </p:sp>
      <p:sp>
        <p:nvSpPr>
          <p:cNvPr id="1351" name="Shape 1349"/>
          <p:cNvSpPr/>
          <p:nvPr/>
        </p:nvSpPr>
        <p:spPr>
          <a:xfrm>
            <a:off x="2720340" y="5617464"/>
            <a:ext cx="142761" cy="97231"/>
          </a:xfrm>
          <a:prstGeom prst="rect">
            <a:avLst/>
          </a:prstGeom>
          <a:solidFill>
            <a:srgbClr val="10704D"/>
          </a:solidFill>
          <a:ln w="12700">
            <a:solidFill>
              <a:srgbClr val="10704D"/>
            </a:solidFill>
            <a:prstDash val="solid"/>
          </a:ln>
        </p:spPr>
      </p:sp>
      <p:sp>
        <p:nvSpPr>
          <p:cNvPr id="1352" name="Shape 1350"/>
          <p:cNvSpPr/>
          <p:nvPr/>
        </p:nvSpPr>
        <p:spPr>
          <a:xfrm>
            <a:off x="2883218" y="5617464"/>
            <a:ext cx="142761" cy="97231"/>
          </a:xfrm>
          <a:prstGeom prst="rect">
            <a:avLst/>
          </a:prstGeom>
          <a:solidFill>
            <a:srgbClr val="10704D"/>
          </a:solidFill>
          <a:ln w="12700">
            <a:solidFill>
              <a:srgbClr val="10704D"/>
            </a:solidFill>
            <a:prstDash val="solid"/>
          </a:ln>
        </p:spPr>
      </p:sp>
      <p:sp>
        <p:nvSpPr>
          <p:cNvPr id="1353" name="Shape 1351"/>
          <p:cNvSpPr/>
          <p:nvPr/>
        </p:nvSpPr>
        <p:spPr>
          <a:xfrm>
            <a:off x="3046095" y="5617464"/>
            <a:ext cx="142761" cy="97231"/>
          </a:xfrm>
          <a:prstGeom prst="rect">
            <a:avLst/>
          </a:prstGeom>
          <a:solidFill>
            <a:srgbClr val="075236"/>
          </a:solidFill>
          <a:ln w="12700">
            <a:solidFill>
              <a:srgbClr val="075236"/>
            </a:solidFill>
            <a:prstDash val="solid"/>
          </a:ln>
        </p:spPr>
      </p:sp>
      <p:sp>
        <p:nvSpPr>
          <p:cNvPr id="1354" name="Shape 1352"/>
          <p:cNvSpPr/>
          <p:nvPr/>
        </p:nvSpPr>
        <p:spPr>
          <a:xfrm>
            <a:off x="3208972" y="5617464"/>
            <a:ext cx="142761" cy="97231"/>
          </a:xfrm>
          <a:prstGeom prst="rect">
            <a:avLst/>
          </a:prstGeom>
          <a:solidFill>
            <a:srgbClr val="075236"/>
          </a:solidFill>
          <a:ln w="12700">
            <a:solidFill>
              <a:srgbClr val="075236"/>
            </a:solidFill>
            <a:prstDash val="solid"/>
          </a:ln>
        </p:spPr>
      </p:sp>
      <p:sp>
        <p:nvSpPr>
          <p:cNvPr id="1355" name="Shape 1353"/>
          <p:cNvSpPr/>
          <p:nvPr/>
        </p:nvSpPr>
        <p:spPr>
          <a:xfrm>
            <a:off x="3371850" y="5617464"/>
            <a:ext cx="142761" cy="97231"/>
          </a:xfrm>
          <a:prstGeom prst="rect">
            <a:avLst/>
          </a:prstGeom>
          <a:solidFill>
            <a:srgbClr val="075236"/>
          </a:solidFill>
          <a:ln w="12700">
            <a:solidFill>
              <a:srgbClr val="075236"/>
            </a:solidFill>
            <a:prstDash val="solid"/>
          </a:ln>
        </p:spPr>
      </p:sp>
      <p:sp>
        <p:nvSpPr>
          <p:cNvPr id="1356" name="Shape 1354"/>
          <p:cNvSpPr/>
          <p:nvPr/>
        </p:nvSpPr>
        <p:spPr>
          <a:xfrm>
            <a:off x="3534727" y="5617464"/>
            <a:ext cx="142761" cy="97231"/>
          </a:xfrm>
          <a:prstGeom prst="rect">
            <a:avLst/>
          </a:prstGeom>
          <a:solidFill>
            <a:srgbClr val="075236"/>
          </a:solidFill>
          <a:ln w="12700">
            <a:solidFill>
              <a:srgbClr val="075236"/>
            </a:solidFill>
            <a:prstDash val="solid"/>
          </a:ln>
        </p:spPr>
      </p:sp>
      <p:sp>
        <p:nvSpPr>
          <p:cNvPr id="1357" name="Shape 1355"/>
          <p:cNvSpPr/>
          <p:nvPr/>
        </p:nvSpPr>
        <p:spPr>
          <a:xfrm>
            <a:off x="3697605" y="5617464"/>
            <a:ext cx="142761" cy="97231"/>
          </a:xfrm>
          <a:prstGeom prst="rect">
            <a:avLst/>
          </a:prstGeom>
          <a:solidFill>
            <a:srgbClr val="10704D"/>
          </a:solidFill>
          <a:ln w="12700">
            <a:solidFill>
              <a:srgbClr val="10704D"/>
            </a:solidFill>
            <a:prstDash val="solid"/>
          </a:ln>
        </p:spPr>
      </p:sp>
      <p:sp>
        <p:nvSpPr>
          <p:cNvPr id="1358" name="Shape 1356"/>
          <p:cNvSpPr/>
          <p:nvPr/>
        </p:nvSpPr>
        <p:spPr>
          <a:xfrm>
            <a:off x="3860483" y="5617464"/>
            <a:ext cx="142761" cy="97231"/>
          </a:xfrm>
          <a:prstGeom prst="rect">
            <a:avLst/>
          </a:prstGeom>
          <a:solidFill>
            <a:srgbClr val="4FAA82"/>
          </a:solidFill>
          <a:ln w="12700">
            <a:solidFill>
              <a:srgbClr val="4FAA82"/>
            </a:solidFill>
            <a:prstDash val="solid"/>
          </a:ln>
        </p:spPr>
      </p:sp>
      <p:sp>
        <p:nvSpPr>
          <p:cNvPr id="1359" name="Shape 1357"/>
          <p:cNvSpPr/>
          <p:nvPr/>
        </p:nvSpPr>
        <p:spPr>
          <a:xfrm>
            <a:off x="4023360" y="5617464"/>
            <a:ext cx="142761" cy="97231"/>
          </a:xfrm>
          <a:prstGeom prst="rect">
            <a:avLst/>
          </a:prstGeom>
          <a:solidFill>
            <a:srgbClr val="268C64"/>
          </a:solidFill>
          <a:ln w="12700">
            <a:solidFill>
              <a:srgbClr val="268C64"/>
            </a:solidFill>
            <a:prstDash val="solid"/>
          </a:ln>
        </p:spPr>
      </p:sp>
      <p:sp>
        <p:nvSpPr>
          <p:cNvPr id="1360" name="Shape 1358"/>
          <p:cNvSpPr/>
          <p:nvPr/>
        </p:nvSpPr>
        <p:spPr>
          <a:xfrm>
            <a:off x="4186238" y="5617464"/>
            <a:ext cx="142761" cy="97231"/>
          </a:xfrm>
          <a:prstGeom prst="rect">
            <a:avLst/>
          </a:prstGeom>
          <a:solidFill>
            <a:srgbClr val="268C64"/>
          </a:solidFill>
          <a:ln w="12700">
            <a:solidFill>
              <a:srgbClr val="268C64"/>
            </a:solidFill>
            <a:prstDash val="solid"/>
          </a:ln>
        </p:spPr>
      </p:sp>
      <p:sp>
        <p:nvSpPr>
          <p:cNvPr id="1361" name="Shape 1359"/>
          <p:cNvSpPr/>
          <p:nvPr/>
        </p:nvSpPr>
        <p:spPr>
          <a:xfrm>
            <a:off x="4349115" y="5617464"/>
            <a:ext cx="142761" cy="97231"/>
          </a:xfrm>
          <a:prstGeom prst="rect">
            <a:avLst/>
          </a:prstGeom>
          <a:solidFill>
            <a:srgbClr val="268C64"/>
          </a:solidFill>
          <a:ln w="12700">
            <a:solidFill>
              <a:srgbClr val="268C64"/>
            </a:solidFill>
            <a:prstDash val="solid"/>
          </a:ln>
        </p:spPr>
      </p:sp>
      <p:sp>
        <p:nvSpPr>
          <p:cNvPr id="1362" name="Shape 1360"/>
          <p:cNvSpPr/>
          <p:nvPr/>
        </p:nvSpPr>
        <p:spPr>
          <a:xfrm>
            <a:off x="4511992" y="5617464"/>
            <a:ext cx="142761" cy="97231"/>
          </a:xfrm>
          <a:prstGeom prst="rect">
            <a:avLst/>
          </a:prstGeom>
          <a:solidFill>
            <a:srgbClr val="4FAA82"/>
          </a:solidFill>
          <a:ln w="12700">
            <a:solidFill>
              <a:srgbClr val="4FAA82"/>
            </a:solidFill>
            <a:prstDash val="solid"/>
          </a:ln>
        </p:spPr>
      </p:sp>
      <p:sp>
        <p:nvSpPr>
          <p:cNvPr id="1363" name="Shape 1361"/>
          <p:cNvSpPr/>
          <p:nvPr/>
        </p:nvSpPr>
        <p:spPr>
          <a:xfrm>
            <a:off x="4674870" y="5617464"/>
            <a:ext cx="142761" cy="97231"/>
          </a:xfrm>
          <a:prstGeom prst="rect">
            <a:avLst/>
          </a:prstGeom>
          <a:solidFill>
            <a:srgbClr val="4FAA82"/>
          </a:solidFill>
          <a:ln w="12700">
            <a:solidFill>
              <a:srgbClr val="4FAA82"/>
            </a:solidFill>
            <a:prstDash val="solid"/>
          </a:ln>
        </p:spPr>
      </p:sp>
      <p:sp>
        <p:nvSpPr>
          <p:cNvPr id="1364" name="Shape 1362"/>
          <p:cNvSpPr/>
          <p:nvPr/>
        </p:nvSpPr>
        <p:spPr>
          <a:xfrm>
            <a:off x="4837747" y="5617464"/>
            <a:ext cx="142761" cy="97231"/>
          </a:xfrm>
          <a:prstGeom prst="rect">
            <a:avLst/>
          </a:prstGeom>
          <a:solidFill>
            <a:srgbClr val="7CC4A1"/>
          </a:solidFill>
          <a:ln w="12700">
            <a:solidFill>
              <a:srgbClr val="7CC4A1"/>
            </a:solidFill>
            <a:prstDash val="solid"/>
          </a:ln>
        </p:spPr>
      </p:sp>
      <p:sp>
        <p:nvSpPr>
          <p:cNvPr id="1365" name="Shape 1363"/>
          <p:cNvSpPr/>
          <p:nvPr/>
        </p:nvSpPr>
        <p:spPr>
          <a:xfrm>
            <a:off x="5000625" y="5617464"/>
            <a:ext cx="142761" cy="97231"/>
          </a:xfrm>
          <a:prstGeom prst="rect">
            <a:avLst/>
          </a:prstGeom>
          <a:solidFill>
            <a:srgbClr val="7CC4A1"/>
          </a:solidFill>
          <a:ln w="12700">
            <a:solidFill>
              <a:srgbClr val="7CC4A1"/>
            </a:solidFill>
            <a:prstDash val="solid"/>
          </a:ln>
        </p:spPr>
      </p:sp>
      <p:sp>
        <p:nvSpPr>
          <p:cNvPr id="1366" name="Shape 1364"/>
          <p:cNvSpPr/>
          <p:nvPr/>
        </p:nvSpPr>
        <p:spPr>
          <a:xfrm>
            <a:off x="5163503" y="5617464"/>
            <a:ext cx="142761" cy="97231"/>
          </a:xfrm>
          <a:prstGeom prst="rect">
            <a:avLst/>
          </a:prstGeom>
          <a:solidFill>
            <a:srgbClr val="7CC4A1"/>
          </a:solidFill>
          <a:ln w="12700">
            <a:solidFill>
              <a:srgbClr val="7CC4A1"/>
            </a:solidFill>
            <a:prstDash val="solid"/>
          </a:ln>
        </p:spPr>
      </p:sp>
      <p:sp>
        <p:nvSpPr>
          <p:cNvPr id="1367" name="Shape 1365"/>
          <p:cNvSpPr/>
          <p:nvPr/>
        </p:nvSpPr>
        <p:spPr>
          <a:xfrm>
            <a:off x="5326380" y="5617464"/>
            <a:ext cx="142761" cy="97231"/>
          </a:xfrm>
          <a:prstGeom prst="rect">
            <a:avLst/>
          </a:prstGeom>
          <a:solidFill>
            <a:srgbClr val="7CC4A1"/>
          </a:solidFill>
          <a:ln w="12700">
            <a:solidFill>
              <a:srgbClr val="7CC4A1"/>
            </a:solidFill>
            <a:prstDash val="solid"/>
          </a:ln>
        </p:spPr>
      </p:sp>
      <p:sp>
        <p:nvSpPr>
          <p:cNvPr id="1368" name="Shape 1366"/>
          <p:cNvSpPr/>
          <p:nvPr/>
        </p:nvSpPr>
        <p:spPr>
          <a:xfrm>
            <a:off x="5489257" y="5617464"/>
            <a:ext cx="142761" cy="97231"/>
          </a:xfrm>
          <a:prstGeom prst="rect">
            <a:avLst/>
          </a:prstGeom>
          <a:solidFill>
            <a:srgbClr val="7CC4A1"/>
          </a:solidFill>
          <a:ln w="12700">
            <a:solidFill>
              <a:srgbClr val="7CC4A1"/>
            </a:solidFill>
            <a:prstDash val="solid"/>
          </a:ln>
        </p:spPr>
      </p:sp>
      <p:sp>
        <p:nvSpPr>
          <p:cNvPr id="1369" name="Shape 1367"/>
          <p:cNvSpPr/>
          <p:nvPr/>
        </p:nvSpPr>
        <p:spPr>
          <a:xfrm>
            <a:off x="5652135" y="5617464"/>
            <a:ext cx="142761" cy="97231"/>
          </a:xfrm>
          <a:prstGeom prst="rect">
            <a:avLst/>
          </a:prstGeom>
          <a:solidFill>
            <a:srgbClr val="7CC4A1"/>
          </a:solidFill>
          <a:ln w="12700">
            <a:solidFill>
              <a:srgbClr val="7CC4A1"/>
            </a:solidFill>
            <a:prstDash val="solid"/>
          </a:ln>
        </p:spPr>
      </p:sp>
      <p:sp>
        <p:nvSpPr>
          <p:cNvPr id="1370" name="Shape 1368"/>
          <p:cNvSpPr/>
          <p:nvPr/>
        </p:nvSpPr>
        <p:spPr>
          <a:xfrm>
            <a:off x="5815012" y="5617464"/>
            <a:ext cx="142761" cy="97231"/>
          </a:xfrm>
          <a:prstGeom prst="rect">
            <a:avLst/>
          </a:prstGeom>
          <a:solidFill>
            <a:srgbClr val="7CC4A1"/>
          </a:solidFill>
          <a:ln w="12700">
            <a:solidFill>
              <a:srgbClr val="7CC4A1"/>
            </a:solidFill>
            <a:prstDash val="solid"/>
          </a:ln>
        </p:spPr>
      </p:sp>
      <p:sp>
        <p:nvSpPr>
          <p:cNvPr id="1371" name="Shape 1369"/>
          <p:cNvSpPr/>
          <p:nvPr/>
        </p:nvSpPr>
        <p:spPr>
          <a:xfrm>
            <a:off x="5977890" y="5617464"/>
            <a:ext cx="142761" cy="97231"/>
          </a:xfrm>
          <a:prstGeom prst="rect">
            <a:avLst/>
          </a:prstGeom>
          <a:solidFill>
            <a:srgbClr val="7CC4A1"/>
          </a:solidFill>
          <a:ln w="12700">
            <a:solidFill>
              <a:srgbClr val="7CC4A1"/>
            </a:solidFill>
            <a:prstDash val="solid"/>
          </a:ln>
        </p:spPr>
      </p:sp>
      <p:sp>
        <p:nvSpPr>
          <p:cNvPr id="1372" name="Shape 1370"/>
          <p:cNvSpPr/>
          <p:nvPr/>
        </p:nvSpPr>
        <p:spPr>
          <a:xfrm>
            <a:off x="6140767" y="5617464"/>
            <a:ext cx="142761" cy="97231"/>
          </a:xfrm>
          <a:prstGeom prst="rect">
            <a:avLst/>
          </a:prstGeom>
          <a:solidFill>
            <a:srgbClr val="E9EDEB"/>
          </a:solidFill>
          <a:ln w="12700">
            <a:solidFill>
              <a:srgbClr val="E9EDEB"/>
            </a:solidFill>
            <a:prstDash val="solid"/>
          </a:ln>
        </p:spPr>
      </p:sp>
      <p:sp>
        <p:nvSpPr>
          <p:cNvPr id="1373" name="Shape 1371"/>
          <p:cNvSpPr/>
          <p:nvPr/>
        </p:nvSpPr>
        <p:spPr>
          <a:xfrm>
            <a:off x="6303645" y="5617464"/>
            <a:ext cx="142761" cy="97231"/>
          </a:xfrm>
          <a:prstGeom prst="rect">
            <a:avLst/>
          </a:prstGeom>
          <a:solidFill>
            <a:srgbClr val="E9EDEB"/>
          </a:solidFill>
          <a:ln w="12700">
            <a:solidFill>
              <a:srgbClr val="E9EDEB"/>
            </a:solidFill>
            <a:prstDash val="solid"/>
          </a:ln>
        </p:spPr>
      </p:sp>
      <p:sp>
        <p:nvSpPr>
          <p:cNvPr id="1374" name="Shape 1372"/>
          <p:cNvSpPr/>
          <p:nvPr/>
        </p:nvSpPr>
        <p:spPr>
          <a:xfrm>
            <a:off x="6466522" y="5617464"/>
            <a:ext cx="142761" cy="97231"/>
          </a:xfrm>
          <a:prstGeom prst="rect">
            <a:avLst/>
          </a:prstGeom>
          <a:solidFill>
            <a:srgbClr val="E9EDEB"/>
          </a:solidFill>
          <a:ln w="12700">
            <a:solidFill>
              <a:srgbClr val="E9EDEB"/>
            </a:solidFill>
            <a:prstDash val="solid"/>
          </a:ln>
        </p:spPr>
      </p:sp>
      <p:sp>
        <p:nvSpPr>
          <p:cNvPr id="1375" name="Shape 1373"/>
          <p:cNvSpPr/>
          <p:nvPr/>
        </p:nvSpPr>
        <p:spPr>
          <a:xfrm>
            <a:off x="6629400" y="5617464"/>
            <a:ext cx="142761" cy="97231"/>
          </a:xfrm>
          <a:prstGeom prst="rect">
            <a:avLst/>
          </a:prstGeom>
          <a:solidFill>
            <a:srgbClr val="E9EDEB"/>
          </a:solidFill>
          <a:ln w="12700">
            <a:solidFill>
              <a:srgbClr val="E9EDEB"/>
            </a:solidFill>
            <a:prstDash val="solid"/>
          </a:ln>
        </p:spPr>
      </p:sp>
      <p:sp>
        <p:nvSpPr>
          <p:cNvPr id="1376" name="Shape 1374"/>
          <p:cNvSpPr/>
          <p:nvPr/>
        </p:nvSpPr>
        <p:spPr>
          <a:xfrm>
            <a:off x="6792277" y="5617464"/>
            <a:ext cx="142761" cy="97231"/>
          </a:xfrm>
          <a:prstGeom prst="rect">
            <a:avLst/>
          </a:prstGeom>
          <a:solidFill>
            <a:srgbClr val="E9EDEB"/>
          </a:solidFill>
          <a:ln w="12700">
            <a:solidFill>
              <a:srgbClr val="E9EDEB"/>
            </a:solidFill>
            <a:prstDash val="solid"/>
          </a:ln>
        </p:spPr>
      </p:sp>
      <p:sp>
        <p:nvSpPr>
          <p:cNvPr id="1377" name="Shape 1375"/>
          <p:cNvSpPr/>
          <p:nvPr/>
        </p:nvSpPr>
        <p:spPr>
          <a:xfrm>
            <a:off x="6955155" y="5617464"/>
            <a:ext cx="142761" cy="97231"/>
          </a:xfrm>
          <a:prstGeom prst="rect">
            <a:avLst/>
          </a:prstGeom>
          <a:solidFill>
            <a:srgbClr val="E9EDEB"/>
          </a:solidFill>
          <a:ln w="12700">
            <a:solidFill>
              <a:srgbClr val="E9EDEB"/>
            </a:solidFill>
            <a:prstDash val="solid"/>
          </a:ln>
        </p:spPr>
      </p:sp>
      <p:sp>
        <p:nvSpPr>
          <p:cNvPr id="1378" name="Shape 1376"/>
          <p:cNvSpPr/>
          <p:nvPr/>
        </p:nvSpPr>
        <p:spPr>
          <a:xfrm>
            <a:off x="7118032" y="5617464"/>
            <a:ext cx="142761" cy="97231"/>
          </a:xfrm>
          <a:prstGeom prst="rect">
            <a:avLst/>
          </a:prstGeom>
          <a:solidFill>
            <a:srgbClr val="E9EDEB"/>
          </a:solidFill>
          <a:ln w="12700">
            <a:solidFill>
              <a:srgbClr val="E9EDEB"/>
            </a:solidFill>
            <a:prstDash val="solid"/>
          </a:ln>
        </p:spPr>
      </p:sp>
      <p:sp>
        <p:nvSpPr>
          <p:cNvPr id="1379" name="Shape 1377"/>
          <p:cNvSpPr/>
          <p:nvPr/>
        </p:nvSpPr>
        <p:spPr>
          <a:xfrm>
            <a:off x="7280910" y="5617464"/>
            <a:ext cx="142761" cy="97231"/>
          </a:xfrm>
          <a:prstGeom prst="rect">
            <a:avLst/>
          </a:prstGeom>
          <a:solidFill>
            <a:srgbClr val="E9EDEB"/>
          </a:solidFill>
          <a:ln w="12700">
            <a:solidFill>
              <a:srgbClr val="E9EDEB"/>
            </a:solidFill>
            <a:prstDash val="solid"/>
          </a:ln>
        </p:spPr>
      </p:sp>
      <p:sp>
        <p:nvSpPr>
          <p:cNvPr id="1380" name="Shape 1378"/>
          <p:cNvSpPr/>
          <p:nvPr/>
        </p:nvSpPr>
        <p:spPr>
          <a:xfrm>
            <a:off x="7443788" y="5617464"/>
            <a:ext cx="142761" cy="97231"/>
          </a:xfrm>
          <a:prstGeom prst="rect">
            <a:avLst/>
          </a:prstGeom>
          <a:solidFill>
            <a:srgbClr val="E9EDEB"/>
          </a:solidFill>
          <a:ln w="12700">
            <a:solidFill>
              <a:srgbClr val="E9EDEB"/>
            </a:solidFill>
            <a:prstDash val="solid"/>
          </a:ln>
        </p:spPr>
      </p:sp>
      <p:sp>
        <p:nvSpPr>
          <p:cNvPr id="1381" name="Shape 1379"/>
          <p:cNvSpPr/>
          <p:nvPr/>
        </p:nvSpPr>
        <p:spPr>
          <a:xfrm>
            <a:off x="7606665" y="5617464"/>
            <a:ext cx="142761" cy="97231"/>
          </a:xfrm>
          <a:prstGeom prst="rect">
            <a:avLst/>
          </a:prstGeom>
          <a:solidFill>
            <a:srgbClr val="E9EDEB"/>
          </a:solidFill>
          <a:ln w="12700">
            <a:solidFill>
              <a:srgbClr val="E9EDEB"/>
            </a:solidFill>
            <a:prstDash val="solid"/>
          </a:ln>
        </p:spPr>
      </p:sp>
      <p:sp>
        <p:nvSpPr>
          <p:cNvPr id="1382" name="Shape 1380"/>
          <p:cNvSpPr/>
          <p:nvPr/>
        </p:nvSpPr>
        <p:spPr>
          <a:xfrm>
            <a:off x="7769542" y="5617464"/>
            <a:ext cx="142761" cy="97231"/>
          </a:xfrm>
          <a:prstGeom prst="rect">
            <a:avLst/>
          </a:prstGeom>
          <a:solidFill>
            <a:srgbClr val="E9EDEB"/>
          </a:solidFill>
          <a:ln w="12700">
            <a:solidFill>
              <a:srgbClr val="E9EDEB"/>
            </a:solidFill>
            <a:prstDash val="solid"/>
          </a:ln>
        </p:spPr>
      </p:sp>
      <p:sp>
        <p:nvSpPr>
          <p:cNvPr id="1383" name="Shape 1381"/>
          <p:cNvSpPr/>
          <p:nvPr/>
        </p:nvSpPr>
        <p:spPr>
          <a:xfrm>
            <a:off x="7932420" y="5617464"/>
            <a:ext cx="142761" cy="97231"/>
          </a:xfrm>
          <a:prstGeom prst="rect">
            <a:avLst/>
          </a:prstGeom>
          <a:solidFill>
            <a:srgbClr val="E9EDEB"/>
          </a:solidFill>
          <a:ln w="12700">
            <a:solidFill>
              <a:srgbClr val="E9EDEB"/>
            </a:solidFill>
            <a:prstDash val="solid"/>
          </a:ln>
        </p:spPr>
      </p:sp>
      <p:sp>
        <p:nvSpPr>
          <p:cNvPr id="1384" name="Shape 1382"/>
          <p:cNvSpPr/>
          <p:nvPr/>
        </p:nvSpPr>
        <p:spPr>
          <a:xfrm>
            <a:off x="8095297" y="5617464"/>
            <a:ext cx="142761" cy="97231"/>
          </a:xfrm>
          <a:prstGeom prst="rect">
            <a:avLst/>
          </a:prstGeom>
          <a:solidFill>
            <a:srgbClr val="E9EDEB"/>
          </a:solidFill>
          <a:ln w="12700">
            <a:solidFill>
              <a:srgbClr val="E9EDEB"/>
            </a:solidFill>
            <a:prstDash val="solid"/>
          </a:ln>
        </p:spPr>
      </p:sp>
      <p:sp>
        <p:nvSpPr>
          <p:cNvPr id="1385" name="Shape 1383"/>
          <p:cNvSpPr/>
          <p:nvPr/>
        </p:nvSpPr>
        <p:spPr>
          <a:xfrm>
            <a:off x="8258175" y="5617464"/>
            <a:ext cx="142761" cy="97231"/>
          </a:xfrm>
          <a:prstGeom prst="rect">
            <a:avLst/>
          </a:prstGeom>
          <a:solidFill>
            <a:srgbClr val="E9EDEB"/>
          </a:solidFill>
          <a:ln w="12700">
            <a:solidFill>
              <a:srgbClr val="E9EDEB"/>
            </a:solidFill>
            <a:prstDash val="solid"/>
          </a:ln>
        </p:spPr>
      </p:sp>
      <p:sp>
        <p:nvSpPr>
          <p:cNvPr id="1386" name="Shape 1384"/>
          <p:cNvSpPr/>
          <p:nvPr/>
        </p:nvSpPr>
        <p:spPr>
          <a:xfrm>
            <a:off x="8421053" y="5617464"/>
            <a:ext cx="142761" cy="97231"/>
          </a:xfrm>
          <a:prstGeom prst="rect">
            <a:avLst/>
          </a:prstGeom>
          <a:solidFill>
            <a:srgbClr val="E9EDEB"/>
          </a:solidFill>
          <a:ln w="12700">
            <a:solidFill>
              <a:srgbClr val="E9EDEB"/>
            </a:solidFill>
            <a:prstDash val="solid"/>
          </a:ln>
        </p:spPr>
      </p:sp>
      <p:sp>
        <p:nvSpPr>
          <p:cNvPr id="1387" name="Shape 1385"/>
          <p:cNvSpPr/>
          <p:nvPr/>
        </p:nvSpPr>
        <p:spPr>
          <a:xfrm>
            <a:off x="8583930" y="5617464"/>
            <a:ext cx="142761" cy="97231"/>
          </a:xfrm>
          <a:prstGeom prst="rect">
            <a:avLst/>
          </a:prstGeom>
          <a:solidFill>
            <a:srgbClr val="E9EDEB"/>
          </a:solidFill>
          <a:ln w="12700">
            <a:solidFill>
              <a:srgbClr val="E9EDEB"/>
            </a:solidFill>
            <a:prstDash val="solid"/>
          </a:ln>
        </p:spPr>
      </p:sp>
      <p:sp>
        <p:nvSpPr>
          <p:cNvPr id="1388" name="Shape 1386"/>
          <p:cNvSpPr/>
          <p:nvPr/>
        </p:nvSpPr>
        <p:spPr>
          <a:xfrm>
            <a:off x="8746807" y="5617464"/>
            <a:ext cx="142761" cy="97231"/>
          </a:xfrm>
          <a:prstGeom prst="rect">
            <a:avLst/>
          </a:prstGeom>
          <a:solidFill>
            <a:srgbClr val="E9EDEB"/>
          </a:solidFill>
          <a:ln w="12700">
            <a:solidFill>
              <a:srgbClr val="E9EDEB"/>
            </a:solidFill>
            <a:prstDash val="solid"/>
          </a:ln>
        </p:spPr>
      </p:sp>
      <p:sp>
        <p:nvSpPr>
          <p:cNvPr id="1389" name="Shape 1387"/>
          <p:cNvSpPr/>
          <p:nvPr/>
        </p:nvSpPr>
        <p:spPr>
          <a:xfrm>
            <a:off x="8909685" y="5617464"/>
            <a:ext cx="142761" cy="97231"/>
          </a:xfrm>
          <a:prstGeom prst="rect">
            <a:avLst/>
          </a:prstGeom>
          <a:solidFill>
            <a:srgbClr val="E9EDEB"/>
          </a:solidFill>
          <a:ln w="12700">
            <a:solidFill>
              <a:srgbClr val="E9EDEB"/>
            </a:solidFill>
            <a:prstDash val="solid"/>
          </a:ln>
        </p:spPr>
      </p:sp>
      <p:sp>
        <p:nvSpPr>
          <p:cNvPr id="1390" name="Shape 1388"/>
          <p:cNvSpPr/>
          <p:nvPr/>
        </p:nvSpPr>
        <p:spPr>
          <a:xfrm>
            <a:off x="9072563" y="5617464"/>
            <a:ext cx="142761" cy="97231"/>
          </a:xfrm>
          <a:prstGeom prst="rect">
            <a:avLst/>
          </a:prstGeom>
          <a:solidFill>
            <a:srgbClr val="E9EDEB"/>
          </a:solidFill>
          <a:ln w="12700">
            <a:solidFill>
              <a:srgbClr val="E9EDEB"/>
            </a:solidFill>
            <a:prstDash val="solid"/>
          </a:ln>
        </p:spPr>
      </p:sp>
      <p:sp>
        <p:nvSpPr>
          <p:cNvPr id="1391" name="Shape 1389"/>
          <p:cNvSpPr/>
          <p:nvPr/>
        </p:nvSpPr>
        <p:spPr>
          <a:xfrm>
            <a:off x="1417320" y="5734812"/>
            <a:ext cx="142761" cy="97231"/>
          </a:xfrm>
          <a:prstGeom prst="rect">
            <a:avLst/>
          </a:prstGeom>
          <a:solidFill>
            <a:srgbClr val="E9EDEB"/>
          </a:solidFill>
          <a:ln w="12700">
            <a:solidFill>
              <a:srgbClr val="E9EDEB"/>
            </a:solidFill>
            <a:prstDash val="solid"/>
          </a:ln>
        </p:spPr>
      </p:sp>
      <p:sp>
        <p:nvSpPr>
          <p:cNvPr id="1392" name="Shape 1390"/>
          <p:cNvSpPr/>
          <p:nvPr/>
        </p:nvSpPr>
        <p:spPr>
          <a:xfrm>
            <a:off x="1580198" y="5734812"/>
            <a:ext cx="142761" cy="97231"/>
          </a:xfrm>
          <a:prstGeom prst="rect">
            <a:avLst/>
          </a:prstGeom>
          <a:solidFill>
            <a:srgbClr val="E9EDEB"/>
          </a:solidFill>
          <a:ln w="12700">
            <a:solidFill>
              <a:srgbClr val="E9EDEB"/>
            </a:solidFill>
            <a:prstDash val="solid"/>
          </a:ln>
        </p:spPr>
      </p:sp>
      <p:sp>
        <p:nvSpPr>
          <p:cNvPr id="1393" name="Shape 1391"/>
          <p:cNvSpPr/>
          <p:nvPr/>
        </p:nvSpPr>
        <p:spPr>
          <a:xfrm>
            <a:off x="1743075" y="5734812"/>
            <a:ext cx="142761" cy="97231"/>
          </a:xfrm>
          <a:prstGeom prst="rect">
            <a:avLst/>
          </a:prstGeom>
          <a:solidFill>
            <a:srgbClr val="E9EDEB"/>
          </a:solidFill>
          <a:ln w="12700">
            <a:solidFill>
              <a:srgbClr val="E9EDEB"/>
            </a:solidFill>
            <a:prstDash val="solid"/>
          </a:ln>
        </p:spPr>
      </p:sp>
      <p:sp>
        <p:nvSpPr>
          <p:cNvPr id="1394" name="Shape 1392"/>
          <p:cNvSpPr/>
          <p:nvPr/>
        </p:nvSpPr>
        <p:spPr>
          <a:xfrm>
            <a:off x="1905953" y="5734812"/>
            <a:ext cx="142761" cy="97231"/>
          </a:xfrm>
          <a:prstGeom prst="rect">
            <a:avLst/>
          </a:prstGeom>
          <a:solidFill>
            <a:srgbClr val="E9EDEB"/>
          </a:solidFill>
          <a:ln w="12700">
            <a:solidFill>
              <a:srgbClr val="E9EDEB"/>
            </a:solidFill>
            <a:prstDash val="solid"/>
          </a:ln>
        </p:spPr>
      </p:sp>
      <p:sp>
        <p:nvSpPr>
          <p:cNvPr id="1395" name="Shape 1393"/>
          <p:cNvSpPr/>
          <p:nvPr/>
        </p:nvSpPr>
        <p:spPr>
          <a:xfrm>
            <a:off x="2068830" y="5734812"/>
            <a:ext cx="142761" cy="97231"/>
          </a:xfrm>
          <a:prstGeom prst="rect">
            <a:avLst/>
          </a:prstGeom>
          <a:solidFill>
            <a:srgbClr val="E9EDEB"/>
          </a:solidFill>
          <a:ln w="12700">
            <a:solidFill>
              <a:srgbClr val="E9EDEB"/>
            </a:solidFill>
            <a:prstDash val="solid"/>
          </a:ln>
        </p:spPr>
      </p:sp>
      <p:sp>
        <p:nvSpPr>
          <p:cNvPr id="1396" name="Shape 1394"/>
          <p:cNvSpPr/>
          <p:nvPr/>
        </p:nvSpPr>
        <p:spPr>
          <a:xfrm>
            <a:off x="2231708" y="5734812"/>
            <a:ext cx="142761" cy="97231"/>
          </a:xfrm>
          <a:prstGeom prst="rect">
            <a:avLst/>
          </a:prstGeom>
          <a:solidFill>
            <a:srgbClr val="E9EDEB"/>
          </a:solidFill>
          <a:ln w="12700">
            <a:solidFill>
              <a:srgbClr val="E9EDEB"/>
            </a:solidFill>
            <a:prstDash val="solid"/>
          </a:ln>
        </p:spPr>
      </p:sp>
      <p:sp>
        <p:nvSpPr>
          <p:cNvPr id="1397" name="Shape 1395"/>
          <p:cNvSpPr/>
          <p:nvPr/>
        </p:nvSpPr>
        <p:spPr>
          <a:xfrm>
            <a:off x="2394585" y="5734812"/>
            <a:ext cx="142761" cy="97231"/>
          </a:xfrm>
          <a:prstGeom prst="rect">
            <a:avLst/>
          </a:prstGeom>
          <a:solidFill>
            <a:srgbClr val="E9EDEB"/>
          </a:solidFill>
          <a:ln w="12700">
            <a:solidFill>
              <a:srgbClr val="E9EDEB"/>
            </a:solidFill>
            <a:prstDash val="solid"/>
          </a:ln>
        </p:spPr>
      </p:sp>
      <p:sp>
        <p:nvSpPr>
          <p:cNvPr id="1398" name="Shape 1396"/>
          <p:cNvSpPr/>
          <p:nvPr/>
        </p:nvSpPr>
        <p:spPr>
          <a:xfrm>
            <a:off x="2557463" y="5734812"/>
            <a:ext cx="142761" cy="97231"/>
          </a:xfrm>
          <a:prstGeom prst="rect">
            <a:avLst/>
          </a:prstGeom>
          <a:solidFill>
            <a:srgbClr val="E9EDEB"/>
          </a:solidFill>
          <a:ln w="12700">
            <a:solidFill>
              <a:srgbClr val="E9EDEB"/>
            </a:solidFill>
            <a:prstDash val="solid"/>
          </a:ln>
        </p:spPr>
      </p:sp>
      <p:sp>
        <p:nvSpPr>
          <p:cNvPr id="1399" name="Shape 1397"/>
          <p:cNvSpPr/>
          <p:nvPr/>
        </p:nvSpPr>
        <p:spPr>
          <a:xfrm>
            <a:off x="2720340" y="5734812"/>
            <a:ext cx="142761" cy="97231"/>
          </a:xfrm>
          <a:prstGeom prst="rect">
            <a:avLst/>
          </a:prstGeom>
          <a:solidFill>
            <a:srgbClr val="E9EDEB"/>
          </a:solidFill>
          <a:ln w="12700">
            <a:solidFill>
              <a:srgbClr val="E9EDEB"/>
            </a:solidFill>
            <a:prstDash val="solid"/>
          </a:ln>
        </p:spPr>
      </p:sp>
      <p:sp>
        <p:nvSpPr>
          <p:cNvPr id="1400" name="Shape 1398"/>
          <p:cNvSpPr/>
          <p:nvPr/>
        </p:nvSpPr>
        <p:spPr>
          <a:xfrm>
            <a:off x="2883218" y="5734812"/>
            <a:ext cx="142761" cy="97231"/>
          </a:xfrm>
          <a:prstGeom prst="rect">
            <a:avLst/>
          </a:prstGeom>
          <a:solidFill>
            <a:srgbClr val="E9EDEB"/>
          </a:solidFill>
          <a:ln w="12700">
            <a:solidFill>
              <a:srgbClr val="E9EDEB"/>
            </a:solidFill>
            <a:prstDash val="solid"/>
          </a:ln>
        </p:spPr>
      </p:sp>
      <p:sp>
        <p:nvSpPr>
          <p:cNvPr id="1401" name="Shape 1399"/>
          <p:cNvSpPr/>
          <p:nvPr/>
        </p:nvSpPr>
        <p:spPr>
          <a:xfrm>
            <a:off x="3046095" y="5734812"/>
            <a:ext cx="142761" cy="97231"/>
          </a:xfrm>
          <a:prstGeom prst="rect">
            <a:avLst/>
          </a:prstGeom>
          <a:solidFill>
            <a:srgbClr val="E9EDEB"/>
          </a:solidFill>
          <a:ln w="12700">
            <a:solidFill>
              <a:srgbClr val="E9EDEB"/>
            </a:solidFill>
            <a:prstDash val="solid"/>
          </a:ln>
        </p:spPr>
      </p:sp>
      <p:sp>
        <p:nvSpPr>
          <p:cNvPr id="1402" name="Shape 1400"/>
          <p:cNvSpPr/>
          <p:nvPr/>
        </p:nvSpPr>
        <p:spPr>
          <a:xfrm>
            <a:off x="3208972" y="5734812"/>
            <a:ext cx="142761" cy="97231"/>
          </a:xfrm>
          <a:prstGeom prst="rect">
            <a:avLst/>
          </a:prstGeom>
          <a:solidFill>
            <a:srgbClr val="E9EDEB"/>
          </a:solidFill>
          <a:ln w="12700">
            <a:solidFill>
              <a:srgbClr val="E9EDEB"/>
            </a:solidFill>
            <a:prstDash val="solid"/>
          </a:ln>
        </p:spPr>
      </p:sp>
      <p:sp>
        <p:nvSpPr>
          <p:cNvPr id="1403" name="Shape 1401"/>
          <p:cNvSpPr/>
          <p:nvPr/>
        </p:nvSpPr>
        <p:spPr>
          <a:xfrm>
            <a:off x="3371850" y="5734812"/>
            <a:ext cx="142761" cy="97231"/>
          </a:xfrm>
          <a:prstGeom prst="rect">
            <a:avLst/>
          </a:prstGeom>
          <a:solidFill>
            <a:srgbClr val="E9EDEB"/>
          </a:solidFill>
          <a:ln w="12700">
            <a:solidFill>
              <a:srgbClr val="E9EDEB"/>
            </a:solidFill>
            <a:prstDash val="solid"/>
          </a:ln>
        </p:spPr>
      </p:sp>
      <p:sp>
        <p:nvSpPr>
          <p:cNvPr id="1404" name="Shape 1402"/>
          <p:cNvSpPr/>
          <p:nvPr/>
        </p:nvSpPr>
        <p:spPr>
          <a:xfrm>
            <a:off x="3534727" y="5734812"/>
            <a:ext cx="142761" cy="97231"/>
          </a:xfrm>
          <a:prstGeom prst="rect">
            <a:avLst/>
          </a:prstGeom>
          <a:solidFill>
            <a:srgbClr val="E9EDEB"/>
          </a:solidFill>
          <a:ln w="12700">
            <a:solidFill>
              <a:srgbClr val="E9EDEB"/>
            </a:solidFill>
            <a:prstDash val="solid"/>
          </a:ln>
        </p:spPr>
      </p:sp>
      <p:sp>
        <p:nvSpPr>
          <p:cNvPr id="1405" name="Shape 1403"/>
          <p:cNvSpPr/>
          <p:nvPr/>
        </p:nvSpPr>
        <p:spPr>
          <a:xfrm>
            <a:off x="3697605" y="5734812"/>
            <a:ext cx="142761" cy="97231"/>
          </a:xfrm>
          <a:prstGeom prst="rect">
            <a:avLst/>
          </a:prstGeom>
          <a:solidFill>
            <a:srgbClr val="E9EDEB"/>
          </a:solidFill>
          <a:ln w="12700">
            <a:solidFill>
              <a:srgbClr val="E9EDEB"/>
            </a:solidFill>
            <a:prstDash val="solid"/>
          </a:ln>
        </p:spPr>
      </p:sp>
      <p:sp>
        <p:nvSpPr>
          <p:cNvPr id="1406" name="Shape 1404"/>
          <p:cNvSpPr/>
          <p:nvPr/>
        </p:nvSpPr>
        <p:spPr>
          <a:xfrm>
            <a:off x="3860483" y="5734812"/>
            <a:ext cx="142761" cy="97231"/>
          </a:xfrm>
          <a:prstGeom prst="rect">
            <a:avLst/>
          </a:prstGeom>
          <a:solidFill>
            <a:srgbClr val="E9EDEB"/>
          </a:solidFill>
          <a:ln w="12700">
            <a:solidFill>
              <a:srgbClr val="E9EDEB"/>
            </a:solidFill>
            <a:prstDash val="solid"/>
          </a:ln>
        </p:spPr>
      </p:sp>
      <p:sp>
        <p:nvSpPr>
          <p:cNvPr id="1407" name="Shape 1405"/>
          <p:cNvSpPr/>
          <p:nvPr/>
        </p:nvSpPr>
        <p:spPr>
          <a:xfrm>
            <a:off x="4023360" y="5734812"/>
            <a:ext cx="142761" cy="97231"/>
          </a:xfrm>
          <a:prstGeom prst="rect">
            <a:avLst/>
          </a:prstGeom>
          <a:solidFill>
            <a:srgbClr val="E9EDEB"/>
          </a:solidFill>
          <a:ln w="12700">
            <a:solidFill>
              <a:srgbClr val="E9EDEB"/>
            </a:solidFill>
            <a:prstDash val="solid"/>
          </a:ln>
        </p:spPr>
      </p:sp>
      <p:sp>
        <p:nvSpPr>
          <p:cNvPr id="1408" name="Shape 1406"/>
          <p:cNvSpPr/>
          <p:nvPr/>
        </p:nvSpPr>
        <p:spPr>
          <a:xfrm>
            <a:off x="4186238" y="5734812"/>
            <a:ext cx="142761" cy="97231"/>
          </a:xfrm>
          <a:prstGeom prst="rect">
            <a:avLst/>
          </a:prstGeom>
          <a:solidFill>
            <a:srgbClr val="E9EDEB"/>
          </a:solidFill>
          <a:ln w="12700">
            <a:solidFill>
              <a:srgbClr val="E9EDEB"/>
            </a:solidFill>
            <a:prstDash val="solid"/>
          </a:ln>
        </p:spPr>
      </p:sp>
      <p:sp>
        <p:nvSpPr>
          <p:cNvPr id="1409" name="Shape 1407"/>
          <p:cNvSpPr/>
          <p:nvPr/>
        </p:nvSpPr>
        <p:spPr>
          <a:xfrm>
            <a:off x="4349115" y="5734812"/>
            <a:ext cx="142761" cy="97231"/>
          </a:xfrm>
          <a:prstGeom prst="rect">
            <a:avLst/>
          </a:prstGeom>
          <a:solidFill>
            <a:srgbClr val="E9EDEB"/>
          </a:solidFill>
          <a:ln w="12700">
            <a:solidFill>
              <a:srgbClr val="E9EDEB"/>
            </a:solidFill>
            <a:prstDash val="solid"/>
          </a:ln>
        </p:spPr>
      </p:sp>
      <p:sp>
        <p:nvSpPr>
          <p:cNvPr id="1410" name="Shape 1408"/>
          <p:cNvSpPr/>
          <p:nvPr/>
        </p:nvSpPr>
        <p:spPr>
          <a:xfrm>
            <a:off x="4511992" y="5734812"/>
            <a:ext cx="142761" cy="97231"/>
          </a:xfrm>
          <a:prstGeom prst="rect">
            <a:avLst/>
          </a:prstGeom>
          <a:solidFill>
            <a:srgbClr val="E9EDEB"/>
          </a:solidFill>
          <a:ln w="12700">
            <a:solidFill>
              <a:srgbClr val="E9EDEB"/>
            </a:solidFill>
            <a:prstDash val="solid"/>
          </a:ln>
        </p:spPr>
      </p:sp>
      <p:sp>
        <p:nvSpPr>
          <p:cNvPr id="1411" name="Shape 1409"/>
          <p:cNvSpPr/>
          <p:nvPr/>
        </p:nvSpPr>
        <p:spPr>
          <a:xfrm>
            <a:off x="4674870" y="5734812"/>
            <a:ext cx="142761" cy="97231"/>
          </a:xfrm>
          <a:prstGeom prst="rect">
            <a:avLst/>
          </a:prstGeom>
          <a:solidFill>
            <a:srgbClr val="E9EDEB"/>
          </a:solidFill>
          <a:ln w="12700">
            <a:solidFill>
              <a:srgbClr val="E9EDEB"/>
            </a:solidFill>
            <a:prstDash val="solid"/>
          </a:ln>
        </p:spPr>
      </p:sp>
      <p:sp>
        <p:nvSpPr>
          <p:cNvPr id="1412" name="Shape 1410"/>
          <p:cNvSpPr/>
          <p:nvPr/>
        </p:nvSpPr>
        <p:spPr>
          <a:xfrm>
            <a:off x="4837747" y="5734812"/>
            <a:ext cx="142761" cy="97231"/>
          </a:xfrm>
          <a:prstGeom prst="rect">
            <a:avLst/>
          </a:prstGeom>
          <a:solidFill>
            <a:srgbClr val="E9EDEB"/>
          </a:solidFill>
          <a:ln w="12700">
            <a:solidFill>
              <a:srgbClr val="E9EDEB"/>
            </a:solidFill>
            <a:prstDash val="solid"/>
          </a:ln>
        </p:spPr>
      </p:sp>
      <p:sp>
        <p:nvSpPr>
          <p:cNvPr id="1413" name="Shape 1411"/>
          <p:cNvSpPr/>
          <p:nvPr/>
        </p:nvSpPr>
        <p:spPr>
          <a:xfrm>
            <a:off x="5000625" y="5734812"/>
            <a:ext cx="142761" cy="97231"/>
          </a:xfrm>
          <a:prstGeom prst="rect">
            <a:avLst/>
          </a:prstGeom>
          <a:solidFill>
            <a:srgbClr val="E9EDEB"/>
          </a:solidFill>
          <a:ln w="12700">
            <a:solidFill>
              <a:srgbClr val="E9EDEB"/>
            </a:solidFill>
            <a:prstDash val="solid"/>
          </a:ln>
        </p:spPr>
      </p:sp>
      <p:sp>
        <p:nvSpPr>
          <p:cNvPr id="1414" name="Shape 1412"/>
          <p:cNvSpPr/>
          <p:nvPr/>
        </p:nvSpPr>
        <p:spPr>
          <a:xfrm>
            <a:off x="5163503" y="5734812"/>
            <a:ext cx="142761" cy="97231"/>
          </a:xfrm>
          <a:prstGeom prst="rect">
            <a:avLst/>
          </a:prstGeom>
          <a:solidFill>
            <a:srgbClr val="E9EDEB"/>
          </a:solidFill>
          <a:ln w="12700">
            <a:solidFill>
              <a:srgbClr val="E9EDEB"/>
            </a:solidFill>
            <a:prstDash val="solid"/>
          </a:ln>
        </p:spPr>
      </p:sp>
      <p:sp>
        <p:nvSpPr>
          <p:cNvPr id="1415" name="Shape 1413"/>
          <p:cNvSpPr/>
          <p:nvPr/>
        </p:nvSpPr>
        <p:spPr>
          <a:xfrm>
            <a:off x="5326380" y="5734812"/>
            <a:ext cx="142761" cy="97231"/>
          </a:xfrm>
          <a:prstGeom prst="rect">
            <a:avLst/>
          </a:prstGeom>
          <a:solidFill>
            <a:srgbClr val="E9EDEB"/>
          </a:solidFill>
          <a:ln w="12700">
            <a:solidFill>
              <a:srgbClr val="E9EDEB"/>
            </a:solidFill>
            <a:prstDash val="solid"/>
          </a:ln>
        </p:spPr>
      </p:sp>
      <p:sp>
        <p:nvSpPr>
          <p:cNvPr id="1416" name="Shape 1414"/>
          <p:cNvSpPr/>
          <p:nvPr/>
        </p:nvSpPr>
        <p:spPr>
          <a:xfrm>
            <a:off x="5489257" y="5734812"/>
            <a:ext cx="142761" cy="97231"/>
          </a:xfrm>
          <a:prstGeom prst="rect">
            <a:avLst/>
          </a:prstGeom>
          <a:solidFill>
            <a:srgbClr val="E9EDEB"/>
          </a:solidFill>
          <a:ln w="12700">
            <a:solidFill>
              <a:srgbClr val="E9EDEB"/>
            </a:solidFill>
            <a:prstDash val="solid"/>
          </a:ln>
        </p:spPr>
      </p:sp>
      <p:sp>
        <p:nvSpPr>
          <p:cNvPr id="1417" name="Shape 1415"/>
          <p:cNvSpPr/>
          <p:nvPr/>
        </p:nvSpPr>
        <p:spPr>
          <a:xfrm>
            <a:off x="5652135" y="5734812"/>
            <a:ext cx="142761" cy="97231"/>
          </a:xfrm>
          <a:prstGeom prst="rect">
            <a:avLst/>
          </a:prstGeom>
          <a:solidFill>
            <a:srgbClr val="E9EDEB"/>
          </a:solidFill>
          <a:ln w="12700">
            <a:solidFill>
              <a:srgbClr val="E9EDEB"/>
            </a:solidFill>
            <a:prstDash val="solid"/>
          </a:ln>
        </p:spPr>
      </p:sp>
      <p:sp>
        <p:nvSpPr>
          <p:cNvPr id="1418" name="Shape 1416"/>
          <p:cNvSpPr/>
          <p:nvPr/>
        </p:nvSpPr>
        <p:spPr>
          <a:xfrm>
            <a:off x="5815012" y="5734812"/>
            <a:ext cx="142761" cy="97231"/>
          </a:xfrm>
          <a:prstGeom prst="rect">
            <a:avLst/>
          </a:prstGeom>
          <a:solidFill>
            <a:srgbClr val="E9EDEB"/>
          </a:solidFill>
          <a:ln w="12700">
            <a:solidFill>
              <a:srgbClr val="E9EDEB"/>
            </a:solidFill>
            <a:prstDash val="solid"/>
          </a:ln>
        </p:spPr>
      </p:sp>
      <p:sp>
        <p:nvSpPr>
          <p:cNvPr id="1419" name="Shape 1417"/>
          <p:cNvSpPr/>
          <p:nvPr/>
        </p:nvSpPr>
        <p:spPr>
          <a:xfrm>
            <a:off x="5977890" y="5734812"/>
            <a:ext cx="142761" cy="97231"/>
          </a:xfrm>
          <a:prstGeom prst="rect">
            <a:avLst/>
          </a:prstGeom>
          <a:solidFill>
            <a:srgbClr val="E9EDEB"/>
          </a:solidFill>
          <a:ln w="12700">
            <a:solidFill>
              <a:srgbClr val="E9EDEB"/>
            </a:solidFill>
            <a:prstDash val="solid"/>
          </a:ln>
        </p:spPr>
      </p:sp>
      <p:sp>
        <p:nvSpPr>
          <p:cNvPr id="1420" name="Shape 1418"/>
          <p:cNvSpPr/>
          <p:nvPr/>
        </p:nvSpPr>
        <p:spPr>
          <a:xfrm>
            <a:off x="6140767" y="5734812"/>
            <a:ext cx="142761" cy="97231"/>
          </a:xfrm>
          <a:prstGeom prst="rect">
            <a:avLst/>
          </a:prstGeom>
          <a:solidFill>
            <a:srgbClr val="E9EDEB"/>
          </a:solidFill>
          <a:ln w="12700">
            <a:solidFill>
              <a:srgbClr val="E9EDEB"/>
            </a:solidFill>
            <a:prstDash val="solid"/>
          </a:ln>
        </p:spPr>
      </p:sp>
      <p:sp>
        <p:nvSpPr>
          <p:cNvPr id="1421" name="Shape 1419"/>
          <p:cNvSpPr/>
          <p:nvPr/>
        </p:nvSpPr>
        <p:spPr>
          <a:xfrm>
            <a:off x="6303645" y="5734812"/>
            <a:ext cx="142761" cy="97231"/>
          </a:xfrm>
          <a:prstGeom prst="rect">
            <a:avLst/>
          </a:prstGeom>
          <a:solidFill>
            <a:srgbClr val="E9EDEB"/>
          </a:solidFill>
          <a:ln w="12700">
            <a:solidFill>
              <a:srgbClr val="E9EDEB"/>
            </a:solidFill>
            <a:prstDash val="solid"/>
          </a:ln>
        </p:spPr>
      </p:sp>
      <p:sp>
        <p:nvSpPr>
          <p:cNvPr id="1422" name="Shape 1420"/>
          <p:cNvSpPr/>
          <p:nvPr/>
        </p:nvSpPr>
        <p:spPr>
          <a:xfrm>
            <a:off x="6466522" y="5734812"/>
            <a:ext cx="142761" cy="97231"/>
          </a:xfrm>
          <a:prstGeom prst="rect">
            <a:avLst/>
          </a:prstGeom>
          <a:solidFill>
            <a:srgbClr val="E9EDEB"/>
          </a:solidFill>
          <a:ln w="12700">
            <a:solidFill>
              <a:srgbClr val="E9EDEB"/>
            </a:solidFill>
            <a:prstDash val="solid"/>
          </a:ln>
        </p:spPr>
      </p:sp>
      <p:sp>
        <p:nvSpPr>
          <p:cNvPr id="1423" name="Shape 1421"/>
          <p:cNvSpPr/>
          <p:nvPr/>
        </p:nvSpPr>
        <p:spPr>
          <a:xfrm>
            <a:off x="6629400" y="5734812"/>
            <a:ext cx="142761" cy="97231"/>
          </a:xfrm>
          <a:prstGeom prst="rect">
            <a:avLst/>
          </a:prstGeom>
          <a:solidFill>
            <a:srgbClr val="E9EDEB"/>
          </a:solidFill>
          <a:ln w="12700">
            <a:solidFill>
              <a:srgbClr val="E9EDEB"/>
            </a:solidFill>
            <a:prstDash val="solid"/>
          </a:ln>
        </p:spPr>
      </p:sp>
      <p:sp>
        <p:nvSpPr>
          <p:cNvPr id="1424" name="Shape 1422"/>
          <p:cNvSpPr/>
          <p:nvPr/>
        </p:nvSpPr>
        <p:spPr>
          <a:xfrm>
            <a:off x="6792277" y="5734812"/>
            <a:ext cx="142761" cy="97231"/>
          </a:xfrm>
          <a:prstGeom prst="rect">
            <a:avLst/>
          </a:prstGeom>
          <a:solidFill>
            <a:srgbClr val="E9EDEB"/>
          </a:solidFill>
          <a:ln w="12700">
            <a:solidFill>
              <a:srgbClr val="E9EDEB"/>
            </a:solidFill>
            <a:prstDash val="solid"/>
          </a:ln>
        </p:spPr>
      </p:sp>
      <p:sp>
        <p:nvSpPr>
          <p:cNvPr id="1425" name="Shape 1423"/>
          <p:cNvSpPr/>
          <p:nvPr/>
        </p:nvSpPr>
        <p:spPr>
          <a:xfrm>
            <a:off x="6955155" y="5734812"/>
            <a:ext cx="142761" cy="97231"/>
          </a:xfrm>
          <a:prstGeom prst="rect">
            <a:avLst/>
          </a:prstGeom>
          <a:solidFill>
            <a:srgbClr val="E9EDEB"/>
          </a:solidFill>
          <a:ln w="12700">
            <a:solidFill>
              <a:srgbClr val="E9EDEB"/>
            </a:solidFill>
            <a:prstDash val="solid"/>
          </a:ln>
        </p:spPr>
      </p:sp>
      <p:sp>
        <p:nvSpPr>
          <p:cNvPr id="1426" name="Shape 1424"/>
          <p:cNvSpPr/>
          <p:nvPr/>
        </p:nvSpPr>
        <p:spPr>
          <a:xfrm>
            <a:off x="7118032" y="5734812"/>
            <a:ext cx="142761" cy="97231"/>
          </a:xfrm>
          <a:prstGeom prst="rect">
            <a:avLst/>
          </a:prstGeom>
          <a:solidFill>
            <a:srgbClr val="E9EDEB"/>
          </a:solidFill>
          <a:ln w="12700">
            <a:solidFill>
              <a:srgbClr val="E9EDEB"/>
            </a:solidFill>
            <a:prstDash val="solid"/>
          </a:ln>
        </p:spPr>
      </p:sp>
      <p:sp>
        <p:nvSpPr>
          <p:cNvPr id="1427" name="Shape 1425"/>
          <p:cNvSpPr/>
          <p:nvPr/>
        </p:nvSpPr>
        <p:spPr>
          <a:xfrm>
            <a:off x="7280910" y="5734812"/>
            <a:ext cx="142761" cy="97231"/>
          </a:xfrm>
          <a:prstGeom prst="rect">
            <a:avLst/>
          </a:prstGeom>
          <a:solidFill>
            <a:srgbClr val="E9EDEB"/>
          </a:solidFill>
          <a:ln w="12700">
            <a:solidFill>
              <a:srgbClr val="E9EDEB"/>
            </a:solidFill>
            <a:prstDash val="solid"/>
          </a:ln>
        </p:spPr>
      </p:sp>
      <p:sp>
        <p:nvSpPr>
          <p:cNvPr id="1428" name="Shape 1426"/>
          <p:cNvSpPr/>
          <p:nvPr/>
        </p:nvSpPr>
        <p:spPr>
          <a:xfrm>
            <a:off x="7443788" y="5734812"/>
            <a:ext cx="142761" cy="97231"/>
          </a:xfrm>
          <a:prstGeom prst="rect">
            <a:avLst/>
          </a:prstGeom>
          <a:solidFill>
            <a:srgbClr val="E9EDEB"/>
          </a:solidFill>
          <a:ln w="12700">
            <a:solidFill>
              <a:srgbClr val="E9EDEB"/>
            </a:solidFill>
            <a:prstDash val="solid"/>
          </a:ln>
        </p:spPr>
      </p:sp>
      <p:sp>
        <p:nvSpPr>
          <p:cNvPr id="1429" name="Shape 1427"/>
          <p:cNvSpPr/>
          <p:nvPr/>
        </p:nvSpPr>
        <p:spPr>
          <a:xfrm>
            <a:off x="7606665" y="5734812"/>
            <a:ext cx="142761" cy="97231"/>
          </a:xfrm>
          <a:prstGeom prst="rect">
            <a:avLst/>
          </a:prstGeom>
          <a:solidFill>
            <a:srgbClr val="E9EDEB"/>
          </a:solidFill>
          <a:ln w="12700">
            <a:solidFill>
              <a:srgbClr val="E9EDEB"/>
            </a:solidFill>
            <a:prstDash val="solid"/>
          </a:ln>
        </p:spPr>
      </p:sp>
      <p:sp>
        <p:nvSpPr>
          <p:cNvPr id="1430" name="Shape 1428"/>
          <p:cNvSpPr/>
          <p:nvPr/>
        </p:nvSpPr>
        <p:spPr>
          <a:xfrm>
            <a:off x="7769542" y="5734812"/>
            <a:ext cx="142761" cy="97231"/>
          </a:xfrm>
          <a:prstGeom prst="rect">
            <a:avLst/>
          </a:prstGeom>
          <a:solidFill>
            <a:srgbClr val="E9EDEB"/>
          </a:solidFill>
          <a:ln w="12700">
            <a:solidFill>
              <a:srgbClr val="E9EDEB"/>
            </a:solidFill>
            <a:prstDash val="solid"/>
          </a:ln>
        </p:spPr>
      </p:sp>
      <p:sp>
        <p:nvSpPr>
          <p:cNvPr id="1431" name="Shape 1429"/>
          <p:cNvSpPr/>
          <p:nvPr/>
        </p:nvSpPr>
        <p:spPr>
          <a:xfrm>
            <a:off x="7932420" y="5734812"/>
            <a:ext cx="142761" cy="97231"/>
          </a:xfrm>
          <a:prstGeom prst="rect">
            <a:avLst/>
          </a:prstGeom>
          <a:solidFill>
            <a:srgbClr val="E9EDEB"/>
          </a:solidFill>
          <a:ln w="12700">
            <a:solidFill>
              <a:srgbClr val="E9EDEB"/>
            </a:solidFill>
            <a:prstDash val="solid"/>
          </a:ln>
        </p:spPr>
      </p:sp>
      <p:sp>
        <p:nvSpPr>
          <p:cNvPr id="1432" name="Shape 1430"/>
          <p:cNvSpPr/>
          <p:nvPr/>
        </p:nvSpPr>
        <p:spPr>
          <a:xfrm>
            <a:off x="8095297" y="5734812"/>
            <a:ext cx="142761" cy="97231"/>
          </a:xfrm>
          <a:prstGeom prst="rect">
            <a:avLst/>
          </a:prstGeom>
          <a:solidFill>
            <a:srgbClr val="E9EDEB"/>
          </a:solidFill>
          <a:ln w="12700">
            <a:solidFill>
              <a:srgbClr val="E9EDEB"/>
            </a:solidFill>
            <a:prstDash val="solid"/>
          </a:ln>
        </p:spPr>
      </p:sp>
      <p:sp>
        <p:nvSpPr>
          <p:cNvPr id="1433" name="Shape 1431"/>
          <p:cNvSpPr/>
          <p:nvPr/>
        </p:nvSpPr>
        <p:spPr>
          <a:xfrm>
            <a:off x="8258175" y="5734812"/>
            <a:ext cx="142761" cy="97231"/>
          </a:xfrm>
          <a:prstGeom prst="rect">
            <a:avLst/>
          </a:prstGeom>
          <a:solidFill>
            <a:srgbClr val="E9EDEB"/>
          </a:solidFill>
          <a:ln w="12700">
            <a:solidFill>
              <a:srgbClr val="E9EDEB"/>
            </a:solidFill>
            <a:prstDash val="solid"/>
          </a:ln>
        </p:spPr>
      </p:sp>
      <p:sp>
        <p:nvSpPr>
          <p:cNvPr id="1434" name="Shape 1432"/>
          <p:cNvSpPr/>
          <p:nvPr/>
        </p:nvSpPr>
        <p:spPr>
          <a:xfrm>
            <a:off x="8421053" y="5734812"/>
            <a:ext cx="142761" cy="97231"/>
          </a:xfrm>
          <a:prstGeom prst="rect">
            <a:avLst/>
          </a:prstGeom>
          <a:solidFill>
            <a:srgbClr val="E9EDEB"/>
          </a:solidFill>
          <a:ln w="12700">
            <a:solidFill>
              <a:srgbClr val="E9EDEB"/>
            </a:solidFill>
            <a:prstDash val="solid"/>
          </a:ln>
        </p:spPr>
      </p:sp>
      <p:sp>
        <p:nvSpPr>
          <p:cNvPr id="1435" name="Shape 1433"/>
          <p:cNvSpPr/>
          <p:nvPr/>
        </p:nvSpPr>
        <p:spPr>
          <a:xfrm>
            <a:off x="8583930" y="5734812"/>
            <a:ext cx="142761" cy="97231"/>
          </a:xfrm>
          <a:prstGeom prst="rect">
            <a:avLst/>
          </a:prstGeom>
          <a:solidFill>
            <a:srgbClr val="E9EDEB"/>
          </a:solidFill>
          <a:ln w="12700">
            <a:solidFill>
              <a:srgbClr val="E9EDEB"/>
            </a:solidFill>
            <a:prstDash val="solid"/>
          </a:ln>
        </p:spPr>
      </p:sp>
      <p:sp>
        <p:nvSpPr>
          <p:cNvPr id="1436" name="Shape 1434"/>
          <p:cNvSpPr/>
          <p:nvPr/>
        </p:nvSpPr>
        <p:spPr>
          <a:xfrm>
            <a:off x="8746807" y="5734812"/>
            <a:ext cx="142761" cy="97231"/>
          </a:xfrm>
          <a:prstGeom prst="rect">
            <a:avLst/>
          </a:prstGeom>
          <a:solidFill>
            <a:srgbClr val="E9EDEB"/>
          </a:solidFill>
          <a:ln w="12700">
            <a:solidFill>
              <a:srgbClr val="E9EDEB"/>
            </a:solidFill>
            <a:prstDash val="solid"/>
          </a:ln>
        </p:spPr>
      </p:sp>
      <p:sp>
        <p:nvSpPr>
          <p:cNvPr id="1437" name="Shape 1435"/>
          <p:cNvSpPr/>
          <p:nvPr/>
        </p:nvSpPr>
        <p:spPr>
          <a:xfrm>
            <a:off x="8909685" y="5734812"/>
            <a:ext cx="142761" cy="97231"/>
          </a:xfrm>
          <a:prstGeom prst="rect">
            <a:avLst/>
          </a:prstGeom>
          <a:solidFill>
            <a:srgbClr val="E9EDEB"/>
          </a:solidFill>
          <a:ln w="12700">
            <a:solidFill>
              <a:srgbClr val="E9EDEB"/>
            </a:solidFill>
            <a:prstDash val="solid"/>
          </a:ln>
        </p:spPr>
      </p:sp>
      <p:sp>
        <p:nvSpPr>
          <p:cNvPr id="1438" name="Text 1436"/>
          <p:cNvSpPr txBox="1"/>
          <p:nvPr/>
        </p:nvSpPr>
        <p:spPr>
          <a:xfrm>
            <a:off x="1417320" y="2084832"/>
            <a:ext cx="731520" cy="182880"/>
          </a:xfrm>
          <a:prstGeom prst="rect">
            <a:avLst/>
          </a:prstGeom>
          <a:noFill/>
          <a:ln/>
        </p:spPr>
        <p:txBody>
          <a:bodyPr wrap="square" lIns="0" tIns="0" rIns="0" bIns="0" rtlCol="0" anchor="t"/>
          <a:lstStyle/>
          <a:p>
            <a:pPr indent="0" marL="0">
              <a:buNone/>
            </a:pPr>
            <a:r>
              <a:rPr lang="en-US" sz="1000" dirty="0">
                <a:solidFill>
                  <a:srgbClr val="8D9792"/>
                </a:solidFill>
                <a:latin typeface="Arial" pitchFamily="34" charset="0"/>
                <a:ea typeface="Arial" pitchFamily="34" charset="-122"/>
                <a:cs typeface="Arial" pitchFamily="34" charset="-120"/>
              </a:rPr>
              <a:t>00:00</a:t>
            </a:r>
            <a:endParaRPr lang="en-US" sz="1000" dirty="0"/>
          </a:p>
        </p:txBody>
      </p:sp>
      <p:sp>
        <p:nvSpPr>
          <p:cNvPr id="1439" name="Text 1437"/>
          <p:cNvSpPr txBox="1"/>
          <p:nvPr/>
        </p:nvSpPr>
        <p:spPr>
          <a:xfrm>
            <a:off x="3371850" y="2084832"/>
            <a:ext cx="731520" cy="182880"/>
          </a:xfrm>
          <a:prstGeom prst="rect">
            <a:avLst/>
          </a:prstGeom>
          <a:noFill/>
          <a:ln/>
        </p:spPr>
        <p:txBody>
          <a:bodyPr wrap="square" lIns="0" tIns="0" rIns="0" bIns="0" rtlCol="0" anchor="t"/>
          <a:lstStyle/>
          <a:p>
            <a:pPr indent="0" marL="0">
              <a:buNone/>
            </a:pPr>
            <a:r>
              <a:rPr lang="en-US" sz="1000" dirty="0">
                <a:solidFill>
                  <a:srgbClr val="8D9792"/>
                </a:solidFill>
                <a:latin typeface="Arial" pitchFamily="34" charset="0"/>
                <a:ea typeface="Arial" pitchFamily="34" charset="-122"/>
                <a:cs typeface="Arial" pitchFamily="34" charset="-120"/>
              </a:rPr>
              <a:t>06:00</a:t>
            </a:r>
            <a:endParaRPr lang="en-US" sz="1000" dirty="0"/>
          </a:p>
        </p:txBody>
      </p:sp>
      <p:sp>
        <p:nvSpPr>
          <p:cNvPr id="1440" name="Text 1438"/>
          <p:cNvSpPr txBox="1"/>
          <p:nvPr/>
        </p:nvSpPr>
        <p:spPr>
          <a:xfrm>
            <a:off x="5326380" y="2084832"/>
            <a:ext cx="731520" cy="182880"/>
          </a:xfrm>
          <a:prstGeom prst="rect">
            <a:avLst/>
          </a:prstGeom>
          <a:noFill/>
          <a:ln/>
        </p:spPr>
        <p:txBody>
          <a:bodyPr wrap="square" lIns="0" tIns="0" rIns="0" bIns="0" rtlCol="0" anchor="t"/>
          <a:lstStyle/>
          <a:p>
            <a:pPr indent="0" marL="0">
              <a:buNone/>
            </a:pPr>
            <a:r>
              <a:rPr lang="en-US" sz="1000" dirty="0">
                <a:solidFill>
                  <a:srgbClr val="8D9792"/>
                </a:solidFill>
                <a:latin typeface="Arial" pitchFamily="34" charset="0"/>
                <a:ea typeface="Arial" pitchFamily="34" charset="-122"/>
                <a:cs typeface="Arial" pitchFamily="34" charset="-120"/>
              </a:rPr>
              <a:t>12:00</a:t>
            </a:r>
            <a:endParaRPr lang="en-US" sz="1000" dirty="0"/>
          </a:p>
        </p:txBody>
      </p:sp>
      <p:sp>
        <p:nvSpPr>
          <p:cNvPr id="1441" name="Text 1439"/>
          <p:cNvSpPr txBox="1"/>
          <p:nvPr/>
        </p:nvSpPr>
        <p:spPr>
          <a:xfrm>
            <a:off x="7280910" y="2084832"/>
            <a:ext cx="731520" cy="182880"/>
          </a:xfrm>
          <a:prstGeom prst="rect">
            <a:avLst/>
          </a:prstGeom>
          <a:noFill/>
          <a:ln/>
        </p:spPr>
        <p:txBody>
          <a:bodyPr wrap="square" lIns="0" tIns="0" rIns="0" bIns="0" rtlCol="0" anchor="t"/>
          <a:lstStyle/>
          <a:p>
            <a:pPr indent="0" marL="0">
              <a:buNone/>
            </a:pPr>
            <a:r>
              <a:rPr lang="en-US" sz="1000" dirty="0">
                <a:solidFill>
                  <a:srgbClr val="8D9792"/>
                </a:solidFill>
                <a:latin typeface="Arial" pitchFamily="34" charset="0"/>
                <a:ea typeface="Arial" pitchFamily="34" charset="-122"/>
                <a:cs typeface="Arial" pitchFamily="34" charset="-120"/>
              </a:rPr>
              <a:t>18:00</a:t>
            </a:r>
            <a:endParaRPr lang="en-US" sz="1000" dirty="0"/>
          </a:p>
        </p:txBody>
      </p:sp>
      <p:sp>
        <p:nvSpPr>
          <p:cNvPr id="1442" name="Text 1440"/>
          <p:cNvSpPr txBox="1"/>
          <p:nvPr/>
        </p:nvSpPr>
        <p:spPr>
          <a:xfrm>
            <a:off x="822960" y="2304288"/>
            <a:ext cx="484632" cy="164592"/>
          </a:xfrm>
          <a:prstGeom prst="rect">
            <a:avLst/>
          </a:prstGeom>
          <a:noFill/>
          <a:ln/>
        </p:spPr>
        <p:txBody>
          <a:bodyPr wrap="square" lIns="0" tIns="0" rIns="0" bIns="0" rtlCol="0" anchor="t"/>
          <a:lstStyle/>
          <a:p>
            <a:pPr algn="r" indent="0" marL="0">
              <a:buNone/>
            </a:pPr>
            <a:r>
              <a:rPr lang="en-US" sz="1000" dirty="0">
                <a:solidFill>
                  <a:srgbClr val="8D9792"/>
                </a:solidFill>
                <a:latin typeface="Arial" pitchFamily="34" charset="0"/>
                <a:ea typeface="Arial" pitchFamily="34" charset="-122"/>
                <a:cs typeface="Arial" pitchFamily="34" charset="-120"/>
              </a:rPr>
              <a:t>2 Jan</a:t>
            </a:r>
            <a:endParaRPr lang="en-US" sz="1000" dirty="0"/>
          </a:p>
        </p:txBody>
      </p:sp>
      <p:sp>
        <p:nvSpPr>
          <p:cNvPr id="1443" name="Text 1441"/>
          <p:cNvSpPr txBox="1"/>
          <p:nvPr/>
        </p:nvSpPr>
        <p:spPr>
          <a:xfrm>
            <a:off x="822960" y="3125724"/>
            <a:ext cx="484632" cy="164592"/>
          </a:xfrm>
          <a:prstGeom prst="rect">
            <a:avLst/>
          </a:prstGeom>
          <a:noFill/>
          <a:ln/>
        </p:spPr>
        <p:txBody>
          <a:bodyPr wrap="square" lIns="0" tIns="0" rIns="0" bIns="0" rtlCol="0" anchor="t"/>
          <a:lstStyle/>
          <a:p>
            <a:pPr algn="r" indent="0" marL="0">
              <a:buNone/>
            </a:pPr>
            <a:r>
              <a:rPr lang="en-US" sz="1000" dirty="0">
                <a:solidFill>
                  <a:srgbClr val="8D9792"/>
                </a:solidFill>
                <a:latin typeface="Arial" pitchFamily="34" charset="0"/>
                <a:ea typeface="Arial" pitchFamily="34" charset="-122"/>
                <a:cs typeface="Arial" pitchFamily="34" charset="-120"/>
              </a:rPr>
              <a:t>9</a:t>
            </a:r>
            <a:endParaRPr lang="en-US" sz="1000" dirty="0"/>
          </a:p>
        </p:txBody>
      </p:sp>
      <p:sp>
        <p:nvSpPr>
          <p:cNvPr id="1444" name="Text 1442"/>
          <p:cNvSpPr txBox="1"/>
          <p:nvPr/>
        </p:nvSpPr>
        <p:spPr>
          <a:xfrm>
            <a:off x="822960" y="3360420"/>
            <a:ext cx="484632" cy="164592"/>
          </a:xfrm>
          <a:prstGeom prst="rect">
            <a:avLst/>
          </a:prstGeom>
          <a:noFill/>
          <a:ln/>
        </p:spPr>
        <p:txBody>
          <a:bodyPr wrap="square" lIns="0" tIns="0" rIns="0" bIns="0" rtlCol="0" anchor="t"/>
          <a:lstStyle/>
          <a:p>
            <a:pPr algn="r" indent="0" marL="0">
              <a:buNone/>
            </a:pPr>
            <a:r>
              <a:rPr lang="en-US" sz="1000" b="1" dirty="0">
                <a:solidFill>
                  <a:srgbClr val="17201C"/>
                </a:solidFill>
                <a:latin typeface="Arial" pitchFamily="34" charset="0"/>
                <a:ea typeface="Arial" pitchFamily="34" charset="-122"/>
                <a:cs typeface="Arial" pitchFamily="34" charset="-120"/>
              </a:rPr>
              <a:t>11</a:t>
            </a:r>
            <a:endParaRPr lang="en-US" sz="1000" dirty="0"/>
          </a:p>
        </p:txBody>
      </p:sp>
      <p:sp>
        <p:nvSpPr>
          <p:cNvPr id="1445" name="Text 1443"/>
          <p:cNvSpPr txBox="1"/>
          <p:nvPr/>
        </p:nvSpPr>
        <p:spPr>
          <a:xfrm>
            <a:off x="822960" y="3947160"/>
            <a:ext cx="484632" cy="164592"/>
          </a:xfrm>
          <a:prstGeom prst="rect">
            <a:avLst/>
          </a:prstGeom>
          <a:noFill/>
          <a:ln/>
        </p:spPr>
        <p:txBody>
          <a:bodyPr wrap="square" lIns="0" tIns="0" rIns="0" bIns="0" rtlCol="0" anchor="t"/>
          <a:lstStyle/>
          <a:p>
            <a:pPr algn="r" indent="0" marL="0">
              <a:buNone/>
            </a:pPr>
            <a:r>
              <a:rPr lang="en-US" sz="1000" dirty="0">
                <a:solidFill>
                  <a:srgbClr val="8D9792"/>
                </a:solidFill>
                <a:latin typeface="Arial" pitchFamily="34" charset="0"/>
                <a:ea typeface="Arial" pitchFamily="34" charset="-122"/>
                <a:cs typeface="Arial" pitchFamily="34" charset="-120"/>
              </a:rPr>
              <a:t>16</a:t>
            </a:r>
            <a:endParaRPr lang="en-US" sz="1000" dirty="0"/>
          </a:p>
        </p:txBody>
      </p:sp>
      <p:sp>
        <p:nvSpPr>
          <p:cNvPr id="1446" name="Text 1444"/>
          <p:cNvSpPr txBox="1"/>
          <p:nvPr/>
        </p:nvSpPr>
        <p:spPr>
          <a:xfrm>
            <a:off x="822960" y="4768596"/>
            <a:ext cx="484632" cy="164592"/>
          </a:xfrm>
          <a:prstGeom prst="rect">
            <a:avLst/>
          </a:prstGeom>
          <a:noFill/>
          <a:ln/>
        </p:spPr>
        <p:txBody>
          <a:bodyPr wrap="square" lIns="0" tIns="0" rIns="0" bIns="0" rtlCol="0" anchor="t"/>
          <a:lstStyle/>
          <a:p>
            <a:pPr algn="r" indent="0" marL="0">
              <a:buNone/>
            </a:pPr>
            <a:r>
              <a:rPr lang="en-US" sz="1000" dirty="0">
                <a:solidFill>
                  <a:srgbClr val="8D9792"/>
                </a:solidFill>
                <a:latin typeface="Arial" pitchFamily="34" charset="0"/>
                <a:ea typeface="Arial" pitchFamily="34" charset="-122"/>
                <a:cs typeface="Arial" pitchFamily="34" charset="-120"/>
              </a:rPr>
              <a:t>23</a:t>
            </a:r>
            <a:endParaRPr lang="en-US" sz="1000" dirty="0"/>
          </a:p>
        </p:txBody>
      </p:sp>
      <p:sp>
        <p:nvSpPr>
          <p:cNvPr id="1447" name="Text 1445"/>
          <p:cNvSpPr txBox="1"/>
          <p:nvPr/>
        </p:nvSpPr>
        <p:spPr>
          <a:xfrm>
            <a:off x="822960" y="5590032"/>
            <a:ext cx="484632" cy="164592"/>
          </a:xfrm>
          <a:prstGeom prst="rect">
            <a:avLst/>
          </a:prstGeom>
          <a:noFill/>
          <a:ln/>
        </p:spPr>
        <p:txBody>
          <a:bodyPr wrap="square" lIns="0" tIns="0" rIns="0" bIns="0" rtlCol="0" anchor="t"/>
          <a:lstStyle/>
          <a:p>
            <a:pPr algn="r" indent="0" marL="0">
              <a:buNone/>
            </a:pPr>
            <a:r>
              <a:rPr lang="en-US" sz="1000" dirty="0">
                <a:solidFill>
                  <a:srgbClr val="8D9792"/>
                </a:solidFill>
                <a:latin typeface="Arial" pitchFamily="34" charset="0"/>
                <a:ea typeface="Arial" pitchFamily="34" charset="-122"/>
                <a:cs typeface="Arial" pitchFamily="34" charset="-120"/>
              </a:rPr>
              <a:t>30</a:t>
            </a:r>
            <a:endParaRPr lang="en-US" sz="1000" dirty="0"/>
          </a:p>
        </p:txBody>
      </p:sp>
      <p:sp>
        <p:nvSpPr>
          <p:cNvPr id="1448" name="Shape 1446"/>
          <p:cNvSpPr/>
          <p:nvPr/>
        </p:nvSpPr>
        <p:spPr>
          <a:xfrm>
            <a:off x="6955155" y="5925312"/>
            <a:ext cx="631393" cy="0"/>
          </a:xfrm>
          <a:prstGeom prst="line">
            <a:avLst/>
          </a:prstGeom>
          <a:noFill/>
          <a:ln w="12700">
            <a:solidFill>
              <a:srgbClr val="5B6661"/>
            </a:solidFill>
            <a:prstDash val="solid"/>
          </a:ln>
        </p:spPr>
      </p:sp>
      <p:sp>
        <p:nvSpPr>
          <p:cNvPr id="1449" name="Text 1447"/>
          <p:cNvSpPr txBox="1"/>
          <p:nvPr/>
        </p:nvSpPr>
        <p:spPr>
          <a:xfrm>
            <a:off x="6466522" y="5971032"/>
            <a:ext cx="1628775" cy="182880"/>
          </a:xfrm>
          <a:prstGeom prst="rect">
            <a:avLst/>
          </a:prstGeom>
          <a:noFill/>
          <a:ln/>
        </p:spPr>
        <p:txBody>
          <a:bodyPr wrap="square" lIns="0" tIns="0" rIns="0" bIns="0" rtlCol="0" anchor="t"/>
          <a:lstStyle/>
          <a:p>
            <a:pPr algn="ctr" indent="0" marL="0">
              <a:buNone/>
            </a:pPr>
            <a:r>
              <a:rPr lang="en-US" sz="1000" dirty="0">
                <a:solidFill>
                  <a:srgbClr val="8D9792"/>
                </a:solidFill>
                <a:latin typeface="Arial" pitchFamily="34" charset="0"/>
                <a:ea typeface="Arial" pitchFamily="34" charset="-122"/>
                <a:cs typeface="Arial" pitchFamily="34" charset="-120"/>
              </a:rPr>
              <a:t>Evening peak</a:t>
            </a:r>
            <a:endParaRPr lang="en-US" sz="1000" dirty="0"/>
          </a:p>
        </p:txBody>
      </p:sp>
      <p:sp>
        <p:nvSpPr>
          <p:cNvPr id="1450" name="Text 1448"/>
          <p:cNvSpPr txBox="1"/>
          <p:nvPr/>
        </p:nvSpPr>
        <p:spPr>
          <a:xfrm>
            <a:off x="9555480" y="2286000"/>
            <a:ext cx="1813255" cy="365760"/>
          </a:xfrm>
          <a:prstGeom prst="rect">
            <a:avLst/>
          </a:prstGeom>
          <a:noFill/>
          <a:ln/>
        </p:spPr>
        <p:txBody>
          <a:bodyPr wrap="square" lIns="0" tIns="0" rIns="0" bIns="0" rtlCol="0" anchor="t"/>
          <a:lstStyle/>
          <a:p>
            <a:pPr indent="0" marL="0">
              <a:buNone/>
            </a:pPr>
            <a:r>
              <a:rPr lang="en-US" sz="2200" b="1" dirty="0">
                <a:solidFill>
                  <a:srgbClr val="17201C"/>
                </a:solidFill>
                <a:latin typeface="Arial" pitchFamily="34" charset="0"/>
                <a:ea typeface="Arial" pitchFamily="34" charset="-122"/>
                <a:cs typeface="Arial" pitchFamily="34" charset="-120"/>
              </a:rPr>
              <a:t>59,532 MWh</a:t>
            </a:r>
            <a:endParaRPr lang="en-US" sz="2200" dirty="0"/>
          </a:p>
        </p:txBody>
      </p:sp>
      <p:sp>
        <p:nvSpPr>
          <p:cNvPr id="1451" name="Text 1449"/>
          <p:cNvSpPr txBox="1"/>
          <p:nvPr/>
        </p:nvSpPr>
        <p:spPr>
          <a:xfrm>
            <a:off x="9555480" y="2660904"/>
            <a:ext cx="1813255" cy="365760"/>
          </a:xfrm>
          <a:prstGeom prst="rect">
            <a:avLst/>
          </a:prstGeom>
          <a:noFill/>
          <a:ln/>
        </p:spPr>
        <p:txBody>
          <a:bodyPr wrap="square" lIns="0" tIns="0" rIns="0" bIns="0" rtlCol="0" anchor="t"/>
          <a:lstStyle/>
          <a:p>
            <a:pPr indent="0" marL="0">
              <a:buNone/>
            </a:pPr>
            <a:r>
              <a:rPr lang="en-US" sz="1200" dirty="0">
                <a:solidFill>
                  <a:srgbClr val="5B6661"/>
                </a:solidFill>
                <a:latin typeface="Arial" pitchFamily="34" charset="0"/>
                <a:ea typeface="Arial" pitchFamily="34" charset="-122"/>
                <a:cs typeface="Arial" pitchFamily="34" charset="-120"/>
              </a:rPr>
              <a:t>expected at risk over the month</a:t>
            </a:r>
            <a:endParaRPr lang="en-US" sz="1200" dirty="0"/>
          </a:p>
        </p:txBody>
      </p:sp>
      <p:sp>
        <p:nvSpPr>
          <p:cNvPr id="1452" name="Text 1450"/>
          <p:cNvSpPr txBox="1"/>
          <p:nvPr/>
        </p:nvSpPr>
        <p:spPr>
          <a:xfrm>
            <a:off x="9555480" y="3246120"/>
            <a:ext cx="1813255" cy="365760"/>
          </a:xfrm>
          <a:prstGeom prst="rect">
            <a:avLst/>
          </a:prstGeom>
          <a:noFill/>
          <a:ln/>
        </p:spPr>
        <p:txBody>
          <a:bodyPr wrap="square" lIns="0" tIns="0" rIns="0" bIns="0" rtlCol="0" anchor="t"/>
          <a:lstStyle/>
          <a:p>
            <a:pPr indent="0" marL="0">
              <a:buNone/>
            </a:pPr>
            <a:r>
              <a:rPr lang="en-US" sz="2200" b="1" dirty="0">
                <a:solidFill>
                  <a:srgbClr val="17201C"/>
                </a:solidFill>
                <a:latin typeface="Arial" pitchFamily="34" charset="0"/>
                <a:ea typeface="Arial" pitchFamily="34" charset="-122"/>
                <a:cs typeface="Arial" pitchFamily="34" charset="-120"/>
              </a:rPr>
              <a:t>16,941 MWh</a:t>
            </a:r>
            <a:endParaRPr lang="en-US" sz="2200" dirty="0"/>
          </a:p>
        </p:txBody>
      </p:sp>
      <p:sp>
        <p:nvSpPr>
          <p:cNvPr id="1453" name="Text 1451"/>
          <p:cNvSpPr txBox="1"/>
          <p:nvPr/>
        </p:nvSpPr>
        <p:spPr>
          <a:xfrm>
            <a:off x="9555480" y="3621024"/>
            <a:ext cx="1813255" cy="365760"/>
          </a:xfrm>
          <a:prstGeom prst="rect">
            <a:avLst/>
          </a:prstGeom>
          <a:noFill/>
          <a:ln/>
        </p:spPr>
        <p:txBody>
          <a:bodyPr wrap="square" lIns="0" tIns="0" rIns="0" bIns="0" rtlCol="0" anchor="t"/>
          <a:lstStyle/>
          <a:p>
            <a:pPr indent="0" marL="0">
              <a:buNone/>
            </a:pPr>
            <a:r>
              <a:rPr lang="en-US" sz="1200" dirty="0">
                <a:solidFill>
                  <a:srgbClr val="5B6661"/>
                </a:solidFill>
                <a:latin typeface="Arial" pitchFamily="34" charset="0"/>
                <a:ea typeface="Arial" pitchFamily="34" charset="-122"/>
                <a:cs typeface="Arial" pitchFamily="34" charset="-120"/>
              </a:rPr>
              <a:t>on 11 January alone</a:t>
            </a:r>
            <a:endParaRPr lang="en-US" sz="1200" dirty="0"/>
          </a:p>
        </p:txBody>
      </p:sp>
      <p:sp>
        <p:nvSpPr>
          <p:cNvPr id="1454" name="Text 1452"/>
          <p:cNvSpPr txBox="1"/>
          <p:nvPr/>
        </p:nvSpPr>
        <p:spPr>
          <a:xfrm>
            <a:off x="9555480" y="4343400"/>
            <a:ext cx="1813255" cy="201168"/>
          </a:xfrm>
          <a:prstGeom prst="rect">
            <a:avLst/>
          </a:prstGeom>
          <a:noFill/>
          <a:ln/>
        </p:spPr>
        <p:txBody>
          <a:bodyPr wrap="square" lIns="0" tIns="0" rIns="0" bIns="0" rtlCol="0" anchor="t"/>
          <a:lstStyle/>
          <a:p>
            <a:pPr indent="0" marL="0">
              <a:buNone/>
            </a:pPr>
            <a:r>
              <a:rPr lang="en-US" sz="1000" dirty="0">
                <a:solidFill>
                  <a:srgbClr val="8D9792"/>
                </a:solidFill>
                <a:latin typeface="Arial" pitchFamily="34" charset="0"/>
                <a:ea typeface="Arial" pitchFamily="34" charset="-122"/>
                <a:cs typeface="Arial" pitchFamily="34" charset="-120"/>
              </a:rPr>
              <a:t>MWh per half-hour</a:t>
            </a:r>
            <a:endParaRPr lang="en-US" sz="1000" dirty="0"/>
          </a:p>
        </p:txBody>
      </p:sp>
      <p:sp>
        <p:nvSpPr>
          <p:cNvPr id="1455" name="Shape 1453"/>
          <p:cNvSpPr/>
          <p:nvPr/>
        </p:nvSpPr>
        <p:spPr>
          <a:xfrm>
            <a:off x="9555480" y="4645152"/>
            <a:ext cx="182880" cy="109728"/>
          </a:xfrm>
          <a:prstGeom prst="rect">
            <a:avLst/>
          </a:prstGeom>
          <a:solidFill>
            <a:srgbClr val="E9EDEB"/>
          </a:solidFill>
          <a:ln w="12700">
            <a:solidFill>
              <a:srgbClr val="E9EDEB"/>
            </a:solidFill>
            <a:prstDash val="solid"/>
          </a:ln>
        </p:spPr>
      </p:sp>
      <p:sp>
        <p:nvSpPr>
          <p:cNvPr id="1456" name="Text 1454"/>
          <p:cNvSpPr txBox="1"/>
          <p:nvPr/>
        </p:nvSpPr>
        <p:spPr>
          <a:xfrm>
            <a:off x="9829800" y="4617720"/>
            <a:ext cx="1538935" cy="182880"/>
          </a:xfrm>
          <a:prstGeom prst="rect">
            <a:avLst/>
          </a:prstGeom>
          <a:noFill/>
          <a:ln/>
        </p:spPr>
        <p:txBody>
          <a:bodyPr wrap="square" lIns="0" tIns="0" rIns="0" bIns="0" rtlCol="0" anchor="t"/>
          <a:lstStyle/>
          <a:p>
            <a:pPr indent="0" marL="0">
              <a:buNone/>
            </a:pPr>
            <a:r>
              <a:rPr lang="en-US" sz="1000" dirty="0">
                <a:solidFill>
                  <a:srgbClr val="5B6661"/>
                </a:solidFill>
                <a:latin typeface="Arial" pitchFamily="34" charset="0"/>
                <a:ea typeface="Arial" pitchFamily="34" charset="-122"/>
                <a:cs typeface="Arial" pitchFamily="34" charset="-120"/>
              </a:rPr>
              <a:t>none</a:t>
            </a:r>
            <a:endParaRPr lang="en-US" sz="1000" dirty="0"/>
          </a:p>
        </p:txBody>
      </p:sp>
      <p:sp>
        <p:nvSpPr>
          <p:cNvPr id="1457" name="Shape 1455"/>
          <p:cNvSpPr/>
          <p:nvPr/>
        </p:nvSpPr>
        <p:spPr>
          <a:xfrm>
            <a:off x="9555480" y="4846320"/>
            <a:ext cx="182880" cy="109728"/>
          </a:xfrm>
          <a:prstGeom prst="rect">
            <a:avLst/>
          </a:prstGeom>
          <a:solidFill>
            <a:srgbClr val="7CC4A1"/>
          </a:solidFill>
          <a:ln w="12700">
            <a:solidFill>
              <a:srgbClr val="7CC4A1"/>
            </a:solidFill>
            <a:prstDash val="solid"/>
          </a:ln>
        </p:spPr>
      </p:sp>
      <p:sp>
        <p:nvSpPr>
          <p:cNvPr id="1458" name="Text 1456"/>
          <p:cNvSpPr txBox="1"/>
          <p:nvPr/>
        </p:nvSpPr>
        <p:spPr>
          <a:xfrm>
            <a:off x="9829800" y="4818888"/>
            <a:ext cx="1538935" cy="182880"/>
          </a:xfrm>
          <a:prstGeom prst="rect">
            <a:avLst/>
          </a:prstGeom>
          <a:noFill/>
          <a:ln/>
        </p:spPr>
        <p:txBody>
          <a:bodyPr wrap="square" lIns="0" tIns="0" rIns="0" bIns="0" rtlCol="0" anchor="t"/>
          <a:lstStyle/>
          <a:p>
            <a:pPr indent="0" marL="0">
              <a:buNone/>
            </a:pPr>
            <a:r>
              <a:rPr lang="en-US" sz="1000" dirty="0">
                <a:solidFill>
                  <a:srgbClr val="5B6661"/>
                </a:solidFill>
                <a:latin typeface="Arial" pitchFamily="34" charset="0"/>
                <a:ea typeface="Arial" pitchFamily="34" charset="-122"/>
                <a:cs typeface="Arial" pitchFamily="34" charset="-120"/>
              </a:rPr>
              <a:t>under 25</a:t>
            </a:r>
            <a:endParaRPr lang="en-US" sz="1000" dirty="0"/>
          </a:p>
        </p:txBody>
      </p:sp>
      <p:sp>
        <p:nvSpPr>
          <p:cNvPr id="1459" name="Shape 1457"/>
          <p:cNvSpPr/>
          <p:nvPr/>
        </p:nvSpPr>
        <p:spPr>
          <a:xfrm>
            <a:off x="9555480" y="5047488"/>
            <a:ext cx="182880" cy="109728"/>
          </a:xfrm>
          <a:prstGeom prst="rect">
            <a:avLst/>
          </a:prstGeom>
          <a:solidFill>
            <a:srgbClr val="4FAA82"/>
          </a:solidFill>
          <a:ln w="12700">
            <a:solidFill>
              <a:srgbClr val="4FAA82"/>
            </a:solidFill>
            <a:prstDash val="solid"/>
          </a:ln>
        </p:spPr>
      </p:sp>
      <p:sp>
        <p:nvSpPr>
          <p:cNvPr id="1460" name="Text 1458"/>
          <p:cNvSpPr txBox="1"/>
          <p:nvPr/>
        </p:nvSpPr>
        <p:spPr>
          <a:xfrm>
            <a:off x="9829800" y="5020056"/>
            <a:ext cx="1538935" cy="182880"/>
          </a:xfrm>
          <a:prstGeom prst="rect">
            <a:avLst/>
          </a:prstGeom>
          <a:noFill/>
          <a:ln/>
        </p:spPr>
        <p:txBody>
          <a:bodyPr wrap="square" lIns="0" tIns="0" rIns="0" bIns="0" rtlCol="0" anchor="t"/>
          <a:lstStyle/>
          <a:p>
            <a:pPr indent="0" marL="0">
              <a:buNone/>
            </a:pPr>
            <a:r>
              <a:rPr lang="en-US" sz="1000" dirty="0">
                <a:solidFill>
                  <a:srgbClr val="5B6661"/>
                </a:solidFill>
                <a:latin typeface="Arial" pitchFamily="34" charset="0"/>
                <a:ea typeface="Arial" pitchFamily="34" charset="-122"/>
                <a:cs typeface="Arial" pitchFamily="34" charset="-120"/>
              </a:rPr>
              <a:t>25–75</a:t>
            </a:r>
            <a:endParaRPr lang="en-US" sz="1000" dirty="0"/>
          </a:p>
        </p:txBody>
      </p:sp>
      <p:sp>
        <p:nvSpPr>
          <p:cNvPr id="1461" name="Shape 1459"/>
          <p:cNvSpPr/>
          <p:nvPr/>
        </p:nvSpPr>
        <p:spPr>
          <a:xfrm>
            <a:off x="9555480" y="5248656"/>
            <a:ext cx="182880" cy="109728"/>
          </a:xfrm>
          <a:prstGeom prst="rect">
            <a:avLst/>
          </a:prstGeom>
          <a:solidFill>
            <a:srgbClr val="268C64"/>
          </a:solidFill>
          <a:ln w="12700">
            <a:solidFill>
              <a:srgbClr val="268C64"/>
            </a:solidFill>
            <a:prstDash val="solid"/>
          </a:ln>
        </p:spPr>
      </p:sp>
      <p:sp>
        <p:nvSpPr>
          <p:cNvPr id="1462" name="Text 1460"/>
          <p:cNvSpPr txBox="1"/>
          <p:nvPr/>
        </p:nvSpPr>
        <p:spPr>
          <a:xfrm>
            <a:off x="9829800" y="5221224"/>
            <a:ext cx="1538935" cy="182880"/>
          </a:xfrm>
          <a:prstGeom prst="rect">
            <a:avLst/>
          </a:prstGeom>
          <a:noFill/>
          <a:ln/>
        </p:spPr>
        <p:txBody>
          <a:bodyPr wrap="square" lIns="0" tIns="0" rIns="0" bIns="0" rtlCol="0" anchor="t"/>
          <a:lstStyle/>
          <a:p>
            <a:pPr indent="0" marL="0">
              <a:buNone/>
            </a:pPr>
            <a:r>
              <a:rPr lang="en-US" sz="1000" dirty="0">
                <a:solidFill>
                  <a:srgbClr val="5B6661"/>
                </a:solidFill>
                <a:latin typeface="Arial" pitchFamily="34" charset="0"/>
                <a:ea typeface="Arial" pitchFamily="34" charset="-122"/>
                <a:cs typeface="Arial" pitchFamily="34" charset="-120"/>
              </a:rPr>
              <a:t>75–150</a:t>
            </a:r>
            <a:endParaRPr lang="en-US" sz="1000" dirty="0"/>
          </a:p>
        </p:txBody>
      </p:sp>
      <p:sp>
        <p:nvSpPr>
          <p:cNvPr id="1463" name="Shape 1461"/>
          <p:cNvSpPr/>
          <p:nvPr/>
        </p:nvSpPr>
        <p:spPr>
          <a:xfrm>
            <a:off x="9555480" y="5449824"/>
            <a:ext cx="182880" cy="109728"/>
          </a:xfrm>
          <a:prstGeom prst="rect">
            <a:avLst/>
          </a:prstGeom>
          <a:solidFill>
            <a:srgbClr val="10704D"/>
          </a:solidFill>
          <a:ln w="12700">
            <a:solidFill>
              <a:srgbClr val="10704D"/>
            </a:solidFill>
            <a:prstDash val="solid"/>
          </a:ln>
        </p:spPr>
      </p:sp>
      <p:sp>
        <p:nvSpPr>
          <p:cNvPr id="1464" name="Text 1462"/>
          <p:cNvSpPr txBox="1"/>
          <p:nvPr/>
        </p:nvSpPr>
        <p:spPr>
          <a:xfrm>
            <a:off x="9829800" y="5422392"/>
            <a:ext cx="1538935" cy="182880"/>
          </a:xfrm>
          <a:prstGeom prst="rect">
            <a:avLst/>
          </a:prstGeom>
          <a:noFill/>
          <a:ln/>
        </p:spPr>
        <p:txBody>
          <a:bodyPr wrap="square" lIns="0" tIns="0" rIns="0" bIns="0" rtlCol="0" anchor="t"/>
          <a:lstStyle/>
          <a:p>
            <a:pPr indent="0" marL="0">
              <a:buNone/>
            </a:pPr>
            <a:r>
              <a:rPr lang="en-US" sz="1000" dirty="0">
                <a:solidFill>
                  <a:srgbClr val="5B6661"/>
                </a:solidFill>
                <a:latin typeface="Arial" pitchFamily="34" charset="0"/>
                <a:ea typeface="Arial" pitchFamily="34" charset="-122"/>
                <a:cs typeface="Arial" pitchFamily="34" charset="-120"/>
              </a:rPr>
              <a:t>150–250</a:t>
            </a:r>
            <a:endParaRPr lang="en-US" sz="1000" dirty="0"/>
          </a:p>
        </p:txBody>
      </p:sp>
      <p:sp>
        <p:nvSpPr>
          <p:cNvPr id="1465" name="Shape 1463"/>
          <p:cNvSpPr/>
          <p:nvPr/>
        </p:nvSpPr>
        <p:spPr>
          <a:xfrm>
            <a:off x="9555480" y="5650992"/>
            <a:ext cx="182880" cy="109728"/>
          </a:xfrm>
          <a:prstGeom prst="rect">
            <a:avLst/>
          </a:prstGeom>
          <a:solidFill>
            <a:srgbClr val="075236"/>
          </a:solidFill>
          <a:ln w="12700">
            <a:solidFill>
              <a:srgbClr val="075236"/>
            </a:solidFill>
            <a:prstDash val="solid"/>
          </a:ln>
        </p:spPr>
      </p:sp>
      <p:sp>
        <p:nvSpPr>
          <p:cNvPr id="1466" name="Text 1464"/>
          <p:cNvSpPr txBox="1"/>
          <p:nvPr/>
        </p:nvSpPr>
        <p:spPr>
          <a:xfrm>
            <a:off x="9829800" y="5623560"/>
            <a:ext cx="1538935" cy="182880"/>
          </a:xfrm>
          <a:prstGeom prst="rect">
            <a:avLst/>
          </a:prstGeom>
          <a:noFill/>
          <a:ln/>
        </p:spPr>
        <p:txBody>
          <a:bodyPr wrap="square" lIns="0" tIns="0" rIns="0" bIns="0" rtlCol="0" anchor="t"/>
          <a:lstStyle/>
          <a:p>
            <a:pPr indent="0" marL="0">
              <a:buNone/>
            </a:pPr>
            <a:r>
              <a:rPr lang="en-US" sz="1000" dirty="0">
                <a:solidFill>
                  <a:srgbClr val="5B6661"/>
                </a:solidFill>
                <a:latin typeface="Arial" pitchFamily="34" charset="0"/>
                <a:ea typeface="Arial" pitchFamily="34" charset="-122"/>
                <a:cs typeface="Arial" pitchFamily="34" charset="-120"/>
              </a:rPr>
              <a:t>250+</a:t>
            </a:r>
            <a:endParaRPr lang="en-US" sz="1000" dirty="0"/>
          </a:p>
        </p:txBody>
      </p:sp>
      <p:sp>
        <p:nvSpPr>
          <p:cNvPr id="1467" name="Text 1465"/>
          <p:cNvSpPr txBox="1"/>
          <p:nvPr/>
        </p:nvSpPr>
        <p:spPr>
          <a:xfrm>
            <a:off x="822960" y="6217920"/>
            <a:ext cx="10545775" cy="201168"/>
          </a:xfrm>
          <a:prstGeom prst="rect">
            <a:avLst/>
          </a:prstGeom>
          <a:noFill/>
          <a:ln/>
        </p:spPr>
        <p:txBody>
          <a:bodyPr wrap="square" lIns="0" tIns="0" rIns="0" bIns="0" rtlCol="0" anchor="t"/>
          <a:lstStyle/>
          <a:p>
            <a:pPr indent="0" marL="0">
              <a:buNone/>
            </a:pPr>
            <a:r>
              <a:rPr lang="en-US" sz="1000" dirty="0">
                <a:solidFill>
                  <a:srgbClr val="8D9792"/>
                </a:solidFill>
                <a:latin typeface="Arial" pitchFamily="34" charset="0"/>
                <a:ea typeface="Arial" pitchFamily="34" charset="-122"/>
                <a:cs typeface="Arial" pitchFamily="34" charset="-120"/>
              </a:rPr>
              <a:t>GridToEv V1 model 1.1.0, +30-minute predictions for 1,434 half-hours, 2–31 January 2026 (blank: no prediction). Predictions, not recorded outcomes.</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22960" y="658368"/>
            <a:ext cx="10545775" cy="1097280"/>
          </a:xfrm>
          <a:prstGeom prst="rect">
            <a:avLst/>
          </a:prstGeom>
          <a:noFill/>
          <a:ln/>
        </p:spPr>
        <p:txBody>
          <a:bodyPr wrap="square" lIns="0" tIns="0" rIns="0" bIns="0" rtlCol="0" anchor="t"/>
          <a:lstStyle/>
          <a:p>
            <a:pPr indent="0" marL="0">
              <a:buNone/>
            </a:pPr>
            <a:r>
              <a:rPr lang="en-US" sz="3400" dirty="0">
                <a:solidFill>
                  <a:srgbClr val="17201C"/>
                </a:solidFill>
                <a:latin typeface="Arial" pitchFamily="34" charset="0"/>
                <a:ea typeface="Arial" pitchFamily="34" charset="-122"/>
                <a:cs typeface="Arial" pitchFamily="34" charset="-120"/>
              </a:rPr>
              <a:t>Forecast next to what actually happened.</a:t>
            </a:r>
            <a:endParaRPr lang="en-US" sz="3400" dirty="0"/>
          </a:p>
        </p:txBody>
      </p:sp>
      <p:sp>
        <p:nvSpPr>
          <p:cNvPr id="3" name="Shape 1"/>
          <p:cNvSpPr/>
          <p:nvPr/>
        </p:nvSpPr>
        <p:spPr>
          <a:xfrm>
            <a:off x="822960" y="1481328"/>
            <a:ext cx="8595360" cy="4834890"/>
          </a:xfrm>
          <a:prstGeom prst="rect">
            <a:avLst/>
          </a:prstGeom>
          <a:solidFill>
            <a:srgbClr val="F1F4F2"/>
          </a:solidFill>
          <a:ln w="12700">
            <a:solidFill>
              <a:srgbClr val="F1F4F2"/>
            </a:solidFill>
            <a:prstDash val="solid"/>
          </a:ln>
        </p:spPr>
      </p:sp>
      <p:sp>
        <p:nvSpPr>
          <p:cNvPr id="4" name="Text 2"/>
          <p:cNvSpPr txBox="1"/>
          <p:nvPr/>
        </p:nvSpPr>
        <p:spPr>
          <a:xfrm>
            <a:off x="1051560" y="5904738"/>
            <a:ext cx="8138160" cy="228600"/>
          </a:xfrm>
          <a:prstGeom prst="rect">
            <a:avLst/>
          </a:prstGeom>
          <a:noFill/>
          <a:ln/>
        </p:spPr>
        <p:txBody>
          <a:bodyPr wrap="square" lIns="0" tIns="0" rIns="0" bIns="0" rtlCol="0" anchor="t"/>
          <a:lstStyle/>
          <a:p>
            <a:pPr indent="0" marL="0">
              <a:buNone/>
            </a:pPr>
            <a:r>
              <a:rPr lang="en-US" sz="1100" dirty="0">
                <a:solidFill>
                  <a:srgbClr val="8D9792"/>
                </a:solidFill>
                <a:latin typeface="Arial" pitchFamily="34" charset="0"/>
                <a:ea typeface="Arial" pitchFamily="34" charset="-122"/>
                <a:cs typeface="Arial" pitchFamily="34" charset="-120"/>
              </a:rPr>
              <a:t>Screen recording 2 · Forecast page · 35 s</a:t>
            </a:r>
            <a:endParaRPr lang="en-US" sz="1100" dirty="0"/>
          </a:p>
        </p:txBody>
      </p:sp>
      <p:sp>
        <p:nvSpPr>
          <p:cNvPr id="5" name="Text 3"/>
          <p:cNvSpPr txBox="1"/>
          <p:nvPr/>
        </p:nvSpPr>
        <p:spPr>
          <a:xfrm>
            <a:off x="9692640" y="1481328"/>
            <a:ext cx="1676095" cy="1280160"/>
          </a:xfrm>
          <a:prstGeom prst="rect">
            <a:avLst/>
          </a:prstGeom>
          <a:noFill/>
          <a:ln/>
        </p:spPr>
        <p:txBody>
          <a:bodyPr wrap="square" lIns="0" tIns="0" rIns="0" bIns="0" rtlCol="0" anchor="t"/>
          <a:lstStyle/>
          <a:p>
            <a:pPr indent="0" marL="0">
              <a:buNone/>
            </a:pPr>
            <a:r>
              <a:rPr lang="en-US" sz="1300" dirty="0">
                <a:solidFill>
                  <a:srgbClr val="5B6661"/>
                </a:solidFill>
                <a:latin typeface="Arial" pitchFamily="34" charset="0"/>
                <a:ea typeface="Arial" pitchFamily="34" charset="-122"/>
                <a:cs typeface="Arial" pitchFamily="34" charset="-120"/>
              </a:rPr>
              <a:t>A historical replay. No decision uses information from after its own time.</a:t>
            </a:r>
            <a:endParaRPr lang="en-US" sz="1300" dirty="0"/>
          </a:p>
        </p:txBody>
      </p:sp>
      <p:sp>
        <p:nvSpPr>
          <p:cNvPr id="6" name="Text 4"/>
          <p:cNvSpPr txBox="1"/>
          <p:nvPr/>
        </p:nvSpPr>
        <p:spPr>
          <a:xfrm>
            <a:off x="822960" y="6419088"/>
            <a:ext cx="2743200" cy="201168"/>
          </a:xfrm>
          <a:prstGeom prst="rect">
            <a:avLst/>
          </a:prstGeom>
          <a:noFill/>
          <a:ln/>
        </p:spPr>
        <p:txBody>
          <a:bodyPr wrap="square" lIns="0" tIns="0" rIns="0" bIns="0" rtlCol="0" anchor="t"/>
          <a:lstStyle/>
          <a:p>
            <a:pPr indent="0" marL="0">
              <a:buNone/>
            </a:pPr>
            <a:r>
              <a:rPr lang="en-US" sz="900" dirty="0">
                <a:solidFill>
                  <a:srgbClr val="8D9792"/>
                </a:solidFill>
                <a:latin typeface="Arial" pitchFamily="34" charset="0"/>
                <a:ea typeface="Arial" pitchFamily="34" charset="-122"/>
                <a:cs typeface="Arial" pitchFamily="34" charset="-120"/>
              </a:rPr>
              <a:t>SaveThePlanet</a:t>
            </a:r>
            <a:endParaRPr lang="en-US" sz="900" dirty="0"/>
          </a:p>
        </p:txBody>
      </p:sp>
      <p:sp>
        <p:nvSpPr>
          <p:cNvPr id="7" name="Text 5"/>
          <p:cNvSpPr txBox="1"/>
          <p:nvPr/>
        </p:nvSpPr>
        <p:spPr>
          <a:xfrm>
            <a:off x="10454335" y="6419088"/>
            <a:ext cx="914400" cy="201168"/>
          </a:xfrm>
          <a:prstGeom prst="rect">
            <a:avLst/>
          </a:prstGeom>
          <a:noFill/>
          <a:ln/>
        </p:spPr>
        <p:txBody>
          <a:bodyPr wrap="square" lIns="0" tIns="0" rIns="0" bIns="0" rtlCol="0" anchor="t"/>
          <a:lstStyle/>
          <a:p>
            <a:pPr algn="r" indent="0" marL="0">
              <a:buNone/>
            </a:pPr>
            <a:r>
              <a:rPr lang="en-US" sz="900" dirty="0">
                <a:solidFill>
                  <a:srgbClr val="8D9792"/>
                </a:solidFill>
                <a:latin typeface="Arial" pitchFamily="34" charset="0"/>
                <a:ea typeface="Arial" pitchFamily="34" charset="-122"/>
                <a:cs typeface="Arial" pitchFamily="34" charset="-120"/>
              </a:rPr>
              <a:t>06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22960" y="658368"/>
            <a:ext cx="10545775" cy="1097280"/>
          </a:xfrm>
          <a:prstGeom prst="rect">
            <a:avLst/>
          </a:prstGeom>
          <a:noFill/>
          <a:ln/>
        </p:spPr>
        <p:txBody>
          <a:bodyPr wrap="square" lIns="0" tIns="0" rIns="0" bIns="0" rtlCol="0" anchor="t"/>
          <a:lstStyle/>
          <a:p>
            <a:pPr indent="0" marL="0">
              <a:buNone/>
            </a:pPr>
            <a:r>
              <a:rPr lang="en-US" sz="3400" dirty="0">
                <a:solidFill>
                  <a:srgbClr val="17201C"/>
                </a:solidFill>
                <a:latin typeface="Arial" pitchFamily="34" charset="0"/>
                <a:ea typeface="Arial" pitchFamily="34" charset="-122"/>
                <a:cs typeface="Arial" pitchFamily="34" charset="-120"/>
              </a:rPr>
              <a:t>It only plans what the site can physically deliver.</a:t>
            </a:r>
            <a:endParaRPr lang="en-US" sz="3400" dirty="0"/>
          </a:p>
        </p:txBody>
      </p:sp>
      <p:sp>
        <p:nvSpPr>
          <p:cNvPr id="3" name="Shape 1"/>
          <p:cNvSpPr/>
          <p:nvPr/>
        </p:nvSpPr>
        <p:spPr>
          <a:xfrm>
            <a:off x="822960" y="1481328"/>
            <a:ext cx="7498080" cy="4217670"/>
          </a:xfrm>
          <a:prstGeom prst="rect">
            <a:avLst/>
          </a:prstGeom>
          <a:solidFill>
            <a:srgbClr val="F1F4F2"/>
          </a:solidFill>
          <a:ln w="12700">
            <a:solidFill>
              <a:srgbClr val="F1F4F2"/>
            </a:solidFill>
            <a:prstDash val="solid"/>
          </a:ln>
        </p:spPr>
      </p:sp>
      <p:sp>
        <p:nvSpPr>
          <p:cNvPr id="4" name="Text 2"/>
          <p:cNvSpPr txBox="1"/>
          <p:nvPr/>
        </p:nvSpPr>
        <p:spPr>
          <a:xfrm>
            <a:off x="1051560" y="5287518"/>
            <a:ext cx="7040880" cy="228600"/>
          </a:xfrm>
          <a:prstGeom prst="rect">
            <a:avLst/>
          </a:prstGeom>
          <a:noFill/>
          <a:ln/>
        </p:spPr>
        <p:txBody>
          <a:bodyPr wrap="square" lIns="0" tIns="0" rIns="0" bIns="0" rtlCol="0" anchor="t"/>
          <a:lstStyle/>
          <a:p>
            <a:pPr indent="0" marL="0">
              <a:buNone/>
            </a:pPr>
            <a:r>
              <a:rPr lang="en-US" sz="1100" dirty="0">
                <a:solidFill>
                  <a:srgbClr val="8D9792"/>
                </a:solidFill>
                <a:latin typeface="Arial" pitchFamily="34" charset="0"/>
                <a:ea typeface="Arial" pitchFamily="34" charset="-122"/>
                <a:cs typeface="Arial" pitchFamily="34" charset="-120"/>
              </a:rPr>
              <a:t>Screen recording 3 · Battery and EV pages · 35 s</a:t>
            </a:r>
            <a:endParaRPr lang="en-US" sz="1100" dirty="0"/>
          </a:p>
        </p:txBody>
      </p:sp>
      <p:sp>
        <p:nvSpPr>
          <p:cNvPr id="5" name="Text 3"/>
          <p:cNvSpPr txBox="1"/>
          <p:nvPr/>
        </p:nvSpPr>
        <p:spPr>
          <a:xfrm>
            <a:off x="8641080" y="1481328"/>
            <a:ext cx="2727655" cy="457200"/>
          </a:xfrm>
          <a:prstGeom prst="rect">
            <a:avLst/>
          </a:prstGeom>
          <a:noFill/>
          <a:ln/>
        </p:spPr>
        <p:txBody>
          <a:bodyPr wrap="square" lIns="0" tIns="0" rIns="0" bIns="0" rtlCol="0" anchor="t"/>
          <a:lstStyle/>
          <a:p>
            <a:pPr indent="0" marL="0">
              <a:buNone/>
            </a:pPr>
            <a:r>
              <a:rPr lang="en-US" sz="2800" b="1" dirty="0">
                <a:solidFill>
                  <a:srgbClr val="17201C"/>
                </a:solidFill>
                <a:latin typeface="Arial" pitchFamily="34" charset="0"/>
                <a:ea typeface="Arial" pitchFamily="34" charset="-122"/>
                <a:cs typeface="Arial" pitchFamily="34" charset="-120"/>
              </a:rPr>
              <a:t>18 cars</a:t>
            </a:r>
            <a:endParaRPr lang="en-US" sz="2800" dirty="0"/>
          </a:p>
        </p:txBody>
      </p:sp>
      <p:sp>
        <p:nvSpPr>
          <p:cNvPr id="6" name="Text 4"/>
          <p:cNvSpPr txBox="1"/>
          <p:nvPr/>
        </p:nvSpPr>
        <p:spPr>
          <a:xfrm>
            <a:off x="8641080" y="1956816"/>
            <a:ext cx="2727655" cy="457200"/>
          </a:xfrm>
          <a:prstGeom prst="rect">
            <a:avLst/>
          </a:prstGeom>
          <a:noFill/>
          <a:ln/>
        </p:spPr>
        <p:txBody>
          <a:bodyPr wrap="square" lIns="0" tIns="0" rIns="0" bIns="0" rtlCol="0" anchor="t"/>
          <a:lstStyle/>
          <a:p>
            <a:pPr indent="0" marL="0">
              <a:buNone/>
            </a:pPr>
            <a:r>
              <a:rPr lang="en-US" sz="1300" dirty="0">
                <a:solidFill>
                  <a:srgbClr val="5B6661"/>
                </a:solidFill>
                <a:latin typeface="Arial" pitchFamily="34" charset="0"/>
                <a:ea typeface="Arial" pitchFamily="34" charset="-122"/>
                <a:cs typeface="Arial" pitchFamily="34" charset="-120"/>
              </a:rPr>
              <a:t>each with its own arrival, deadline and charge needed</a:t>
            </a:r>
            <a:endParaRPr lang="en-US" sz="1300" dirty="0"/>
          </a:p>
        </p:txBody>
      </p:sp>
      <p:sp>
        <p:nvSpPr>
          <p:cNvPr id="7" name="Shape 5"/>
          <p:cNvSpPr/>
          <p:nvPr/>
        </p:nvSpPr>
        <p:spPr>
          <a:xfrm>
            <a:off x="8641080" y="2523744"/>
            <a:ext cx="2727655" cy="0"/>
          </a:xfrm>
          <a:prstGeom prst="line">
            <a:avLst/>
          </a:prstGeom>
          <a:noFill/>
          <a:ln w="9525">
            <a:solidFill>
              <a:srgbClr val="DFE4E1"/>
            </a:solidFill>
            <a:prstDash val="solid"/>
          </a:ln>
        </p:spPr>
      </p:sp>
      <p:sp>
        <p:nvSpPr>
          <p:cNvPr id="8" name="Text 6"/>
          <p:cNvSpPr txBox="1"/>
          <p:nvPr/>
        </p:nvSpPr>
        <p:spPr>
          <a:xfrm>
            <a:off x="8641080" y="2670048"/>
            <a:ext cx="2727655" cy="457200"/>
          </a:xfrm>
          <a:prstGeom prst="rect">
            <a:avLst/>
          </a:prstGeom>
          <a:noFill/>
          <a:ln/>
        </p:spPr>
        <p:txBody>
          <a:bodyPr wrap="square" lIns="0" tIns="0" rIns="0" bIns="0" rtlCol="0" anchor="t"/>
          <a:lstStyle/>
          <a:p>
            <a:pPr indent="0" marL="0">
              <a:buNone/>
            </a:pPr>
            <a:r>
              <a:rPr lang="en-US" sz="2800" b="1" dirty="0">
                <a:solidFill>
                  <a:srgbClr val="17201C"/>
                </a:solidFill>
                <a:latin typeface="Arial" pitchFamily="34" charset="0"/>
                <a:ea typeface="Arial" pitchFamily="34" charset="-122"/>
                <a:cs typeface="Arial" pitchFamily="34" charset="-120"/>
              </a:rPr>
              <a:t>10 chargers</a:t>
            </a:r>
            <a:endParaRPr lang="en-US" sz="2800" dirty="0"/>
          </a:p>
        </p:txBody>
      </p:sp>
      <p:sp>
        <p:nvSpPr>
          <p:cNvPr id="9" name="Text 7"/>
          <p:cNvSpPr txBox="1"/>
          <p:nvPr/>
        </p:nvSpPr>
        <p:spPr>
          <a:xfrm>
            <a:off x="8641080" y="3145536"/>
            <a:ext cx="2727655" cy="457200"/>
          </a:xfrm>
          <a:prstGeom prst="rect">
            <a:avLst/>
          </a:prstGeom>
          <a:noFill/>
          <a:ln/>
        </p:spPr>
        <p:txBody>
          <a:bodyPr wrap="square" lIns="0" tIns="0" rIns="0" bIns="0" rtlCol="0" anchor="t"/>
          <a:lstStyle/>
          <a:p>
            <a:pPr indent="0" marL="0">
              <a:buNone/>
            </a:pPr>
            <a:r>
              <a:rPr lang="en-US" sz="1300" dirty="0">
                <a:solidFill>
                  <a:srgbClr val="5B6661"/>
                </a:solidFill>
                <a:latin typeface="Arial" pitchFamily="34" charset="0"/>
                <a:ea typeface="Arial" pitchFamily="34" charset="-122"/>
                <a:cs typeface="Arial" pitchFamily="34" charset="-120"/>
              </a:rPr>
              <a:t>6 × 22 kW at a depot, 4 × 11 kW at a car park</a:t>
            </a:r>
            <a:endParaRPr lang="en-US" sz="1300" dirty="0"/>
          </a:p>
        </p:txBody>
      </p:sp>
      <p:sp>
        <p:nvSpPr>
          <p:cNvPr id="10" name="Shape 8"/>
          <p:cNvSpPr/>
          <p:nvPr/>
        </p:nvSpPr>
        <p:spPr>
          <a:xfrm>
            <a:off x="8641080" y="3712464"/>
            <a:ext cx="2727655" cy="0"/>
          </a:xfrm>
          <a:prstGeom prst="line">
            <a:avLst/>
          </a:prstGeom>
          <a:noFill/>
          <a:ln w="9525">
            <a:solidFill>
              <a:srgbClr val="DFE4E1"/>
            </a:solidFill>
            <a:prstDash val="solid"/>
          </a:ln>
        </p:spPr>
      </p:sp>
      <p:sp>
        <p:nvSpPr>
          <p:cNvPr id="11" name="Text 9"/>
          <p:cNvSpPr txBox="1"/>
          <p:nvPr/>
        </p:nvSpPr>
        <p:spPr>
          <a:xfrm>
            <a:off x="8641080" y="3858768"/>
            <a:ext cx="2727655" cy="457200"/>
          </a:xfrm>
          <a:prstGeom prst="rect">
            <a:avLst/>
          </a:prstGeom>
          <a:noFill/>
          <a:ln/>
        </p:spPr>
        <p:txBody>
          <a:bodyPr wrap="square" lIns="0" tIns="0" rIns="0" bIns="0" rtlCol="0" anchor="t"/>
          <a:lstStyle/>
          <a:p>
            <a:pPr indent="0" marL="0">
              <a:buNone/>
            </a:pPr>
            <a:r>
              <a:rPr lang="en-US" sz="2800" b="1" dirty="0">
                <a:solidFill>
                  <a:srgbClr val="17201C"/>
                </a:solidFill>
                <a:latin typeface="Arial" pitchFamily="34" charset="0"/>
                <a:ea typeface="Arial" pitchFamily="34" charset="-122"/>
                <a:cs typeface="Arial" pitchFamily="34" charset="-120"/>
              </a:rPr>
              <a:t>100 + 30 kW</a:t>
            </a:r>
            <a:endParaRPr lang="en-US" sz="2800" dirty="0"/>
          </a:p>
        </p:txBody>
      </p:sp>
      <p:sp>
        <p:nvSpPr>
          <p:cNvPr id="12" name="Text 10"/>
          <p:cNvSpPr txBox="1"/>
          <p:nvPr/>
        </p:nvSpPr>
        <p:spPr>
          <a:xfrm>
            <a:off x="8641080" y="4334256"/>
            <a:ext cx="2727655" cy="457200"/>
          </a:xfrm>
          <a:prstGeom prst="rect">
            <a:avLst/>
          </a:prstGeom>
          <a:noFill/>
          <a:ln/>
        </p:spPr>
        <p:txBody>
          <a:bodyPr wrap="square" lIns="0" tIns="0" rIns="0" bIns="0" rtlCol="0" anchor="t"/>
          <a:lstStyle/>
          <a:p>
            <a:pPr indent="0" marL="0">
              <a:buNone/>
            </a:pPr>
            <a:r>
              <a:rPr lang="en-US" sz="1300" dirty="0">
                <a:solidFill>
                  <a:srgbClr val="5B6661"/>
                </a:solidFill>
                <a:latin typeface="Arial" pitchFamily="34" charset="0"/>
                <a:ea typeface="Arial" pitchFamily="34" charset="-122"/>
                <a:cs typeface="Arial" pitchFamily="34" charset="-120"/>
              </a:rPr>
              <a:t>site limits the plan never goes over</a:t>
            </a:r>
            <a:endParaRPr lang="en-US" sz="1300" dirty="0"/>
          </a:p>
        </p:txBody>
      </p:sp>
      <p:sp>
        <p:nvSpPr>
          <p:cNvPr id="13" name="Text 11"/>
          <p:cNvSpPr txBox="1"/>
          <p:nvPr/>
        </p:nvSpPr>
        <p:spPr>
          <a:xfrm>
            <a:off x="8641080" y="5074920"/>
            <a:ext cx="2727655" cy="274320"/>
          </a:xfrm>
          <a:prstGeom prst="rect">
            <a:avLst/>
          </a:prstGeom>
          <a:noFill/>
          <a:ln/>
        </p:spPr>
        <p:txBody>
          <a:bodyPr wrap="square" lIns="0" tIns="0" rIns="0" bIns="0" rtlCol="0" anchor="t"/>
          <a:lstStyle/>
          <a:p>
            <a:pPr indent="0" marL="0">
              <a:buNone/>
            </a:pPr>
            <a:r>
              <a:rPr lang="en-US" sz="1100" dirty="0">
                <a:solidFill>
                  <a:srgbClr val="8D9792"/>
                </a:solidFill>
                <a:latin typeface="Arial" pitchFamily="34" charset="0"/>
                <a:ea typeface="Arial" pitchFamily="34" charset="-122"/>
                <a:cs typeface="Arial" pitchFamily="34" charset="-120"/>
              </a:rPr>
              <a:t>Simulated fleet: the EV page’s default.</a:t>
            </a:r>
            <a:endParaRPr lang="en-US" sz="1100" dirty="0"/>
          </a:p>
        </p:txBody>
      </p:sp>
      <p:sp>
        <p:nvSpPr>
          <p:cNvPr id="14" name="Text 12"/>
          <p:cNvSpPr txBox="1"/>
          <p:nvPr/>
        </p:nvSpPr>
        <p:spPr>
          <a:xfrm>
            <a:off x="822960" y="6419088"/>
            <a:ext cx="2743200" cy="201168"/>
          </a:xfrm>
          <a:prstGeom prst="rect">
            <a:avLst/>
          </a:prstGeom>
          <a:noFill/>
          <a:ln/>
        </p:spPr>
        <p:txBody>
          <a:bodyPr wrap="square" lIns="0" tIns="0" rIns="0" bIns="0" rtlCol="0" anchor="t"/>
          <a:lstStyle/>
          <a:p>
            <a:pPr indent="0" marL="0">
              <a:buNone/>
            </a:pPr>
            <a:r>
              <a:rPr lang="en-US" sz="900" dirty="0">
                <a:solidFill>
                  <a:srgbClr val="8D9792"/>
                </a:solidFill>
                <a:latin typeface="Arial" pitchFamily="34" charset="0"/>
                <a:ea typeface="Arial" pitchFamily="34" charset="-122"/>
                <a:cs typeface="Arial" pitchFamily="34" charset="-120"/>
              </a:rPr>
              <a:t>SaveThePlanet</a:t>
            </a:r>
            <a:endParaRPr lang="en-US" sz="900" dirty="0"/>
          </a:p>
        </p:txBody>
      </p:sp>
      <p:sp>
        <p:nvSpPr>
          <p:cNvPr id="15" name="Text 13"/>
          <p:cNvSpPr txBox="1"/>
          <p:nvPr/>
        </p:nvSpPr>
        <p:spPr>
          <a:xfrm>
            <a:off x="10454335" y="6419088"/>
            <a:ext cx="914400" cy="201168"/>
          </a:xfrm>
          <a:prstGeom prst="rect">
            <a:avLst/>
          </a:prstGeom>
          <a:noFill/>
          <a:ln/>
        </p:spPr>
        <p:txBody>
          <a:bodyPr wrap="square" lIns="0" tIns="0" rIns="0" bIns="0" rtlCol="0" anchor="t"/>
          <a:lstStyle/>
          <a:p>
            <a:pPr algn="r" indent="0" marL="0">
              <a:buNone/>
            </a:pPr>
            <a:r>
              <a:rPr lang="en-US" sz="900" dirty="0">
                <a:solidFill>
                  <a:srgbClr val="8D9792"/>
                </a:solidFill>
                <a:latin typeface="Arial" pitchFamily="34" charset="0"/>
                <a:ea typeface="Arial" pitchFamily="34" charset="-122"/>
                <a:cs typeface="Arial" pitchFamily="34" charset="-120"/>
              </a:rPr>
              <a:t>07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22960" y="658368"/>
            <a:ext cx="10545775" cy="1097280"/>
          </a:xfrm>
          <a:prstGeom prst="rect">
            <a:avLst/>
          </a:prstGeom>
          <a:noFill/>
          <a:ln/>
        </p:spPr>
        <p:txBody>
          <a:bodyPr wrap="square" lIns="0" tIns="0" rIns="0" bIns="0" rtlCol="0" anchor="t"/>
          <a:lstStyle/>
          <a:p>
            <a:pPr indent="0" marL="0">
              <a:buNone/>
            </a:pPr>
            <a:r>
              <a:rPr lang="en-US" sz="3400" dirty="0">
                <a:solidFill>
                  <a:srgbClr val="17201C"/>
                </a:solidFill>
                <a:latin typeface="Arial" pitchFamily="34" charset="0"/>
                <a:ea typeface="Arial" pitchFamily="34" charset="-122"/>
                <a:cs typeface="Arial" pitchFamily="34" charset="-120"/>
              </a:rPr>
              <a:t>It only acts when it beats good smart charging.</a:t>
            </a:r>
            <a:endParaRPr lang="en-US" sz="3400" dirty="0"/>
          </a:p>
        </p:txBody>
      </p:sp>
      <p:sp>
        <p:nvSpPr>
          <p:cNvPr id="3" name="Text 1"/>
          <p:cNvSpPr txBox="1"/>
          <p:nvPr/>
        </p:nvSpPr>
        <p:spPr>
          <a:xfrm>
            <a:off x="822960" y="1298448"/>
            <a:ext cx="10545775" cy="640080"/>
          </a:xfrm>
          <a:prstGeom prst="rect">
            <a:avLst/>
          </a:prstGeom>
          <a:noFill/>
          <a:ln/>
        </p:spPr>
        <p:txBody>
          <a:bodyPr wrap="square" lIns="0" tIns="0" rIns="0" bIns="0" rtlCol="0" anchor="t"/>
          <a:lstStyle/>
          <a:p>
            <a:pPr indent="0" marL="0">
              <a:buNone/>
            </a:pPr>
            <a:r>
              <a:rPr lang="en-US" sz="1600" dirty="0">
                <a:solidFill>
                  <a:srgbClr val="5B6661"/>
                </a:solidFill>
                <a:latin typeface="Arial" pitchFamily="34" charset="0"/>
                <a:ea typeface="Arial" pitchFamily="34" charset="-122"/>
                <a:cs typeface="Arial" pitchFamily="34" charset="-120"/>
              </a:rPr>
              <a:t>Cost per kWh at a public hub’s charger, 17:00–19:00.</a:t>
            </a:r>
            <a:endParaRPr lang="en-US" sz="1600" dirty="0"/>
          </a:p>
        </p:txBody>
      </p:sp>
      <p:sp>
        <p:nvSpPr>
          <p:cNvPr id="4" name="Text 2"/>
          <p:cNvSpPr txBox="1"/>
          <p:nvPr/>
        </p:nvSpPr>
        <p:spPr>
          <a:xfrm>
            <a:off x="822960" y="2350008"/>
            <a:ext cx="4297680" cy="365760"/>
          </a:xfrm>
          <a:prstGeom prst="rect">
            <a:avLst/>
          </a:prstGeom>
          <a:noFill/>
          <a:ln/>
        </p:spPr>
        <p:txBody>
          <a:bodyPr wrap="square" lIns="0" tIns="0" rIns="0" bIns="0" rtlCol="0" anchor="t"/>
          <a:lstStyle/>
          <a:p>
            <a:pPr indent="0" marL="0">
              <a:buNone/>
            </a:pPr>
            <a:r>
              <a:rPr lang="en-US" sz="1600" dirty="0">
                <a:solidFill>
                  <a:srgbClr val="5B6661"/>
                </a:solidFill>
                <a:latin typeface="Arial" pitchFamily="34" charset="0"/>
                <a:ea typeface="Arial" pitchFamily="34" charset="-122"/>
                <a:cs typeface="Arial" pitchFamily="34" charset="-120"/>
              </a:rPr>
              <a:t>Smart charging, evening peak</a:t>
            </a:r>
            <a:endParaRPr lang="en-US" sz="1600" dirty="0"/>
          </a:p>
        </p:txBody>
      </p:sp>
      <p:sp>
        <p:nvSpPr>
          <p:cNvPr id="5" name="Shape 3"/>
          <p:cNvSpPr/>
          <p:nvPr/>
        </p:nvSpPr>
        <p:spPr>
          <a:xfrm>
            <a:off x="5394960" y="2331720"/>
            <a:ext cx="4352544" cy="384048"/>
          </a:xfrm>
          <a:prstGeom prst="rect">
            <a:avLst/>
          </a:prstGeom>
          <a:solidFill>
            <a:srgbClr val="A3AEA9"/>
          </a:solidFill>
          <a:ln w="12700">
            <a:solidFill>
              <a:srgbClr val="A3AEA9"/>
            </a:solidFill>
            <a:prstDash val="solid"/>
          </a:ln>
        </p:spPr>
      </p:sp>
      <p:sp>
        <p:nvSpPr>
          <p:cNvPr id="6" name="Text 4"/>
          <p:cNvSpPr txBox="1"/>
          <p:nvPr/>
        </p:nvSpPr>
        <p:spPr>
          <a:xfrm>
            <a:off x="9884664" y="2350008"/>
            <a:ext cx="1097280" cy="365760"/>
          </a:xfrm>
          <a:prstGeom prst="rect">
            <a:avLst/>
          </a:prstGeom>
          <a:noFill/>
          <a:ln/>
        </p:spPr>
        <p:txBody>
          <a:bodyPr wrap="square" lIns="0" tIns="0" rIns="0" bIns="0" rtlCol="0" anchor="t"/>
          <a:lstStyle/>
          <a:p>
            <a:pPr indent="0" marL="0">
              <a:buNone/>
            </a:pPr>
            <a:r>
              <a:rPr lang="en-US" sz="2000" b="1" dirty="0">
                <a:solidFill>
                  <a:srgbClr val="17201C"/>
                </a:solidFill>
                <a:latin typeface="Arial" pitchFamily="34" charset="0"/>
                <a:ea typeface="Arial" pitchFamily="34" charset="-122"/>
                <a:cs typeface="Arial" pitchFamily="34" charset="-120"/>
              </a:rPr>
              <a:t>€0.34</a:t>
            </a:r>
            <a:endParaRPr lang="en-US" sz="2000" dirty="0"/>
          </a:p>
        </p:txBody>
      </p:sp>
      <p:sp>
        <p:nvSpPr>
          <p:cNvPr id="7" name="Text 5"/>
          <p:cNvSpPr txBox="1"/>
          <p:nvPr/>
        </p:nvSpPr>
        <p:spPr>
          <a:xfrm>
            <a:off x="822960" y="3218688"/>
            <a:ext cx="4297680" cy="365760"/>
          </a:xfrm>
          <a:prstGeom prst="rect">
            <a:avLst/>
          </a:prstGeom>
          <a:noFill/>
          <a:ln/>
        </p:spPr>
        <p:txBody>
          <a:bodyPr wrap="square" lIns="0" tIns="0" rIns="0" bIns="0" rtlCol="0" anchor="t"/>
          <a:lstStyle/>
          <a:p>
            <a:pPr indent="0" marL="0">
              <a:buNone/>
            </a:pPr>
            <a:r>
              <a:rPr lang="en-US" sz="1600" dirty="0">
                <a:solidFill>
                  <a:srgbClr val="5B6661"/>
                </a:solidFill>
                <a:latin typeface="Arial" pitchFamily="34" charset="0"/>
                <a:ea typeface="Arial" pitchFamily="34" charset="-122"/>
                <a:cs typeface="Arial" pitchFamily="34" charset="-120"/>
              </a:rPr>
              <a:t>Smart charging, surplus already on the grid</a:t>
            </a:r>
            <a:endParaRPr lang="en-US" sz="1600" dirty="0"/>
          </a:p>
        </p:txBody>
      </p:sp>
      <p:sp>
        <p:nvSpPr>
          <p:cNvPr id="8" name="Shape 6"/>
          <p:cNvSpPr/>
          <p:nvPr/>
        </p:nvSpPr>
        <p:spPr>
          <a:xfrm>
            <a:off x="5394960" y="3200400"/>
            <a:ext cx="3328416" cy="384048"/>
          </a:xfrm>
          <a:prstGeom prst="rect">
            <a:avLst/>
          </a:prstGeom>
          <a:solidFill>
            <a:srgbClr val="A3AEA9"/>
          </a:solidFill>
          <a:ln w="12700">
            <a:solidFill>
              <a:srgbClr val="A3AEA9"/>
            </a:solidFill>
            <a:prstDash val="solid"/>
          </a:ln>
        </p:spPr>
      </p:sp>
      <p:sp>
        <p:nvSpPr>
          <p:cNvPr id="9" name="Text 7"/>
          <p:cNvSpPr txBox="1"/>
          <p:nvPr/>
        </p:nvSpPr>
        <p:spPr>
          <a:xfrm>
            <a:off x="8860536" y="3218688"/>
            <a:ext cx="1097280" cy="365760"/>
          </a:xfrm>
          <a:prstGeom prst="rect">
            <a:avLst/>
          </a:prstGeom>
          <a:noFill/>
          <a:ln/>
        </p:spPr>
        <p:txBody>
          <a:bodyPr wrap="square" lIns="0" tIns="0" rIns="0" bIns="0" rtlCol="0" anchor="t"/>
          <a:lstStyle/>
          <a:p>
            <a:pPr indent="0" marL="0">
              <a:buNone/>
            </a:pPr>
            <a:r>
              <a:rPr lang="en-US" sz="2000" b="1" dirty="0">
                <a:solidFill>
                  <a:srgbClr val="17201C"/>
                </a:solidFill>
                <a:latin typeface="Arial" pitchFamily="34" charset="0"/>
                <a:ea typeface="Arial" pitchFamily="34" charset="-122"/>
                <a:cs typeface="Arial" pitchFamily="34" charset="-120"/>
              </a:rPr>
              <a:t>€0.26</a:t>
            </a:r>
            <a:endParaRPr lang="en-US" sz="2000" dirty="0"/>
          </a:p>
        </p:txBody>
      </p:sp>
      <p:sp>
        <p:nvSpPr>
          <p:cNvPr id="10" name="Text 8"/>
          <p:cNvSpPr txBox="1"/>
          <p:nvPr/>
        </p:nvSpPr>
        <p:spPr>
          <a:xfrm>
            <a:off x="822960" y="4087368"/>
            <a:ext cx="4297680" cy="365760"/>
          </a:xfrm>
          <a:prstGeom prst="rect">
            <a:avLst/>
          </a:prstGeom>
          <a:noFill/>
          <a:ln/>
        </p:spPr>
        <p:txBody>
          <a:bodyPr wrap="square" lIns="0" tIns="0" rIns="0" bIns="0" rtlCol="0" anchor="t"/>
          <a:lstStyle/>
          <a:p>
            <a:pPr indent="0" marL="0">
              <a:buNone/>
            </a:pPr>
            <a:r>
              <a:rPr lang="en-US" sz="1600" b="1" dirty="0">
                <a:solidFill>
                  <a:srgbClr val="17201C"/>
                </a:solidFill>
                <a:latin typeface="Arial" pitchFamily="34" charset="0"/>
                <a:ea typeface="Arial" pitchFamily="34" charset="-122"/>
                <a:cs typeface="Arial" pitchFamily="34" charset="-120"/>
              </a:rPr>
              <a:t>SaveThePlanet: stored surplus, all costs in</a:t>
            </a:r>
            <a:endParaRPr lang="en-US" sz="1600" dirty="0"/>
          </a:p>
        </p:txBody>
      </p:sp>
      <p:sp>
        <p:nvSpPr>
          <p:cNvPr id="11" name="Shape 9"/>
          <p:cNvSpPr/>
          <p:nvPr/>
        </p:nvSpPr>
        <p:spPr>
          <a:xfrm>
            <a:off x="5394960" y="4069080"/>
            <a:ext cx="2553919" cy="384048"/>
          </a:xfrm>
          <a:prstGeom prst="rect">
            <a:avLst/>
          </a:prstGeom>
          <a:solidFill>
            <a:srgbClr val="0E8A62"/>
          </a:solidFill>
          <a:ln w="12700">
            <a:solidFill>
              <a:srgbClr val="0E8A62"/>
            </a:solidFill>
            <a:prstDash val="solid"/>
          </a:ln>
        </p:spPr>
      </p:sp>
      <p:sp>
        <p:nvSpPr>
          <p:cNvPr id="12" name="Text 10"/>
          <p:cNvSpPr txBox="1"/>
          <p:nvPr/>
        </p:nvSpPr>
        <p:spPr>
          <a:xfrm>
            <a:off x="8086039" y="4087368"/>
            <a:ext cx="1097280" cy="365760"/>
          </a:xfrm>
          <a:prstGeom prst="rect">
            <a:avLst/>
          </a:prstGeom>
          <a:noFill/>
          <a:ln/>
        </p:spPr>
        <p:txBody>
          <a:bodyPr wrap="square" lIns="0" tIns="0" rIns="0" bIns="0" rtlCol="0" anchor="t"/>
          <a:lstStyle/>
          <a:p>
            <a:pPr indent="0" marL="0">
              <a:buNone/>
            </a:pPr>
            <a:r>
              <a:rPr lang="en-US" sz="2000" b="1" dirty="0">
                <a:solidFill>
                  <a:srgbClr val="17201C"/>
                </a:solidFill>
                <a:latin typeface="Arial" pitchFamily="34" charset="0"/>
                <a:ea typeface="Arial" pitchFamily="34" charset="-122"/>
                <a:cs typeface="Arial" pitchFamily="34" charset="-120"/>
              </a:rPr>
              <a:t>€0.20</a:t>
            </a:r>
            <a:endParaRPr lang="en-US" sz="2000" dirty="0"/>
          </a:p>
        </p:txBody>
      </p:sp>
      <p:sp>
        <p:nvSpPr>
          <p:cNvPr id="13" name="Text 11"/>
          <p:cNvSpPr txBox="1"/>
          <p:nvPr/>
        </p:nvSpPr>
        <p:spPr>
          <a:xfrm>
            <a:off x="822960" y="5029200"/>
            <a:ext cx="10545775" cy="365760"/>
          </a:xfrm>
          <a:prstGeom prst="rect">
            <a:avLst/>
          </a:prstGeom>
          <a:noFill/>
          <a:ln/>
        </p:spPr>
        <p:txBody>
          <a:bodyPr wrap="square" lIns="0" tIns="0" rIns="0" bIns="0" rtlCol="0" anchor="t"/>
          <a:lstStyle/>
          <a:p>
            <a:pPr indent="0" marL="0">
              <a:buNone/>
            </a:pPr>
            <a:r>
              <a:rPr lang="en-US" sz="1600" dirty="0">
                <a:solidFill>
                  <a:srgbClr val="5B6661"/>
                </a:solidFill>
                <a:latin typeface="Arial" pitchFamily="34" charset="0"/>
                <a:ea typeface="Arial" pitchFamily="34" charset="-122"/>
                <a:cs typeface="Arial" pitchFamily="34" charset="-120"/>
              </a:rPr>
              <a:t>In the morning, smart charging can use night-rate power at €0.16, so no offer is made.</a:t>
            </a:r>
            <a:endParaRPr lang="en-US" sz="1600" dirty="0"/>
          </a:p>
        </p:txBody>
      </p:sp>
      <p:sp>
        <p:nvSpPr>
          <p:cNvPr id="14" name="Text 12"/>
          <p:cNvSpPr txBox="1"/>
          <p:nvPr/>
        </p:nvSpPr>
        <p:spPr>
          <a:xfrm>
            <a:off x="822960" y="5989320"/>
            <a:ext cx="10545775" cy="384048"/>
          </a:xfrm>
          <a:prstGeom prst="rect">
            <a:avLst/>
          </a:prstGeom>
          <a:noFill/>
          <a:ln/>
        </p:spPr>
        <p:txBody>
          <a:bodyPr wrap="square" lIns="0" tIns="0" rIns="0" bIns="0" rtlCol="0" anchor="t"/>
          <a:lstStyle/>
          <a:p>
            <a:pPr indent="0" marL="0">
              <a:buNone/>
            </a:pPr>
            <a:r>
              <a:rPr lang="en-US" sz="1000" dirty="0">
                <a:solidFill>
                  <a:srgbClr val="8D9792"/>
                </a:solidFill>
                <a:latin typeface="Arial" pitchFamily="34" charset="0"/>
                <a:ea typeface="Arial" pitchFamily="34" charset="-122"/>
                <a:cs typeface="Arial" pitchFamily="34" charset="-120"/>
              </a:rPr>
              <a:t>Illustrative tariff: night €0.16, day €0.26, peak €0.34, surplus credit €0.08 per kWh, ex VAT. All-in = €0.08 ÷ 0.92 ÷ 0.92 + €0.04 wear + €0.04 network + €0.025 session. The hub’s 2,000 kWh battery is hypothetical.</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22960" y="658368"/>
            <a:ext cx="10545775" cy="1097280"/>
          </a:xfrm>
          <a:prstGeom prst="rect">
            <a:avLst/>
          </a:prstGeom>
          <a:noFill/>
          <a:ln/>
        </p:spPr>
        <p:txBody>
          <a:bodyPr wrap="square" lIns="0" tIns="0" rIns="0" bIns="0" rtlCol="0" anchor="t"/>
          <a:lstStyle/>
          <a:p>
            <a:pPr indent="0" marL="0">
              <a:buNone/>
            </a:pPr>
            <a:r>
              <a:rPr lang="en-US" sz="3400" dirty="0">
                <a:solidFill>
                  <a:srgbClr val="17201C"/>
                </a:solidFill>
                <a:latin typeface="Arial" pitchFamily="34" charset="0"/>
                <a:ea typeface="Arial" pitchFamily="34" charset="-122"/>
                <a:cs typeface="Arial" pitchFamily="34" charset="-120"/>
              </a:rPr>
              <a:t>Drivers book a cheaper charge in two taps.</a:t>
            </a:r>
            <a:endParaRPr lang="en-US" sz="3400" dirty="0"/>
          </a:p>
        </p:txBody>
      </p:sp>
      <p:sp>
        <p:nvSpPr>
          <p:cNvPr id="3" name="Shape 1"/>
          <p:cNvSpPr/>
          <p:nvPr/>
        </p:nvSpPr>
        <p:spPr>
          <a:xfrm>
            <a:off x="822960" y="1481328"/>
            <a:ext cx="8595360" cy="4834890"/>
          </a:xfrm>
          <a:prstGeom prst="rect">
            <a:avLst/>
          </a:prstGeom>
          <a:solidFill>
            <a:srgbClr val="F1F4F2"/>
          </a:solidFill>
          <a:ln w="12700">
            <a:solidFill>
              <a:srgbClr val="F1F4F2"/>
            </a:solidFill>
            <a:prstDash val="solid"/>
          </a:ln>
        </p:spPr>
      </p:sp>
      <p:sp>
        <p:nvSpPr>
          <p:cNvPr id="4" name="Text 2"/>
          <p:cNvSpPr txBox="1"/>
          <p:nvPr/>
        </p:nvSpPr>
        <p:spPr>
          <a:xfrm>
            <a:off x="1051560" y="5904738"/>
            <a:ext cx="8138160" cy="228600"/>
          </a:xfrm>
          <a:prstGeom prst="rect">
            <a:avLst/>
          </a:prstGeom>
          <a:noFill/>
          <a:ln/>
        </p:spPr>
        <p:txBody>
          <a:bodyPr wrap="square" lIns="0" tIns="0" rIns="0" bIns="0" rtlCol="0" anchor="t"/>
          <a:lstStyle/>
          <a:p>
            <a:pPr indent="0" marL="0">
              <a:buNone/>
            </a:pPr>
            <a:r>
              <a:rPr lang="en-US" sz="1100" dirty="0">
                <a:solidFill>
                  <a:srgbClr val="8D9792"/>
                </a:solidFill>
                <a:latin typeface="Arial" pitchFamily="34" charset="0"/>
                <a:ea typeface="Arial" pitchFamily="34" charset="-122"/>
                <a:cs typeface="Arial" pitchFamily="34" charset="-120"/>
              </a:rPr>
              <a:t>Screen recording 4 · EV page, SaveThePlanet Rewards · 20 s</a:t>
            </a:r>
            <a:endParaRPr lang="en-US" sz="1100" dirty="0"/>
          </a:p>
        </p:txBody>
      </p:sp>
      <p:sp>
        <p:nvSpPr>
          <p:cNvPr id="5" name="Text 3"/>
          <p:cNvSpPr txBox="1"/>
          <p:nvPr/>
        </p:nvSpPr>
        <p:spPr>
          <a:xfrm>
            <a:off x="9692640" y="1481328"/>
            <a:ext cx="1676095" cy="1463040"/>
          </a:xfrm>
          <a:prstGeom prst="rect">
            <a:avLst/>
          </a:prstGeom>
          <a:noFill/>
          <a:ln/>
        </p:spPr>
        <p:txBody>
          <a:bodyPr wrap="square" lIns="0" tIns="0" rIns="0" bIns="0" rtlCol="0" anchor="t"/>
          <a:lstStyle/>
          <a:p>
            <a:pPr indent="0" marL="0">
              <a:buNone/>
            </a:pPr>
            <a:r>
              <a:rPr lang="en-US" sz="1300" dirty="0">
                <a:solidFill>
                  <a:srgbClr val="5B6661"/>
                </a:solidFill>
                <a:latin typeface="Arial" pitchFamily="34" charset="0"/>
                <a:ea typeface="Arial" pitchFamily="34" charset="-122"/>
                <a:cs typeface="Arial" pitchFamily="34" charset="-120"/>
              </a:rPr>
              <a:t>The price is fixed before they arrive. Anyone can still charge at the normal price without joining.</a:t>
            </a:r>
            <a:endParaRPr lang="en-US" sz="1300" dirty="0"/>
          </a:p>
        </p:txBody>
      </p:sp>
      <p:sp>
        <p:nvSpPr>
          <p:cNvPr id="6" name="Text 4"/>
          <p:cNvSpPr txBox="1"/>
          <p:nvPr/>
        </p:nvSpPr>
        <p:spPr>
          <a:xfrm>
            <a:off x="822960" y="6419088"/>
            <a:ext cx="2743200" cy="201168"/>
          </a:xfrm>
          <a:prstGeom prst="rect">
            <a:avLst/>
          </a:prstGeom>
          <a:noFill/>
          <a:ln/>
        </p:spPr>
        <p:txBody>
          <a:bodyPr wrap="square" lIns="0" tIns="0" rIns="0" bIns="0" rtlCol="0" anchor="t"/>
          <a:lstStyle/>
          <a:p>
            <a:pPr indent="0" marL="0">
              <a:buNone/>
            </a:pPr>
            <a:r>
              <a:rPr lang="en-US" sz="900" dirty="0">
                <a:solidFill>
                  <a:srgbClr val="8D9792"/>
                </a:solidFill>
                <a:latin typeface="Arial" pitchFamily="34" charset="0"/>
                <a:ea typeface="Arial" pitchFamily="34" charset="-122"/>
                <a:cs typeface="Arial" pitchFamily="34" charset="-120"/>
              </a:rPr>
              <a:t>SaveThePlanet</a:t>
            </a:r>
            <a:endParaRPr lang="en-US" sz="900" dirty="0"/>
          </a:p>
        </p:txBody>
      </p:sp>
      <p:sp>
        <p:nvSpPr>
          <p:cNvPr id="7" name="Text 5"/>
          <p:cNvSpPr txBox="1"/>
          <p:nvPr/>
        </p:nvSpPr>
        <p:spPr>
          <a:xfrm>
            <a:off x="10454335" y="6419088"/>
            <a:ext cx="914400" cy="201168"/>
          </a:xfrm>
          <a:prstGeom prst="rect">
            <a:avLst/>
          </a:prstGeom>
          <a:noFill/>
          <a:ln/>
        </p:spPr>
        <p:txBody>
          <a:bodyPr wrap="square" lIns="0" tIns="0" rIns="0" bIns="0" rtlCol="0" anchor="t"/>
          <a:lstStyle/>
          <a:p>
            <a:pPr algn="r" indent="0" marL="0">
              <a:buNone/>
            </a:pPr>
            <a:r>
              <a:rPr lang="en-US" sz="900" dirty="0">
                <a:solidFill>
                  <a:srgbClr val="8D9792"/>
                </a:solidFill>
                <a:latin typeface="Arial" pitchFamily="34" charset="0"/>
                <a:ea typeface="Arial" pitchFamily="34" charset="-122"/>
                <a:cs typeface="Arial" pitchFamily="34" charset="-120"/>
              </a:rPr>
              <a:t>09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22960" y="658368"/>
            <a:ext cx="10545775" cy="1097280"/>
          </a:xfrm>
          <a:prstGeom prst="rect">
            <a:avLst/>
          </a:prstGeom>
          <a:noFill/>
          <a:ln/>
        </p:spPr>
        <p:txBody>
          <a:bodyPr wrap="square" lIns="0" tIns="0" rIns="0" bIns="0" rtlCol="0" anchor="t"/>
          <a:lstStyle/>
          <a:p>
            <a:pPr indent="0" marL="0">
              <a:buNone/>
            </a:pPr>
            <a:r>
              <a:rPr lang="en-US" sz="3400" dirty="0">
                <a:solidFill>
                  <a:srgbClr val="17201C"/>
                </a:solidFill>
                <a:latin typeface="Arial" pitchFamily="34" charset="0"/>
                <a:ea typeface="Arial" pitchFamily="34" charset="-122"/>
                <a:cs typeface="Arial" pitchFamily="34" charset="-120"/>
              </a:rPr>
              <a:t>Everyone who takes part ends the month ahead.</a:t>
            </a:r>
            <a:endParaRPr lang="en-US" sz="3400" dirty="0"/>
          </a:p>
        </p:txBody>
      </p:sp>
      <p:sp>
        <p:nvSpPr>
          <p:cNvPr id="3" name="Text 1"/>
          <p:cNvSpPr txBox="1"/>
          <p:nvPr/>
        </p:nvSpPr>
        <p:spPr>
          <a:xfrm>
            <a:off x="822960" y="1481328"/>
            <a:ext cx="10545775" cy="274320"/>
          </a:xfrm>
          <a:prstGeom prst="rect">
            <a:avLst/>
          </a:prstGeom>
          <a:noFill/>
          <a:ln/>
        </p:spPr>
        <p:txBody>
          <a:bodyPr wrap="square" lIns="0" tIns="0" rIns="0" bIns="0" rtlCol="0" anchor="t"/>
          <a:lstStyle/>
          <a:p>
            <a:pPr indent="0" marL="0">
              <a:buNone/>
            </a:pPr>
            <a:r>
              <a:rPr lang="en-US" sz="1300" dirty="0">
                <a:solidFill>
                  <a:srgbClr val="8D9792"/>
                </a:solidFill>
                <a:latin typeface="Arial" pitchFamily="34" charset="0"/>
                <a:ea typeface="Arial" pitchFamily="34" charset="-122"/>
                <a:cs typeface="Arial" pitchFamily="34" charset="-120"/>
              </a:rPr>
              <a:t>One 20 kWh charge that costs €2.00 less than smart charging</a:t>
            </a:r>
            <a:endParaRPr lang="en-US" sz="1300" dirty="0"/>
          </a:p>
        </p:txBody>
      </p:sp>
      <p:sp>
        <p:nvSpPr>
          <p:cNvPr id="4" name="Text 2"/>
          <p:cNvSpPr txBox="1"/>
          <p:nvPr/>
        </p:nvSpPr>
        <p:spPr>
          <a:xfrm>
            <a:off x="822960" y="1874520"/>
            <a:ext cx="5227168" cy="274320"/>
          </a:xfrm>
          <a:prstGeom prst="rect">
            <a:avLst/>
          </a:prstGeom>
          <a:noFill/>
          <a:ln/>
        </p:spPr>
        <p:txBody>
          <a:bodyPr wrap="square" lIns="0" tIns="0" rIns="0" bIns="0" rtlCol="0" anchor="t"/>
          <a:lstStyle/>
          <a:p>
            <a:pPr indent="0" marL="0">
              <a:buNone/>
            </a:pPr>
            <a:r>
              <a:rPr lang="en-US" sz="1300" dirty="0">
                <a:solidFill>
                  <a:srgbClr val="5B6661"/>
                </a:solidFill>
                <a:latin typeface="Arial" pitchFamily="34" charset="0"/>
                <a:ea typeface="Arial" pitchFamily="34" charset="-122"/>
                <a:cs typeface="Arial" pitchFamily="34" charset="-120"/>
              </a:rPr>
              <a:t>Driver · 50%</a:t>
            </a:r>
            <a:endParaRPr lang="en-US" sz="1300" dirty="0"/>
          </a:p>
        </p:txBody>
      </p:sp>
      <p:sp>
        <p:nvSpPr>
          <p:cNvPr id="5" name="Text 3"/>
          <p:cNvSpPr txBox="1"/>
          <p:nvPr/>
        </p:nvSpPr>
        <p:spPr>
          <a:xfrm>
            <a:off x="822960" y="2130552"/>
            <a:ext cx="5227168" cy="457200"/>
          </a:xfrm>
          <a:prstGeom prst="rect">
            <a:avLst/>
          </a:prstGeom>
          <a:noFill/>
          <a:ln/>
        </p:spPr>
        <p:txBody>
          <a:bodyPr wrap="square" lIns="0" tIns="0" rIns="0" bIns="0" rtlCol="0" anchor="t"/>
          <a:lstStyle/>
          <a:p>
            <a:pPr indent="0" marL="0">
              <a:buNone/>
            </a:pPr>
            <a:r>
              <a:rPr lang="en-US" sz="2600" b="1" dirty="0">
                <a:solidFill>
                  <a:srgbClr val="17201C"/>
                </a:solidFill>
                <a:latin typeface="Arial" pitchFamily="34" charset="0"/>
                <a:ea typeface="Arial" pitchFamily="34" charset="-122"/>
                <a:cs typeface="Arial" pitchFamily="34" charset="-120"/>
              </a:rPr>
              <a:t>€1.00</a:t>
            </a:r>
            <a:endParaRPr lang="en-US" sz="2600" dirty="0"/>
          </a:p>
        </p:txBody>
      </p:sp>
      <p:sp>
        <p:nvSpPr>
          <p:cNvPr id="6" name="Shape 4"/>
          <p:cNvSpPr/>
          <p:nvPr/>
        </p:nvSpPr>
        <p:spPr>
          <a:xfrm>
            <a:off x="822960" y="2697480"/>
            <a:ext cx="5227168" cy="219456"/>
          </a:xfrm>
          <a:prstGeom prst="rect">
            <a:avLst/>
          </a:prstGeom>
          <a:solidFill>
            <a:srgbClr val="0E8A62"/>
          </a:solidFill>
          <a:ln w="12700">
            <a:solidFill>
              <a:srgbClr val="0E8A62"/>
            </a:solidFill>
            <a:prstDash val="solid"/>
          </a:ln>
        </p:spPr>
      </p:sp>
      <p:sp>
        <p:nvSpPr>
          <p:cNvPr id="7" name="Text 5"/>
          <p:cNvSpPr txBox="1"/>
          <p:nvPr/>
        </p:nvSpPr>
        <p:spPr>
          <a:xfrm>
            <a:off x="6095848" y="1874520"/>
            <a:ext cx="2590724" cy="274320"/>
          </a:xfrm>
          <a:prstGeom prst="rect">
            <a:avLst/>
          </a:prstGeom>
          <a:noFill/>
          <a:ln/>
        </p:spPr>
        <p:txBody>
          <a:bodyPr wrap="square" lIns="0" tIns="0" rIns="0" bIns="0" rtlCol="0" anchor="t"/>
          <a:lstStyle/>
          <a:p>
            <a:pPr indent="0" marL="0">
              <a:buNone/>
            </a:pPr>
            <a:r>
              <a:rPr lang="en-US" sz="1300" dirty="0">
                <a:solidFill>
                  <a:srgbClr val="5B6661"/>
                </a:solidFill>
                <a:latin typeface="Arial" pitchFamily="34" charset="0"/>
                <a:ea typeface="Arial" pitchFamily="34" charset="-122"/>
                <a:cs typeface="Arial" pitchFamily="34" charset="-120"/>
              </a:rPr>
              <a:t>Operator · 25%</a:t>
            </a:r>
            <a:endParaRPr lang="en-US" sz="1300" dirty="0"/>
          </a:p>
        </p:txBody>
      </p:sp>
      <p:sp>
        <p:nvSpPr>
          <p:cNvPr id="8" name="Text 6"/>
          <p:cNvSpPr txBox="1"/>
          <p:nvPr/>
        </p:nvSpPr>
        <p:spPr>
          <a:xfrm>
            <a:off x="6095848" y="2130552"/>
            <a:ext cx="2590724" cy="457200"/>
          </a:xfrm>
          <a:prstGeom prst="rect">
            <a:avLst/>
          </a:prstGeom>
          <a:noFill/>
          <a:ln/>
        </p:spPr>
        <p:txBody>
          <a:bodyPr wrap="square" lIns="0" tIns="0" rIns="0" bIns="0" rtlCol="0" anchor="t"/>
          <a:lstStyle/>
          <a:p>
            <a:pPr indent="0" marL="0">
              <a:buNone/>
            </a:pPr>
            <a:r>
              <a:rPr lang="en-US" sz="2600" b="1" dirty="0">
                <a:solidFill>
                  <a:srgbClr val="17201C"/>
                </a:solidFill>
                <a:latin typeface="Arial" pitchFamily="34" charset="0"/>
                <a:ea typeface="Arial" pitchFamily="34" charset="-122"/>
                <a:cs typeface="Arial" pitchFamily="34" charset="-120"/>
              </a:rPr>
              <a:t>€0.50</a:t>
            </a:r>
            <a:endParaRPr lang="en-US" sz="2600" dirty="0"/>
          </a:p>
        </p:txBody>
      </p:sp>
      <p:sp>
        <p:nvSpPr>
          <p:cNvPr id="9" name="Shape 7"/>
          <p:cNvSpPr/>
          <p:nvPr/>
        </p:nvSpPr>
        <p:spPr>
          <a:xfrm>
            <a:off x="6095848" y="2697480"/>
            <a:ext cx="2590724" cy="219456"/>
          </a:xfrm>
          <a:prstGeom prst="rect">
            <a:avLst/>
          </a:prstGeom>
          <a:solidFill>
            <a:srgbClr val="A3AEA9"/>
          </a:solidFill>
          <a:ln w="12700">
            <a:solidFill>
              <a:srgbClr val="A3AEA9"/>
            </a:solidFill>
            <a:prstDash val="solid"/>
          </a:ln>
        </p:spPr>
      </p:sp>
      <p:sp>
        <p:nvSpPr>
          <p:cNvPr id="10" name="Text 8"/>
          <p:cNvSpPr txBox="1"/>
          <p:nvPr/>
        </p:nvSpPr>
        <p:spPr>
          <a:xfrm>
            <a:off x="8732291" y="1874520"/>
            <a:ext cx="2636444" cy="274320"/>
          </a:xfrm>
          <a:prstGeom prst="rect">
            <a:avLst/>
          </a:prstGeom>
          <a:noFill/>
          <a:ln/>
        </p:spPr>
        <p:txBody>
          <a:bodyPr wrap="square" lIns="0" tIns="0" rIns="0" bIns="0" rtlCol="0" anchor="t"/>
          <a:lstStyle/>
          <a:p>
            <a:pPr indent="0" marL="0">
              <a:buNone/>
            </a:pPr>
            <a:r>
              <a:rPr lang="en-US" sz="1300" dirty="0">
                <a:solidFill>
                  <a:srgbClr val="5B6661"/>
                </a:solidFill>
                <a:latin typeface="Arial" pitchFamily="34" charset="0"/>
                <a:ea typeface="Arial" pitchFamily="34" charset="-122"/>
                <a:cs typeface="Arial" pitchFamily="34" charset="-120"/>
              </a:rPr>
              <a:t>SaveThePlanet · 25%</a:t>
            </a:r>
            <a:endParaRPr lang="en-US" sz="1300" dirty="0"/>
          </a:p>
        </p:txBody>
      </p:sp>
      <p:sp>
        <p:nvSpPr>
          <p:cNvPr id="11" name="Text 9"/>
          <p:cNvSpPr txBox="1"/>
          <p:nvPr/>
        </p:nvSpPr>
        <p:spPr>
          <a:xfrm>
            <a:off x="8732291" y="2130552"/>
            <a:ext cx="2636444" cy="457200"/>
          </a:xfrm>
          <a:prstGeom prst="rect">
            <a:avLst/>
          </a:prstGeom>
          <a:noFill/>
          <a:ln/>
        </p:spPr>
        <p:txBody>
          <a:bodyPr wrap="square" lIns="0" tIns="0" rIns="0" bIns="0" rtlCol="0" anchor="t"/>
          <a:lstStyle/>
          <a:p>
            <a:pPr indent="0" marL="0">
              <a:buNone/>
            </a:pPr>
            <a:r>
              <a:rPr lang="en-US" sz="2600" b="1" dirty="0">
                <a:solidFill>
                  <a:srgbClr val="17201C"/>
                </a:solidFill>
                <a:latin typeface="Arial" pitchFamily="34" charset="0"/>
                <a:ea typeface="Arial" pitchFamily="34" charset="-122"/>
                <a:cs typeface="Arial" pitchFamily="34" charset="-120"/>
              </a:rPr>
              <a:t>€0.50</a:t>
            </a:r>
            <a:endParaRPr lang="en-US" sz="2600" dirty="0"/>
          </a:p>
        </p:txBody>
      </p:sp>
      <p:sp>
        <p:nvSpPr>
          <p:cNvPr id="12" name="Shape 10"/>
          <p:cNvSpPr/>
          <p:nvPr/>
        </p:nvSpPr>
        <p:spPr>
          <a:xfrm>
            <a:off x="8732291" y="2697480"/>
            <a:ext cx="2636444" cy="219456"/>
          </a:xfrm>
          <a:prstGeom prst="rect">
            <a:avLst/>
          </a:prstGeom>
          <a:solidFill>
            <a:srgbClr val="2E3833"/>
          </a:solidFill>
          <a:ln w="12700">
            <a:solidFill>
              <a:srgbClr val="2E3833"/>
            </a:solidFill>
            <a:prstDash val="solid"/>
          </a:ln>
        </p:spPr>
      </p:sp>
      <p:sp>
        <p:nvSpPr>
          <p:cNvPr id="13" name="Text 11"/>
          <p:cNvSpPr txBox="1"/>
          <p:nvPr/>
        </p:nvSpPr>
        <p:spPr>
          <a:xfrm>
            <a:off x="822960" y="3611880"/>
            <a:ext cx="10545775" cy="274320"/>
          </a:xfrm>
          <a:prstGeom prst="rect">
            <a:avLst/>
          </a:prstGeom>
          <a:noFill/>
          <a:ln/>
        </p:spPr>
        <p:txBody>
          <a:bodyPr wrap="square" lIns="0" tIns="0" rIns="0" bIns="0" rtlCol="0" anchor="t"/>
          <a:lstStyle/>
          <a:p>
            <a:pPr indent="0" marL="0">
              <a:buNone/>
            </a:pPr>
            <a:r>
              <a:rPr lang="en-US" sz="1300" dirty="0">
                <a:solidFill>
                  <a:srgbClr val="8D9792"/>
                </a:solidFill>
                <a:latin typeface="Arial" pitchFamily="34" charset="0"/>
                <a:ea typeface="Arial" pitchFamily="34" charset="-122"/>
                <a:cs typeface="Arial" pitchFamily="34" charset="-120"/>
              </a:rPr>
              <a:t>A month at 400 charges, after each business pays its own costs</a:t>
            </a:r>
            <a:endParaRPr lang="en-US" sz="1300" dirty="0"/>
          </a:p>
        </p:txBody>
      </p:sp>
      <p:sp>
        <p:nvSpPr>
          <p:cNvPr id="14" name="Text 12"/>
          <p:cNvSpPr txBox="1"/>
          <p:nvPr/>
        </p:nvSpPr>
        <p:spPr>
          <a:xfrm>
            <a:off x="822960" y="3977640"/>
            <a:ext cx="2743200" cy="822960"/>
          </a:xfrm>
          <a:prstGeom prst="rect">
            <a:avLst/>
          </a:prstGeom>
          <a:noFill/>
          <a:ln/>
        </p:spPr>
        <p:txBody>
          <a:bodyPr wrap="square" lIns="0" tIns="0" rIns="0" bIns="0" rtlCol="0" anchor="t"/>
          <a:lstStyle/>
          <a:p>
            <a:pPr indent="0" marL="0">
              <a:buNone/>
            </a:pPr>
            <a:r>
              <a:rPr lang="en-US" sz="5400" b="1" dirty="0">
                <a:solidFill>
                  <a:srgbClr val="17201C"/>
                </a:solidFill>
                <a:latin typeface="Arial" pitchFamily="34" charset="0"/>
                <a:ea typeface="Arial" pitchFamily="34" charset="-122"/>
                <a:cs typeface="Arial" pitchFamily="34" charset="-120"/>
              </a:rPr>
              <a:t>€400</a:t>
            </a:r>
            <a:endParaRPr lang="en-US" sz="5400" dirty="0"/>
          </a:p>
        </p:txBody>
      </p:sp>
      <p:sp>
        <p:nvSpPr>
          <p:cNvPr id="15" name="Text 13"/>
          <p:cNvSpPr txBox="1"/>
          <p:nvPr/>
        </p:nvSpPr>
        <p:spPr>
          <a:xfrm>
            <a:off x="822960" y="4846320"/>
            <a:ext cx="2560320" cy="274320"/>
          </a:xfrm>
          <a:prstGeom prst="rect">
            <a:avLst/>
          </a:prstGeom>
          <a:noFill/>
          <a:ln/>
        </p:spPr>
        <p:txBody>
          <a:bodyPr wrap="square" lIns="0" tIns="0" rIns="0" bIns="0" rtlCol="0" anchor="t"/>
          <a:lstStyle/>
          <a:p>
            <a:pPr indent="0" marL="0">
              <a:buNone/>
            </a:pPr>
            <a:r>
              <a:rPr lang="en-US" sz="1400" dirty="0">
                <a:solidFill>
                  <a:srgbClr val="17201C"/>
                </a:solidFill>
                <a:latin typeface="Arial" pitchFamily="34" charset="0"/>
                <a:ea typeface="Arial" pitchFamily="34" charset="-122"/>
                <a:cs typeface="Arial" pitchFamily="34" charset="-120"/>
              </a:rPr>
              <a:t>saved by drivers</a:t>
            </a:r>
            <a:endParaRPr lang="en-US" sz="1400" dirty="0"/>
          </a:p>
        </p:txBody>
      </p:sp>
      <p:sp>
        <p:nvSpPr>
          <p:cNvPr id="16" name="Text 14"/>
          <p:cNvSpPr txBox="1"/>
          <p:nvPr/>
        </p:nvSpPr>
        <p:spPr>
          <a:xfrm>
            <a:off x="822960" y="5120640"/>
            <a:ext cx="2560320" cy="274320"/>
          </a:xfrm>
          <a:prstGeom prst="rect">
            <a:avLst/>
          </a:prstGeom>
          <a:noFill/>
          <a:ln/>
        </p:spPr>
        <p:txBody>
          <a:bodyPr wrap="square" lIns="0" tIns="0" rIns="0" bIns="0" rtlCol="0" anchor="t"/>
          <a:lstStyle/>
          <a:p>
            <a:pPr indent="0" marL="0">
              <a:buNone/>
            </a:pPr>
            <a:r>
              <a:rPr lang="en-US" sz="1200" dirty="0">
                <a:solidFill>
                  <a:srgbClr val="8D9792"/>
                </a:solidFill>
                <a:latin typeface="Arial" pitchFamily="34" charset="0"/>
                <a:ea typeface="Arial" pitchFamily="34" charset="-122"/>
                <a:cs typeface="Arial" pitchFamily="34" charset="-120"/>
              </a:rPr>
              <a:t>€1.00 off every charge</a:t>
            </a:r>
            <a:endParaRPr lang="en-US" sz="1200" dirty="0"/>
          </a:p>
        </p:txBody>
      </p:sp>
      <p:sp>
        <p:nvSpPr>
          <p:cNvPr id="17" name="Text 15"/>
          <p:cNvSpPr txBox="1"/>
          <p:nvPr/>
        </p:nvSpPr>
        <p:spPr>
          <a:xfrm>
            <a:off x="6095848" y="3977640"/>
            <a:ext cx="2743200" cy="822960"/>
          </a:xfrm>
          <a:prstGeom prst="rect">
            <a:avLst/>
          </a:prstGeom>
          <a:noFill/>
          <a:ln/>
        </p:spPr>
        <p:txBody>
          <a:bodyPr wrap="square" lIns="0" tIns="0" rIns="0" bIns="0" rtlCol="0" anchor="t"/>
          <a:lstStyle/>
          <a:p>
            <a:pPr indent="0" marL="0">
              <a:buNone/>
            </a:pPr>
            <a:r>
              <a:rPr lang="en-US" sz="5400" b="1" dirty="0">
                <a:solidFill>
                  <a:srgbClr val="17201C"/>
                </a:solidFill>
                <a:latin typeface="Arial" pitchFamily="34" charset="0"/>
                <a:ea typeface="Arial" pitchFamily="34" charset="-122"/>
                <a:cs typeface="Arial" pitchFamily="34" charset="-120"/>
              </a:rPr>
              <a:t>+€100</a:t>
            </a:r>
            <a:endParaRPr lang="en-US" sz="5400" dirty="0"/>
          </a:p>
        </p:txBody>
      </p:sp>
      <p:sp>
        <p:nvSpPr>
          <p:cNvPr id="18" name="Text 16"/>
          <p:cNvSpPr txBox="1"/>
          <p:nvPr/>
        </p:nvSpPr>
        <p:spPr>
          <a:xfrm>
            <a:off x="6095848" y="4846320"/>
            <a:ext cx="2560320" cy="274320"/>
          </a:xfrm>
          <a:prstGeom prst="rect">
            <a:avLst/>
          </a:prstGeom>
          <a:noFill/>
          <a:ln/>
        </p:spPr>
        <p:txBody>
          <a:bodyPr wrap="square" lIns="0" tIns="0" rIns="0" bIns="0" rtlCol="0" anchor="t"/>
          <a:lstStyle/>
          <a:p>
            <a:pPr indent="0" marL="0">
              <a:buNone/>
            </a:pPr>
            <a:r>
              <a:rPr lang="en-US" sz="1400" dirty="0">
                <a:solidFill>
                  <a:srgbClr val="17201C"/>
                </a:solidFill>
                <a:latin typeface="Arial" pitchFamily="34" charset="0"/>
                <a:ea typeface="Arial" pitchFamily="34" charset="-122"/>
                <a:cs typeface="Arial" pitchFamily="34" charset="-120"/>
              </a:rPr>
              <a:t>operator profit</a:t>
            </a:r>
            <a:endParaRPr lang="en-US" sz="1400" dirty="0"/>
          </a:p>
        </p:txBody>
      </p:sp>
      <p:sp>
        <p:nvSpPr>
          <p:cNvPr id="19" name="Text 17"/>
          <p:cNvSpPr txBox="1"/>
          <p:nvPr/>
        </p:nvSpPr>
        <p:spPr>
          <a:xfrm>
            <a:off x="6095848" y="5120640"/>
            <a:ext cx="2560320" cy="274320"/>
          </a:xfrm>
          <a:prstGeom prst="rect">
            <a:avLst/>
          </a:prstGeom>
          <a:noFill/>
          <a:ln/>
        </p:spPr>
        <p:txBody>
          <a:bodyPr wrap="square" lIns="0" tIns="0" rIns="0" bIns="0" rtlCol="0" anchor="t"/>
          <a:lstStyle/>
          <a:p>
            <a:pPr indent="0" marL="0">
              <a:buNone/>
            </a:pPr>
            <a:r>
              <a:rPr lang="en-US" sz="1200" dirty="0">
                <a:solidFill>
                  <a:srgbClr val="8D9792"/>
                </a:solidFill>
                <a:latin typeface="Arial" pitchFamily="34" charset="0"/>
                <a:ea typeface="Arial" pitchFamily="34" charset="-122"/>
                <a:cs typeface="Arial" pitchFamily="34" charset="-120"/>
              </a:rPr>
              <a:t>€200 share − €100 costs</a:t>
            </a:r>
            <a:endParaRPr lang="en-US" sz="1200" dirty="0"/>
          </a:p>
        </p:txBody>
      </p:sp>
      <p:sp>
        <p:nvSpPr>
          <p:cNvPr id="20" name="Text 18"/>
          <p:cNvSpPr txBox="1"/>
          <p:nvPr/>
        </p:nvSpPr>
        <p:spPr>
          <a:xfrm>
            <a:off x="8732291" y="3977640"/>
            <a:ext cx="2743200" cy="822960"/>
          </a:xfrm>
          <a:prstGeom prst="rect">
            <a:avLst/>
          </a:prstGeom>
          <a:noFill/>
          <a:ln/>
        </p:spPr>
        <p:txBody>
          <a:bodyPr wrap="square" lIns="0" tIns="0" rIns="0" bIns="0" rtlCol="0" anchor="t"/>
          <a:lstStyle/>
          <a:p>
            <a:pPr indent="0" marL="0">
              <a:buNone/>
            </a:pPr>
            <a:r>
              <a:rPr lang="en-US" sz="5400" b="1" dirty="0">
                <a:solidFill>
                  <a:srgbClr val="17201C"/>
                </a:solidFill>
                <a:latin typeface="Arial" pitchFamily="34" charset="0"/>
                <a:ea typeface="Arial" pitchFamily="34" charset="-122"/>
                <a:cs typeface="Arial" pitchFamily="34" charset="-120"/>
              </a:rPr>
              <a:t>+€40</a:t>
            </a:r>
            <a:endParaRPr lang="en-US" sz="5400" dirty="0"/>
          </a:p>
        </p:txBody>
      </p:sp>
      <p:sp>
        <p:nvSpPr>
          <p:cNvPr id="21" name="Text 19"/>
          <p:cNvSpPr txBox="1"/>
          <p:nvPr/>
        </p:nvSpPr>
        <p:spPr>
          <a:xfrm>
            <a:off x="8732291" y="4846320"/>
            <a:ext cx="2560320" cy="274320"/>
          </a:xfrm>
          <a:prstGeom prst="rect">
            <a:avLst/>
          </a:prstGeom>
          <a:noFill/>
          <a:ln/>
        </p:spPr>
        <p:txBody>
          <a:bodyPr wrap="square" lIns="0" tIns="0" rIns="0" bIns="0" rtlCol="0" anchor="t"/>
          <a:lstStyle/>
          <a:p>
            <a:pPr indent="0" marL="0">
              <a:buNone/>
            </a:pPr>
            <a:r>
              <a:rPr lang="en-US" sz="1400" dirty="0">
                <a:solidFill>
                  <a:srgbClr val="17201C"/>
                </a:solidFill>
                <a:latin typeface="Arial" pitchFamily="34" charset="0"/>
                <a:ea typeface="Arial" pitchFamily="34" charset="-122"/>
                <a:cs typeface="Arial" pitchFamily="34" charset="-120"/>
              </a:rPr>
              <a:t>our profit</a:t>
            </a:r>
            <a:endParaRPr lang="en-US" sz="1400" dirty="0"/>
          </a:p>
        </p:txBody>
      </p:sp>
      <p:sp>
        <p:nvSpPr>
          <p:cNvPr id="22" name="Text 20"/>
          <p:cNvSpPr txBox="1"/>
          <p:nvPr/>
        </p:nvSpPr>
        <p:spPr>
          <a:xfrm>
            <a:off x="8732291" y="5120640"/>
            <a:ext cx="2560320" cy="274320"/>
          </a:xfrm>
          <a:prstGeom prst="rect">
            <a:avLst/>
          </a:prstGeom>
          <a:noFill/>
          <a:ln/>
        </p:spPr>
        <p:txBody>
          <a:bodyPr wrap="square" lIns="0" tIns="0" rIns="0" bIns="0" rtlCol="0" anchor="t"/>
          <a:lstStyle/>
          <a:p>
            <a:pPr indent="0" marL="0">
              <a:buNone/>
            </a:pPr>
            <a:r>
              <a:rPr lang="en-US" sz="1200" dirty="0">
                <a:solidFill>
                  <a:srgbClr val="8D9792"/>
                </a:solidFill>
                <a:latin typeface="Arial" pitchFamily="34" charset="0"/>
                <a:ea typeface="Arial" pitchFamily="34" charset="-122"/>
                <a:cs typeface="Arial" pitchFamily="34" charset="-120"/>
              </a:rPr>
              <a:t>€200 − €40 − €120 costs</a:t>
            </a:r>
            <a:endParaRPr lang="en-US" sz="1200" dirty="0"/>
          </a:p>
        </p:txBody>
      </p:sp>
      <p:sp>
        <p:nvSpPr>
          <p:cNvPr id="23" name="Text 21"/>
          <p:cNvSpPr txBox="1"/>
          <p:nvPr/>
        </p:nvSpPr>
        <p:spPr>
          <a:xfrm>
            <a:off x="822960" y="6144768"/>
            <a:ext cx="10545775" cy="228600"/>
          </a:xfrm>
          <a:prstGeom prst="rect">
            <a:avLst/>
          </a:prstGeom>
          <a:noFill/>
          <a:ln/>
        </p:spPr>
        <p:txBody>
          <a:bodyPr wrap="square" lIns="0" tIns="0" rIns="0" bIns="0" rtlCol="0" anchor="t"/>
          <a:lstStyle/>
          <a:p>
            <a:pPr indent="0" marL="0">
              <a:buNone/>
            </a:pPr>
            <a:r>
              <a:rPr lang="en-US" sz="1000" dirty="0">
                <a:solidFill>
                  <a:srgbClr val="8D9792"/>
                </a:solidFill>
                <a:latin typeface="Arial" pitchFamily="34" charset="0"/>
                <a:ea typeface="Arial" pitchFamily="34" charset="-122"/>
                <a:cs typeface="Arial" pitchFamily="34" charset="-120"/>
              </a:rPr>
              <a:t>Illustrative pilot month (issue #56): 400 × 20 kWh × €0.10 = €800. Break-even: operator 200 charges, SaveThePlanet 300. Computed by backend/offers.py, tested to the cent.</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22960" y="658368"/>
            <a:ext cx="10545775" cy="1097280"/>
          </a:xfrm>
          <a:prstGeom prst="rect">
            <a:avLst/>
          </a:prstGeom>
          <a:noFill/>
          <a:ln/>
        </p:spPr>
        <p:txBody>
          <a:bodyPr wrap="square" lIns="0" tIns="0" rIns="0" bIns="0" rtlCol="0" anchor="t"/>
          <a:lstStyle/>
          <a:p>
            <a:pPr indent="0" marL="0">
              <a:buNone/>
            </a:pPr>
            <a:r>
              <a:rPr lang="en-US" sz="3400" dirty="0">
                <a:solidFill>
                  <a:srgbClr val="17201C"/>
                </a:solidFill>
                <a:latin typeface="Arial" pitchFamily="34" charset="0"/>
                <a:ea typeface="Arial" pitchFamily="34" charset="-122"/>
                <a:cs typeface="Arial" pitchFamily="34" charset="-120"/>
              </a:rPr>
              <a:t>About 2 tonnes of CO₂ a month, from one site.</a:t>
            </a:r>
            <a:endParaRPr lang="en-US" sz="3400" dirty="0"/>
          </a:p>
        </p:txBody>
      </p:sp>
      <p:sp>
        <p:nvSpPr>
          <p:cNvPr id="3" name="Text 1"/>
          <p:cNvSpPr txBox="1"/>
          <p:nvPr/>
        </p:nvSpPr>
        <p:spPr>
          <a:xfrm>
            <a:off x="822960" y="2103120"/>
            <a:ext cx="5486400" cy="411480"/>
          </a:xfrm>
          <a:prstGeom prst="rect">
            <a:avLst/>
          </a:prstGeom>
          <a:noFill/>
          <a:ln/>
        </p:spPr>
        <p:txBody>
          <a:bodyPr wrap="square" lIns="0" tIns="0" rIns="0" bIns="0" rtlCol="0" anchor="t"/>
          <a:lstStyle/>
          <a:p>
            <a:pPr indent="0" marL="0">
              <a:buNone/>
            </a:pPr>
            <a:r>
              <a:rPr lang="en-US" sz="2200" b="1" dirty="0">
                <a:solidFill>
                  <a:srgbClr val="17201C"/>
                </a:solidFill>
                <a:latin typeface="Arial" pitchFamily="34" charset="0"/>
                <a:ea typeface="Arial" pitchFamily="34" charset="-122"/>
                <a:cs typeface="Arial" pitchFamily="34" charset="-120"/>
              </a:rPr>
              <a:t>8,000 kWh into cars</a:t>
            </a:r>
            <a:endParaRPr lang="en-US" sz="2200" dirty="0"/>
          </a:p>
        </p:txBody>
      </p:sp>
      <p:sp>
        <p:nvSpPr>
          <p:cNvPr id="4" name="Text 2"/>
          <p:cNvSpPr txBox="1"/>
          <p:nvPr/>
        </p:nvSpPr>
        <p:spPr>
          <a:xfrm>
            <a:off x="7005704" y="2212848"/>
            <a:ext cx="4363031" cy="274320"/>
          </a:xfrm>
          <a:prstGeom prst="rect">
            <a:avLst/>
          </a:prstGeom>
          <a:noFill/>
          <a:ln/>
        </p:spPr>
        <p:txBody>
          <a:bodyPr wrap="square" lIns="0" tIns="0" rIns="0" bIns="0" rtlCol="0" anchor="t"/>
          <a:lstStyle/>
          <a:p>
            <a:pPr algn="r" indent="0" marL="0">
              <a:buNone/>
            </a:pPr>
            <a:r>
              <a:rPr lang="en-US" sz="1300" dirty="0">
                <a:solidFill>
                  <a:srgbClr val="5B6661"/>
                </a:solidFill>
                <a:latin typeface="Arial" pitchFamily="34" charset="0"/>
                <a:ea typeface="Arial" pitchFamily="34" charset="-122"/>
                <a:cs typeface="Arial" pitchFamily="34" charset="-120"/>
              </a:rPr>
              <a:t>1,450 kWh lost in storage</a:t>
            </a:r>
            <a:endParaRPr lang="en-US" sz="1300" dirty="0"/>
          </a:p>
        </p:txBody>
      </p:sp>
      <p:sp>
        <p:nvSpPr>
          <p:cNvPr id="5" name="Shape 3"/>
          <p:cNvSpPr/>
          <p:nvPr/>
        </p:nvSpPr>
        <p:spPr>
          <a:xfrm>
            <a:off x="822960" y="2697480"/>
            <a:ext cx="8880224" cy="219456"/>
          </a:xfrm>
          <a:prstGeom prst="rect">
            <a:avLst/>
          </a:prstGeom>
          <a:solidFill>
            <a:srgbClr val="0E8A62"/>
          </a:solidFill>
          <a:ln w="12700">
            <a:solidFill>
              <a:srgbClr val="0E8A62"/>
            </a:solidFill>
            <a:prstDash val="solid"/>
          </a:ln>
        </p:spPr>
      </p:sp>
      <p:sp>
        <p:nvSpPr>
          <p:cNvPr id="6" name="Shape 4"/>
          <p:cNvSpPr/>
          <p:nvPr/>
        </p:nvSpPr>
        <p:spPr>
          <a:xfrm>
            <a:off x="9748904" y="2697480"/>
            <a:ext cx="1619831" cy="219456"/>
          </a:xfrm>
          <a:prstGeom prst="rect">
            <a:avLst/>
          </a:prstGeom>
          <a:solidFill>
            <a:srgbClr val="A3AEA9"/>
          </a:solidFill>
          <a:ln w="12700">
            <a:solidFill>
              <a:srgbClr val="A3AEA9"/>
            </a:solidFill>
            <a:prstDash val="solid"/>
          </a:ln>
        </p:spPr>
      </p:sp>
      <p:sp>
        <p:nvSpPr>
          <p:cNvPr id="7" name="Text 5"/>
          <p:cNvSpPr txBox="1"/>
          <p:nvPr/>
        </p:nvSpPr>
        <p:spPr>
          <a:xfrm>
            <a:off x="822960" y="3017520"/>
            <a:ext cx="10545775" cy="274320"/>
          </a:xfrm>
          <a:prstGeom prst="rect">
            <a:avLst/>
          </a:prstGeom>
          <a:noFill/>
          <a:ln/>
        </p:spPr>
        <p:txBody>
          <a:bodyPr wrap="square" lIns="0" tIns="0" rIns="0" bIns="0" rtlCol="0" anchor="t"/>
          <a:lstStyle/>
          <a:p>
            <a:pPr indent="0" marL="0">
              <a:buNone/>
            </a:pPr>
            <a:r>
              <a:rPr lang="en-US" sz="1300" dirty="0">
                <a:solidFill>
                  <a:srgbClr val="8D9792"/>
                </a:solidFill>
                <a:latin typeface="Arial" pitchFamily="34" charset="0"/>
                <a:ea typeface="Arial" pitchFamily="34" charset="-122"/>
                <a:cs typeface="Arial" pitchFamily="34" charset="-120"/>
              </a:rPr>
              <a:t>9,450 kWh of surplus stored in the month, 400 charges of 20 kWh</a:t>
            </a:r>
            <a:endParaRPr lang="en-US" sz="1300" dirty="0"/>
          </a:p>
        </p:txBody>
      </p:sp>
      <p:sp>
        <p:nvSpPr>
          <p:cNvPr id="8" name="Text 6"/>
          <p:cNvSpPr txBox="1"/>
          <p:nvPr/>
        </p:nvSpPr>
        <p:spPr>
          <a:xfrm>
            <a:off x="822960" y="3931920"/>
            <a:ext cx="10545775" cy="365760"/>
          </a:xfrm>
          <a:prstGeom prst="rect">
            <a:avLst/>
          </a:prstGeom>
          <a:noFill/>
          <a:ln/>
        </p:spPr>
        <p:txBody>
          <a:bodyPr wrap="square" lIns="0" tIns="0" rIns="0" bIns="0" rtlCol="0" anchor="t"/>
          <a:lstStyle/>
          <a:p>
            <a:pPr indent="0" marL="0">
              <a:buNone/>
            </a:pPr>
            <a:r>
              <a:rPr lang="en-US" sz="1800" dirty="0">
                <a:solidFill>
                  <a:srgbClr val="17201C"/>
                </a:solidFill>
                <a:latin typeface="Arial" pitchFamily="34" charset="0"/>
                <a:ea typeface="Arial" pitchFamily="34" charset="-122"/>
                <a:cs typeface="Arial" pitchFamily="34" charset="-120"/>
              </a:rPr>
              <a:t>Power bought on a wrong forecast counts as ordinary grid power and is never offered.</a:t>
            </a:r>
            <a:endParaRPr lang="en-US" sz="1800" dirty="0"/>
          </a:p>
        </p:txBody>
      </p:sp>
      <p:sp>
        <p:nvSpPr>
          <p:cNvPr id="9" name="Text 7"/>
          <p:cNvSpPr txBox="1"/>
          <p:nvPr/>
        </p:nvSpPr>
        <p:spPr>
          <a:xfrm>
            <a:off x="822960" y="4526280"/>
            <a:ext cx="10545775" cy="365760"/>
          </a:xfrm>
          <a:prstGeom prst="rect">
            <a:avLst/>
          </a:prstGeom>
          <a:noFill/>
          <a:ln/>
        </p:spPr>
        <p:txBody>
          <a:bodyPr wrap="square" lIns="0" tIns="0" rIns="0" bIns="0" rtlCol="0" anchor="t"/>
          <a:lstStyle/>
          <a:p>
            <a:pPr indent="0" marL="0">
              <a:buNone/>
            </a:pPr>
            <a:r>
              <a:rPr lang="en-US" sz="1800" dirty="0">
                <a:solidFill>
                  <a:srgbClr val="17201C"/>
                </a:solidFill>
                <a:latin typeface="Arial" pitchFamily="34" charset="0"/>
                <a:ea typeface="Arial" pitchFamily="34" charset="-122"/>
                <a:cs typeface="Arial" pitchFamily="34" charset="-120"/>
              </a:rPr>
              <a:t>Estimate: 8,000 kWh × 0.25 kg CO₂ per kWh of grid power replaced. Not a verified saving.</a:t>
            </a:r>
            <a:endParaRPr lang="en-US" sz="1800" dirty="0"/>
          </a:p>
        </p:txBody>
      </p:sp>
      <p:sp>
        <p:nvSpPr>
          <p:cNvPr id="10" name="Text 8"/>
          <p:cNvSpPr txBox="1"/>
          <p:nvPr/>
        </p:nvSpPr>
        <p:spPr>
          <a:xfrm>
            <a:off x="822960" y="6144768"/>
            <a:ext cx="10545775" cy="228600"/>
          </a:xfrm>
          <a:prstGeom prst="rect">
            <a:avLst/>
          </a:prstGeom>
          <a:noFill/>
          <a:ln/>
        </p:spPr>
        <p:txBody>
          <a:bodyPr wrap="square" lIns="0" tIns="0" rIns="0" bIns="0" rtlCol="0" anchor="t"/>
          <a:lstStyle/>
          <a:p>
            <a:pPr indent="0" marL="0">
              <a:buNone/>
            </a:pPr>
            <a:r>
              <a:rPr lang="en-US" sz="1000" dirty="0">
                <a:solidFill>
                  <a:srgbClr val="8D9792"/>
                </a:solidFill>
                <a:latin typeface="Arial" pitchFamily="34" charset="0"/>
                <a:ea typeface="Arial" pitchFamily="34" charset="-122"/>
                <a:cs typeface="Arial" pitchFamily="34" charset="-120"/>
              </a:rPr>
              <a:t>Round trip 92% × 92% (hypothetical battery). Flat grid factor 0.25 kg CO₂/kWh, the app’s stated method; not measured marginal displacement.</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22960" y="658368"/>
            <a:ext cx="10545775" cy="1097280"/>
          </a:xfrm>
          <a:prstGeom prst="rect">
            <a:avLst/>
          </a:prstGeom>
          <a:noFill/>
          <a:ln/>
        </p:spPr>
        <p:txBody>
          <a:bodyPr wrap="square" lIns="0" tIns="0" rIns="0" bIns="0" rtlCol="0" anchor="t"/>
          <a:lstStyle/>
          <a:p>
            <a:pPr indent="0" marL="0">
              <a:buNone/>
            </a:pPr>
            <a:r>
              <a:rPr lang="en-US" sz="3400" dirty="0">
                <a:solidFill>
                  <a:srgbClr val="17201C"/>
                </a:solidFill>
                <a:latin typeface="Arial" pitchFamily="34" charset="0"/>
                <a:ea typeface="Arial" pitchFamily="34" charset="-122"/>
                <a:cs typeface="Arial" pitchFamily="34" charset="-120"/>
              </a:rPr>
              <a:t>We grow as the EV market grows.</a:t>
            </a:r>
            <a:endParaRPr lang="en-US" sz="3400" dirty="0"/>
          </a:p>
        </p:txBody>
      </p:sp>
      <p:sp>
        <p:nvSpPr>
          <p:cNvPr id="3" name="Text 1"/>
          <p:cNvSpPr txBox="1"/>
          <p:nvPr/>
        </p:nvSpPr>
        <p:spPr>
          <a:xfrm>
            <a:off x="822960" y="1298448"/>
            <a:ext cx="10545775" cy="640080"/>
          </a:xfrm>
          <a:prstGeom prst="rect">
            <a:avLst/>
          </a:prstGeom>
          <a:noFill/>
          <a:ln/>
        </p:spPr>
        <p:txBody>
          <a:bodyPr wrap="square" lIns="0" tIns="0" rIns="0" bIns="0" rtlCol="0" anchor="t"/>
          <a:lstStyle/>
          <a:p>
            <a:pPr indent="0" marL="0">
              <a:buNone/>
            </a:pPr>
            <a:r>
              <a:rPr lang="en-US" sz="1600" dirty="0">
                <a:solidFill>
                  <a:srgbClr val="5B6661"/>
                </a:solidFill>
                <a:latin typeface="Arial" pitchFamily="34" charset="0"/>
                <a:ea typeface="Arial" pitchFamily="34" charset="-122"/>
                <a:cs typeface="Arial" pitchFamily="34" charset="-120"/>
              </a:rPr>
              <a:t>Where the spare power our sites can reach would go: 194.6 MWh in one replayed week, 24–31 January 2026.</a:t>
            </a:r>
            <a:endParaRPr lang="en-US" sz="1600" dirty="0"/>
          </a:p>
        </p:txBody>
      </p:sp>
      <p:sp>
        <p:nvSpPr>
          <p:cNvPr id="4" name="Shape 2"/>
          <p:cNvSpPr/>
          <p:nvPr/>
        </p:nvSpPr>
        <p:spPr>
          <a:xfrm>
            <a:off x="3886200" y="2148840"/>
            <a:ext cx="128016" cy="128016"/>
          </a:xfrm>
          <a:prstGeom prst="rect">
            <a:avLst/>
          </a:prstGeom>
          <a:solidFill>
            <a:srgbClr val="0E8A62"/>
          </a:solidFill>
          <a:ln w="12700">
            <a:solidFill>
              <a:srgbClr val="0E8A62"/>
            </a:solidFill>
            <a:prstDash val="solid"/>
          </a:ln>
        </p:spPr>
      </p:sp>
      <p:sp>
        <p:nvSpPr>
          <p:cNvPr id="5" name="Text 3"/>
          <p:cNvSpPr txBox="1"/>
          <p:nvPr/>
        </p:nvSpPr>
        <p:spPr>
          <a:xfrm>
            <a:off x="4087368" y="2103120"/>
            <a:ext cx="1463040" cy="219456"/>
          </a:xfrm>
          <a:prstGeom prst="rect">
            <a:avLst/>
          </a:prstGeom>
          <a:noFill/>
          <a:ln/>
        </p:spPr>
        <p:txBody>
          <a:bodyPr wrap="square" lIns="0" tIns="0" rIns="0" bIns="0" rtlCol="0" anchor="t"/>
          <a:lstStyle/>
          <a:p>
            <a:pPr indent="0" marL="0">
              <a:buNone/>
            </a:pPr>
            <a:r>
              <a:rPr lang="en-US" sz="1200" dirty="0">
                <a:solidFill>
                  <a:srgbClr val="5B6661"/>
                </a:solidFill>
                <a:latin typeface="Arial" pitchFamily="34" charset="0"/>
                <a:ea typeface="Arial" pitchFamily="34" charset="-122"/>
                <a:cs typeface="Arial" pitchFamily="34" charset="-120"/>
              </a:rPr>
              <a:t>EV charging</a:t>
            </a:r>
            <a:endParaRPr lang="en-US" sz="1200" dirty="0"/>
          </a:p>
        </p:txBody>
      </p:sp>
      <p:sp>
        <p:nvSpPr>
          <p:cNvPr id="6" name="Shape 4"/>
          <p:cNvSpPr/>
          <p:nvPr/>
        </p:nvSpPr>
        <p:spPr>
          <a:xfrm>
            <a:off x="5623560" y="2148840"/>
            <a:ext cx="128016" cy="128016"/>
          </a:xfrm>
          <a:prstGeom prst="rect">
            <a:avLst/>
          </a:prstGeom>
          <a:solidFill>
            <a:srgbClr val="D48F0F"/>
          </a:solidFill>
          <a:ln w="12700">
            <a:solidFill>
              <a:srgbClr val="D48F0F"/>
            </a:solidFill>
            <a:prstDash val="solid"/>
          </a:ln>
        </p:spPr>
      </p:sp>
      <p:sp>
        <p:nvSpPr>
          <p:cNvPr id="7" name="Text 5"/>
          <p:cNvSpPr txBox="1"/>
          <p:nvPr/>
        </p:nvSpPr>
        <p:spPr>
          <a:xfrm>
            <a:off x="5824728" y="2103120"/>
            <a:ext cx="1463040" cy="219456"/>
          </a:xfrm>
          <a:prstGeom prst="rect">
            <a:avLst/>
          </a:prstGeom>
          <a:noFill/>
          <a:ln/>
        </p:spPr>
        <p:txBody>
          <a:bodyPr wrap="square" lIns="0" tIns="0" rIns="0" bIns="0" rtlCol="0" anchor="t"/>
          <a:lstStyle/>
          <a:p>
            <a:pPr indent="0" marL="0">
              <a:buNone/>
            </a:pPr>
            <a:r>
              <a:rPr lang="en-US" sz="1200" dirty="0">
                <a:solidFill>
                  <a:srgbClr val="5B6661"/>
                </a:solidFill>
                <a:latin typeface="Arial" pitchFamily="34" charset="0"/>
                <a:ea typeface="Arial" pitchFamily="34" charset="-122"/>
                <a:cs typeface="Arial" pitchFamily="34" charset="-120"/>
              </a:rPr>
              <a:t>Grid battery</a:t>
            </a:r>
            <a:endParaRPr lang="en-US" sz="1200" dirty="0"/>
          </a:p>
        </p:txBody>
      </p:sp>
      <p:sp>
        <p:nvSpPr>
          <p:cNvPr id="8" name="Shape 6"/>
          <p:cNvSpPr/>
          <p:nvPr/>
        </p:nvSpPr>
        <p:spPr>
          <a:xfrm>
            <a:off x="7360920" y="2148840"/>
            <a:ext cx="128016" cy="128016"/>
          </a:xfrm>
          <a:prstGeom prst="rect">
            <a:avLst/>
          </a:prstGeom>
          <a:solidFill>
            <a:srgbClr val="6F4FE8"/>
          </a:solidFill>
          <a:ln w="12700">
            <a:solidFill>
              <a:srgbClr val="6F4FE8"/>
            </a:solidFill>
            <a:prstDash val="solid"/>
          </a:ln>
        </p:spPr>
      </p:sp>
      <p:sp>
        <p:nvSpPr>
          <p:cNvPr id="9" name="Text 7"/>
          <p:cNvSpPr txBox="1"/>
          <p:nvPr/>
        </p:nvSpPr>
        <p:spPr>
          <a:xfrm>
            <a:off x="7562088" y="2103120"/>
            <a:ext cx="1463040" cy="219456"/>
          </a:xfrm>
          <a:prstGeom prst="rect">
            <a:avLst/>
          </a:prstGeom>
          <a:noFill/>
          <a:ln/>
        </p:spPr>
        <p:txBody>
          <a:bodyPr wrap="square" lIns="0" tIns="0" rIns="0" bIns="0" rtlCol="0" anchor="t"/>
          <a:lstStyle/>
          <a:p>
            <a:pPr indent="0" marL="0">
              <a:buNone/>
            </a:pPr>
            <a:r>
              <a:rPr lang="en-US" sz="1200" dirty="0">
                <a:solidFill>
                  <a:srgbClr val="5B6661"/>
                </a:solidFill>
                <a:latin typeface="Arial" pitchFamily="34" charset="0"/>
                <a:ea typeface="Arial" pitchFamily="34" charset="-122"/>
                <a:cs typeface="Arial" pitchFamily="34" charset="-120"/>
              </a:rPr>
              <a:t>Hydrogen</a:t>
            </a:r>
            <a:endParaRPr lang="en-US" sz="1200" dirty="0"/>
          </a:p>
        </p:txBody>
      </p:sp>
      <p:sp>
        <p:nvSpPr>
          <p:cNvPr id="10" name="Shape 8"/>
          <p:cNvSpPr/>
          <p:nvPr/>
        </p:nvSpPr>
        <p:spPr>
          <a:xfrm>
            <a:off x="9098280" y="2148840"/>
            <a:ext cx="128016" cy="128016"/>
          </a:xfrm>
          <a:prstGeom prst="rect">
            <a:avLst/>
          </a:prstGeom>
          <a:solidFill>
            <a:srgbClr val="E9EDEB"/>
          </a:solidFill>
          <a:ln w="12700">
            <a:solidFill>
              <a:srgbClr val="E9EDEB"/>
            </a:solidFill>
            <a:prstDash val="solid"/>
          </a:ln>
        </p:spPr>
      </p:sp>
      <p:sp>
        <p:nvSpPr>
          <p:cNvPr id="11" name="Text 9"/>
          <p:cNvSpPr txBox="1"/>
          <p:nvPr/>
        </p:nvSpPr>
        <p:spPr>
          <a:xfrm>
            <a:off x="9299448" y="2103120"/>
            <a:ext cx="1463040" cy="219456"/>
          </a:xfrm>
          <a:prstGeom prst="rect">
            <a:avLst/>
          </a:prstGeom>
          <a:noFill/>
          <a:ln/>
        </p:spPr>
        <p:txBody>
          <a:bodyPr wrap="square" lIns="0" tIns="0" rIns="0" bIns="0" rtlCol="0" anchor="t"/>
          <a:lstStyle/>
          <a:p>
            <a:pPr indent="0" marL="0">
              <a:buNone/>
            </a:pPr>
            <a:r>
              <a:rPr lang="en-US" sz="1200" dirty="0">
                <a:solidFill>
                  <a:srgbClr val="5B6661"/>
                </a:solidFill>
                <a:latin typeface="Arial" pitchFamily="34" charset="0"/>
                <a:ea typeface="Arial" pitchFamily="34" charset="-122"/>
                <a:cs typeface="Arial" pitchFamily="34" charset="-120"/>
              </a:rPr>
              <a:t>Unused</a:t>
            </a:r>
            <a:endParaRPr lang="en-US" sz="1200" dirty="0"/>
          </a:p>
        </p:txBody>
      </p:sp>
      <p:sp>
        <p:nvSpPr>
          <p:cNvPr id="12" name="Text 10"/>
          <p:cNvSpPr txBox="1"/>
          <p:nvPr/>
        </p:nvSpPr>
        <p:spPr>
          <a:xfrm>
            <a:off x="822960" y="2679192"/>
            <a:ext cx="2880360" cy="320040"/>
          </a:xfrm>
          <a:prstGeom prst="rect">
            <a:avLst/>
          </a:prstGeom>
          <a:noFill/>
          <a:ln/>
        </p:spPr>
        <p:txBody>
          <a:bodyPr wrap="square" lIns="0" tIns="0" rIns="0" bIns="0" rtlCol="0" anchor="t"/>
          <a:lstStyle/>
          <a:p>
            <a:pPr indent="0" marL="0">
              <a:buNone/>
            </a:pPr>
            <a:r>
              <a:rPr lang="en-US" sz="1800" b="1" dirty="0">
                <a:solidFill>
                  <a:srgbClr val="17201C"/>
                </a:solidFill>
                <a:latin typeface="Arial" pitchFamily="34" charset="0"/>
                <a:ea typeface="Arial" pitchFamily="34" charset="-122"/>
                <a:cs typeface="Arial" pitchFamily="34" charset="-120"/>
              </a:rPr>
              <a:t>Pilot</a:t>
            </a:r>
            <a:endParaRPr lang="en-US" sz="1800" dirty="0"/>
          </a:p>
        </p:txBody>
      </p:sp>
      <p:sp>
        <p:nvSpPr>
          <p:cNvPr id="13" name="Text 11"/>
          <p:cNvSpPr txBox="1"/>
          <p:nvPr/>
        </p:nvSpPr>
        <p:spPr>
          <a:xfrm>
            <a:off x="822960" y="3026664"/>
            <a:ext cx="2880360" cy="256032"/>
          </a:xfrm>
          <a:prstGeom prst="rect">
            <a:avLst/>
          </a:prstGeom>
          <a:noFill/>
          <a:ln/>
        </p:spPr>
        <p:txBody>
          <a:bodyPr wrap="square" lIns="0" tIns="0" rIns="0" bIns="0" rtlCol="0" anchor="t"/>
          <a:lstStyle/>
          <a:p>
            <a:pPr indent="0" marL="0">
              <a:buNone/>
            </a:pPr>
            <a:r>
              <a:rPr lang="en-US" sz="1200" dirty="0">
                <a:solidFill>
                  <a:srgbClr val="8D9792"/>
                </a:solidFill>
                <a:latin typeface="Arial" pitchFamily="34" charset="0"/>
                <a:ea typeface="Arial" pitchFamily="34" charset="-122"/>
                <a:cs typeface="Arial" pitchFamily="34" charset="-120"/>
              </a:rPr>
              <a:t>200 EVs</a:t>
            </a:r>
            <a:endParaRPr lang="en-US" sz="1200" dirty="0"/>
          </a:p>
        </p:txBody>
      </p:sp>
      <p:sp>
        <p:nvSpPr>
          <p:cNvPr id="14" name="Shape 12"/>
          <p:cNvSpPr/>
          <p:nvPr/>
        </p:nvSpPr>
        <p:spPr>
          <a:xfrm>
            <a:off x="3886200" y="2697480"/>
            <a:ext cx="1687857" cy="502920"/>
          </a:xfrm>
          <a:prstGeom prst="rect">
            <a:avLst/>
          </a:prstGeom>
          <a:solidFill>
            <a:srgbClr val="0E8A62"/>
          </a:solidFill>
          <a:ln w="12700">
            <a:solidFill>
              <a:srgbClr val="0E8A62"/>
            </a:solidFill>
            <a:prstDash val="solid"/>
          </a:ln>
        </p:spPr>
      </p:sp>
      <p:sp>
        <p:nvSpPr>
          <p:cNvPr id="15" name="Text 13"/>
          <p:cNvSpPr txBox="1"/>
          <p:nvPr/>
        </p:nvSpPr>
        <p:spPr>
          <a:xfrm>
            <a:off x="3886200" y="2807208"/>
            <a:ext cx="1687857" cy="274320"/>
          </a:xfrm>
          <a:prstGeom prst="rect">
            <a:avLst/>
          </a:prstGeom>
          <a:noFill/>
          <a:ln/>
        </p:spPr>
        <p:txBody>
          <a:bodyPr wrap="square" lIns="0" tIns="0" rIns="0" bIns="0" rtlCol="0" anchor="t"/>
          <a:lstStyle/>
          <a:p>
            <a:pPr algn="ctr" indent="0" marL="0">
              <a:buNone/>
            </a:pPr>
            <a:r>
              <a:rPr lang="en-US" sz="1400" b="1" dirty="0">
                <a:solidFill>
                  <a:srgbClr val="FFFFFF"/>
                </a:solidFill>
                <a:latin typeface="Arial" pitchFamily="34" charset="0"/>
                <a:ea typeface="Arial" pitchFamily="34" charset="-122"/>
                <a:cs typeface="Arial" pitchFamily="34" charset="-120"/>
              </a:rPr>
              <a:t>29%</a:t>
            </a:r>
            <a:endParaRPr lang="en-US" sz="1400" dirty="0"/>
          </a:p>
        </p:txBody>
      </p:sp>
      <p:sp>
        <p:nvSpPr>
          <p:cNvPr id="16" name="Shape 14"/>
          <p:cNvSpPr/>
          <p:nvPr/>
        </p:nvSpPr>
        <p:spPr>
          <a:xfrm>
            <a:off x="5601489" y="2697480"/>
            <a:ext cx="174332" cy="502920"/>
          </a:xfrm>
          <a:prstGeom prst="rect">
            <a:avLst/>
          </a:prstGeom>
          <a:solidFill>
            <a:srgbClr val="D48F0F"/>
          </a:solidFill>
          <a:ln w="12700">
            <a:solidFill>
              <a:srgbClr val="D48F0F"/>
            </a:solidFill>
            <a:prstDash val="solid"/>
          </a:ln>
        </p:spPr>
      </p:sp>
      <p:sp>
        <p:nvSpPr>
          <p:cNvPr id="17" name="Shape 15"/>
          <p:cNvSpPr/>
          <p:nvPr/>
        </p:nvSpPr>
        <p:spPr>
          <a:xfrm>
            <a:off x="5803253" y="2697480"/>
            <a:ext cx="2802559" cy="502920"/>
          </a:xfrm>
          <a:prstGeom prst="rect">
            <a:avLst/>
          </a:prstGeom>
          <a:solidFill>
            <a:srgbClr val="6F4FE8"/>
          </a:solidFill>
          <a:ln w="12700">
            <a:solidFill>
              <a:srgbClr val="6F4FE8"/>
            </a:solidFill>
            <a:prstDash val="solid"/>
          </a:ln>
        </p:spPr>
      </p:sp>
      <p:sp>
        <p:nvSpPr>
          <p:cNvPr id="18" name="Text 16"/>
          <p:cNvSpPr txBox="1"/>
          <p:nvPr/>
        </p:nvSpPr>
        <p:spPr>
          <a:xfrm>
            <a:off x="5803253" y="2807208"/>
            <a:ext cx="2802559" cy="274320"/>
          </a:xfrm>
          <a:prstGeom prst="rect">
            <a:avLst/>
          </a:prstGeom>
          <a:noFill/>
          <a:ln/>
        </p:spPr>
        <p:txBody>
          <a:bodyPr wrap="square" lIns="0" tIns="0" rIns="0" bIns="0" rtlCol="0" anchor="t"/>
          <a:lstStyle/>
          <a:p>
            <a:pPr algn="ctr" indent="0" marL="0">
              <a:buNone/>
            </a:pPr>
            <a:r>
              <a:rPr lang="en-US" sz="1400" b="1" dirty="0">
                <a:solidFill>
                  <a:srgbClr val="FFFFFF"/>
                </a:solidFill>
                <a:latin typeface="Arial" pitchFamily="34" charset="0"/>
                <a:ea typeface="Arial" pitchFamily="34" charset="-122"/>
                <a:cs typeface="Arial" pitchFamily="34" charset="-120"/>
              </a:rPr>
              <a:t>48%</a:t>
            </a:r>
            <a:endParaRPr lang="en-US" sz="1400" dirty="0"/>
          </a:p>
        </p:txBody>
      </p:sp>
      <p:sp>
        <p:nvSpPr>
          <p:cNvPr id="19" name="Shape 17"/>
          <p:cNvSpPr/>
          <p:nvPr/>
        </p:nvSpPr>
        <p:spPr>
          <a:xfrm>
            <a:off x="8633245" y="2697480"/>
            <a:ext cx="1107859" cy="502920"/>
          </a:xfrm>
          <a:prstGeom prst="rect">
            <a:avLst/>
          </a:prstGeom>
          <a:solidFill>
            <a:srgbClr val="E9EDEB"/>
          </a:solidFill>
          <a:ln w="12700">
            <a:solidFill>
              <a:srgbClr val="E9EDEB"/>
            </a:solidFill>
            <a:prstDash val="solid"/>
          </a:ln>
        </p:spPr>
      </p:sp>
      <p:sp>
        <p:nvSpPr>
          <p:cNvPr id="20" name="Text 18"/>
          <p:cNvSpPr txBox="1"/>
          <p:nvPr/>
        </p:nvSpPr>
        <p:spPr>
          <a:xfrm>
            <a:off x="8633245" y="2807208"/>
            <a:ext cx="1107859" cy="274320"/>
          </a:xfrm>
          <a:prstGeom prst="rect">
            <a:avLst/>
          </a:prstGeom>
          <a:noFill/>
          <a:ln/>
        </p:spPr>
        <p:txBody>
          <a:bodyPr wrap="square" lIns="0" tIns="0" rIns="0" bIns="0" rtlCol="0" anchor="t"/>
          <a:lstStyle/>
          <a:p>
            <a:pPr algn="ctr" indent="0" marL="0">
              <a:buNone/>
            </a:pPr>
            <a:r>
              <a:rPr lang="en-US" sz="1400" b="1" dirty="0">
                <a:solidFill>
                  <a:srgbClr val="5B6661"/>
                </a:solidFill>
                <a:latin typeface="Arial" pitchFamily="34" charset="0"/>
                <a:ea typeface="Arial" pitchFamily="34" charset="-122"/>
                <a:cs typeface="Arial" pitchFamily="34" charset="-120"/>
              </a:rPr>
              <a:t>19%</a:t>
            </a:r>
            <a:endParaRPr lang="en-US" sz="1400" dirty="0"/>
          </a:p>
        </p:txBody>
      </p:sp>
      <p:sp>
        <p:nvSpPr>
          <p:cNvPr id="21" name="Shape 19"/>
          <p:cNvSpPr/>
          <p:nvPr/>
        </p:nvSpPr>
        <p:spPr>
          <a:xfrm>
            <a:off x="5846976" y="2606040"/>
            <a:ext cx="0" cy="685800"/>
          </a:xfrm>
          <a:prstGeom prst="line">
            <a:avLst/>
          </a:prstGeom>
          <a:noFill/>
          <a:ln w="15875">
            <a:solidFill>
              <a:srgbClr val="17201C"/>
            </a:solidFill>
            <a:prstDash val="dash"/>
          </a:ln>
        </p:spPr>
      </p:sp>
      <p:sp>
        <p:nvSpPr>
          <p:cNvPr id="22" name="Text 20"/>
          <p:cNvSpPr txBox="1"/>
          <p:nvPr/>
        </p:nvSpPr>
        <p:spPr>
          <a:xfrm>
            <a:off x="9905695" y="2807208"/>
            <a:ext cx="1463040" cy="274320"/>
          </a:xfrm>
          <a:prstGeom prst="rect">
            <a:avLst/>
          </a:prstGeom>
          <a:noFill/>
          <a:ln/>
        </p:spPr>
        <p:txBody>
          <a:bodyPr wrap="square" lIns="0" tIns="0" rIns="0" bIns="0" rtlCol="0" anchor="t"/>
          <a:lstStyle/>
          <a:p>
            <a:pPr algn="r" indent="0" marL="0">
              <a:buNone/>
            </a:pPr>
            <a:r>
              <a:rPr lang="en-US" sz="1400" b="1" dirty="0">
                <a:solidFill>
                  <a:srgbClr val="6F4FE8"/>
                </a:solidFill>
                <a:latin typeface="Arial" pitchFamily="34" charset="0"/>
                <a:ea typeface="Arial" pitchFamily="34" charset="-122"/>
                <a:cs typeface="Arial" pitchFamily="34" charset="-120"/>
              </a:rPr>
              <a:t>1,702 kg H₂</a:t>
            </a:r>
            <a:endParaRPr lang="en-US" sz="1400" dirty="0"/>
          </a:p>
        </p:txBody>
      </p:sp>
      <p:sp>
        <p:nvSpPr>
          <p:cNvPr id="23" name="Text 21"/>
          <p:cNvSpPr txBox="1"/>
          <p:nvPr/>
        </p:nvSpPr>
        <p:spPr>
          <a:xfrm>
            <a:off x="822960" y="3703320"/>
            <a:ext cx="2880360" cy="320040"/>
          </a:xfrm>
          <a:prstGeom prst="rect">
            <a:avLst/>
          </a:prstGeom>
          <a:noFill/>
          <a:ln/>
        </p:spPr>
        <p:txBody>
          <a:bodyPr wrap="square" lIns="0" tIns="0" rIns="0" bIns="0" rtlCol="0" anchor="t"/>
          <a:lstStyle/>
          <a:p>
            <a:pPr indent="0" marL="0">
              <a:buNone/>
            </a:pPr>
            <a:r>
              <a:rPr lang="en-US" sz="1800" b="1" dirty="0">
                <a:solidFill>
                  <a:srgbClr val="17201C"/>
                </a:solidFill>
                <a:latin typeface="Arial" pitchFamily="34" charset="0"/>
                <a:ea typeface="Arial" pitchFamily="34" charset="-122"/>
                <a:cs typeface="Arial" pitchFamily="34" charset="-120"/>
              </a:rPr>
              <a:t>Growing EV market</a:t>
            </a:r>
            <a:endParaRPr lang="en-US" sz="1800" dirty="0"/>
          </a:p>
        </p:txBody>
      </p:sp>
      <p:sp>
        <p:nvSpPr>
          <p:cNvPr id="24" name="Text 22"/>
          <p:cNvSpPr txBox="1"/>
          <p:nvPr/>
        </p:nvSpPr>
        <p:spPr>
          <a:xfrm>
            <a:off x="822960" y="4050792"/>
            <a:ext cx="2880360" cy="256032"/>
          </a:xfrm>
          <a:prstGeom prst="rect">
            <a:avLst/>
          </a:prstGeom>
          <a:noFill/>
          <a:ln/>
        </p:spPr>
        <p:txBody>
          <a:bodyPr wrap="square" lIns="0" tIns="0" rIns="0" bIns="0" rtlCol="0" anchor="t"/>
          <a:lstStyle/>
          <a:p>
            <a:pPr indent="0" marL="0">
              <a:buNone/>
            </a:pPr>
            <a:r>
              <a:rPr lang="en-US" sz="1200" dirty="0">
                <a:solidFill>
                  <a:srgbClr val="8D9792"/>
                </a:solidFill>
                <a:latin typeface="Arial" pitchFamily="34" charset="0"/>
                <a:ea typeface="Arial" pitchFamily="34" charset="-122"/>
                <a:cs typeface="Arial" pitchFamily="34" charset="-120"/>
              </a:rPr>
              <a:t>740 EVs</a:t>
            </a:r>
            <a:endParaRPr lang="en-US" sz="1200" dirty="0"/>
          </a:p>
        </p:txBody>
      </p:sp>
      <p:sp>
        <p:nvSpPr>
          <p:cNvPr id="25" name="Shape 23"/>
          <p:cNvSpPr/>
          <p:nvPr/>
        </p:nvSpPr>
        <p:spPr>
          <a:xfrm>
            <a:off x="3886200" y="3721608"/>
            <a:ext cx="3425499" cy="502920"/>
          </a:xfrm>
          <a:prstGeom prst="rect">
            <a:avLst/>
          </a:prstGeom>
          <a:solidFill>
            <a:srgbClr val="0E8A62"/>
          </a:solidFill>
          <a:ln w="12700">
            <a:solidFill>
              <a:srgbClr val="0E8A62"/>
            </a:solidFill>
            <a:prstDash val="solid"/>
          </a:ln>
        </p:spPr>
      </p:sp>
      <p:sp>
        <p:nvSpPr>
          <p:cNvPr id="26" name="Text 24"/>
          <p:cNvSpPr txBox="1"/>
          <p:nvPr/>
        </p:nvSpPr>
        <p:spPr>
          <a:xfrm>
            <a:off x="3886200" y="3831336"/>
            <a:ext cx="3425499" cy="274320"/>
          </a:xfrm>
          <a:prstGeom prst="rect">
            <a:avLst/>
          </a:prstGeom>
          <a:noFill/>
          <a:ln/>
        </p:spPr>
        <p:txBody>
          <a:bodyPr wrap="square" lIns="0" tIns="0" rIns="0" bIns="0" rtlCol="0" anchor="t"/>
          <a:lstStyle/>
          <a:p>
            <a:pPr algn="ctr" indent="0" marL="0">
              <a:buNone/>
            </a:pPr>
            <a:r>
              <a:rPr lang="en-US" sz="1400" b="1" dirty="0">
                <a:solidFill>
                  <a:srgbClr val="FFFFFF"/>
                </a:solidFill>
                <a:latin typeface="Arial" pitchFamily="34" charset="0"/>
                <a:ea typeface="Arial" pitchFamily="34" charset="-122"/>
                <a:cs typeface="Arial" pitchFamily="34" charset="-120"/>
              </a:rPr>
              <a:t>59%</a:t>
            </a:r>
            <a:endParaRPr lang="en-US" sz="1400" dirty="0"/>
          </a:p>
        </p:txBody>
      </p:sp>
      <p:sp>
        <p:nvSpPr>
          <p:cNvPr id="27" name="Shape 25"/>
          <p:cNvSpPr/>
          <p:nvPr/>
        </p:nvSpPr>
        <p:spPr>
          <a:xfrm>
            <a:off x="7339131" y="3721608"/>
            <a:ext cx="174332" cy="502920"/>
          </a:xfrm>
          <a:prstGeom prst="rect">
            <a:avLst/>
          </a:prstGeom>
          <a:solidFill>
            <a:srgbClr val="D48F0F"/>
          </a:solidFill>
          <a:ln w="12700">
            <a:solidFill>
              <a:srgbClr val="D48F0F"/>
            </a:solidFill>
            <a:prstDash val="solid"/>
          </a:ln>
        </p:spPr>
      </p:sp>
      <p:sp>
        <p:nvSpPr>
          <p:cNvPr id="28" name="Shape 26"/>
          <p:cNvSpPr/>
          <p:nvPr/>
        </p:nvSpPr>
        <p:spPr>
          <a:xfrm>
            <a:off x="7540895" y="3721608"/>
            <a:ext cx="1696092" cy="502920"/>
          </a:xfrm>
          <a:prstGeom prst="rect">
            <a:avLst/>
          </a:prstGeom>
          <a:solidFill>
            <a:srgbClr val="6F4FE8"/>
          </a:solidFill>
          <a:ln w="12700">
            <a:solidFill>
              <a:srgbClr val="6F4FE8"/>
            </a:solidFill>
            <a:prstDash val="solid"/>
          </a:ln>
        </p:spPr>
      </p:sp>
      <p:sp>
        <p:nvSpPr>
          <p:cNvPr id="29" name="Text 27"/>
          <p:cNvSpPr txBox="1"/>
          <p:nvPr/>
        </p:nvSpPr>
        <p:spPr>
          <a:xfrm>
            <a:off x="7540895" y="3831336"/>
            <a:ext cx="1696092" cy="274320"/>
          </a:xfrm>
          <a:prstGeom prst="rect">
            <a:avLst/>
          </a:prstGeom>
          <a:noFill/>
          <a:ln/>
        </p:spPr>
        <p:txBody>
          <a:bodyPr wrap="square" lIns="0" tIns="0" rIns="0" bIns="0" rtlCol="0" anchor="t"/>
          <a:lstStyle/>
          <a:p>
            <a:pPr algn="ctr" indent="0" marL="0">
              <a:buNone/>
            </a:pPr>
            <a:r>
              <a:rPr lang="en-US" sz="1400" b="1" dirty="0">
                <a:solidFill>
                  <a:srgbClr val="FFFFFF"/>
                </a:solidFill>
                <a:latin typeface="Arial" pitchFamily="34" charset="0"/>
                <a:ea typeface="Arial" pitchFamily="34" charset="-122"/>
                <a:cs typeface="Arial" pitchFamily="34" charset="-120"/>
              </a:rPr>
              <a:t>29%</a:t>
            </a:r>
            <a:endParaRPr lang="en-US" sz="1400" dirty="0"/>
          </a:p>
        </p:txBody>
      </p:sp>
      <p:sp>
        <p:nvSpPr>
          <p:cNvPr id="30" name="Shape 28"/>
          <p:cNvSpPr/>
          <p:nvPr/>
        </p:nvSpPr>
        <p:spPr>
          <a:xfrm>
            <a:off x="9264419" y="3721608"/>
            <a:ext cx="476684" cy="502920"/>
          </a:xfrm>
          <a:prstGeom prst="rect">
            <a:avLst/>
          </a:prstGeom>
          <a:solidFill>
            <a:srgbClr val="E9EDEB"/>
          </a:solidFill>
          <a:ln w="12700">
            <a:solidFill>
              <a:srgbClr val="E9EDEB"/>
            </a:solidFill>
            <a:prstDash val="solid"/>
          </a:ln>
        </p:spPr>
      </p:sp>
      <p:sp>
        <p:nvSpPr>
          <p:cNvPr id="31" name="Text 29"/>
          <p:cNvSpPr txBox="1"/>
          <p:nvPr/>
        </p:nvSpPr>
        <p:spPr>
          <a:xfrm>
            <a:off x="9264419" y="3831336"/>
            <a:ext cx="476684" cy="274320"/>
          </a:xfrm>
          <a:prstGeom prst="rect">
            <a:avLst/>
          </a:prstGeom>
          <a:noFill/>
          <a:ln/>
        </p:spPr>
        <p:txBody>
          <a:bodyPr wrap="square" lIns="0" tIns="0" rIns="0" bIns="0" rtlCol="0" anchor="t"/>
          <a:lstStyle/>
          <a:p>
            <a:pPr algn="ctr" indent="0" marL="0">
              <a:buNone/>
            </a:pPr>
            <a:r>
              <a:rPr lang="en-US" sz="1400" b="1" dirty="0">
                <a:solidFill>
                  <a:srgbClr val="5B6661"/>
                </a:solidFill>
                <a:latin typeface="Arial" pitchFamily="34" charset="0"/>
                <a:ea typeface="Arial" pitchFamily="34" charset="-122"/>
                <a:cs typeface="Arial" pitchFamily="34" charset="-120"/>
              </a:rPr>
              <a:t>9%</a:t>
            </a:r>
            <a:endParaRPr lang="en-US" sz="1400" dirty="0"/>
          </a:p>
        </p:txBody>
      </p:sp>
      <p:sp>
        <p:nvSpPr>
          <p:cNvPr id="32" name="Shape 30"/>
          <p:cNvSpPr/>
          <p:nvPr/>
        </p:nvSpPr>
        <p:spPr>
          <a:xfrm>
            <a:off x="7807759" y="3630168"/>
            <a:ext cx="0" cy="685800"/>
          </a:xfrm>
          <a:prstGeom prst="line">
            <a:avLst/>
          </a:prstGeom>
          <a:noFill/>
          <a:ln w="15875">
            <a:solidFill>
              <a:srgbClr val="17201C"/>
            </a:solidFill>
            <a:prstDash val="dash"/>
          </a:ln>
        </p:spPr>
      </p:sp>
      <p:sp>
        <p:nvSpPr>
          <p:cNvPr id="33" name="Text 31"/>
          <p:cNvSpPr txBox="1"/>
          <p:nvPr/>
        </p:nvSpPr>
        <p:spPr>
          <a:xfrm>
            <a:off x="9905695" y="3831336"/>
            <a:ext cx="1463040" cy="274320"/>
          </a:xfrm>
          <a:prstGeom prst="rect">
            <a:avLst/>
          </a:prstGeom>
          <a:noFill/>
          <a:ln/>
        </p:spPr>
        <p:txBody>
          <a:bodyPr wrap="square" lIns="0" tIns="0" rIns="0" bIns="0" rtlCol="0" anchor="t"/>
          <a:lstStyle/>
          <a:p>
            <a:pPr algn="r" indent="0" marL="0">
              <a:buNone/>
            </a:pPr>
            <a:r>
              <a:rPr lang="en-US" sz="1400" b="1" dirty="0">
                <a:solidFill>
                  <a:srgbClr val="6F4FE8"/>
                </a:solidFill>
                <a:latin typeface="Arial" pitchFamily="34" charset="0"/>
                <a:ea typeface="Arial" pitchFamily="34" charset="-122"/>
                <a:cs typeface="Arial" pitchFamily="34" charset="-120"/>
              </a:rPr>
              <a:t>1,037 kg H₂</a:t>
            </a:r>
            <a:endParaRPr lang="en-US" sz="1400" dirty="0"/>
          </a:p>
        </p:txBody>
      </p:sp>
      <p:sp>
        <p:nvSpPr>
          <p:cNvPr id="34" name="Text 32"/>
          <p:cNvSpPr txBox="1"/>
          <p:nvPr/>
        </p:nvSpPr>
        <p:spPr>
          <a:xfrm>
            <a:off x="822960" y="4727448"/>
            <a:ext cx="2880360" cy="320040"/>
          </a:xfrm>
          <a:prstGeom prst="rect">
            <a:avLst/>
          </a:prstGeom>
          <a:noFill/>
          <a:ln/>
        </p:spPr>
        <p:txBody>
          <a:bodyPr wrap="square" lIns="0" tIns="0" rIns="0" bIns="0" rtlCol="0" anchor="t"/>
          <a:lstStyle/>
          <a:p>
            <a:pPr indent="0" marL="0">
              <a:buNone/>
            </a:pPr>
            <a:r>
              <a:rPr lang="en-US" sz="1800" b="1" dirty="0">
                <a:solidFill>
                  <a:srgbClr val="17201C"/>
                </a:solidFill>
                <a:latin typeface="Arial" pitchFamily="34" charset="0"/>
                <a:ea typeface="Arial" pitchFamily="34" charset="-122"/>
                <a:cs typeface="Arial" pitchFamily="34" charset="-120"/>
              </a:rPr>
              <a:t>Mature EV market</a:t>
            </a:r>
            <a:endParaRPr lang="en-US" sz="1800" dirty="0"/>
          </a:p>
        </p:txBody>
      </p:sp>
      <p:sp>
        <p:nvSpPr>
          <p:cNvPr id="35" name="Text 33"/>
          <p:cNvSpPr txBox="1"/>
          <p:nvPr/>
        </p:nvSpPr>
        <p:spPr>
          <a:xfrm>
            <a:off x="822960" y="5074920"/>
            <a:ext cx="2880360" cy="256032"/>
          </a:xfrm>
          <a:prstGeom prst="rect">
            <a:avLst/>
          </a:prstGeom>
          <a:noFill/>
          <a:ln/>
        </p:spPr>
        <p:txBody>
          <a:bodyPr wrap="square" lIns="0" tIns="0" rIns="0" bIns="0" rtlCol="0" anchor="t"/>
          <a:lstStyle/>
          <a:p>
            <a:pPr indent="0" marL="0">
              <a:buNone/>
            </a:pPr>
            <a:r>
              <a:rPr lang="en-US" sz="1200" dirty="0">
                <a:solidFill>
                  <a:srgbClr val="8D9792"/>
                </a:solidFill>
                <a:latin typeface="Arial" pitchFamily="34" charset="0"/>
                <a:ea typeface="Arial" pitchFamily="34" charset="-122"/>
                <a:cs typeface="Arial" pitchFamily="34" charset="-120"/>
              </a:rPr>
              <a:t>1,260 EVs</a:t>
            </a:r>
            <a:endParaRPr lang="en-US" sz="1200" dirty="0"/>
          </a:p>
        </p:txBody>
      </p:sp>
      <p:sp>
        <p:nvSpPr>
          <p:cNvPr id="36" name="Shape 34"/>
          <p:cNvSpPr/>
          <p:nvPr/>
        </p:nvSpPr>
        <p:spPr>
          <a:xfrm>
            <a:off x="3886200" y="4745736"/>
            <a:ext cx="4933141" cy="502920"/>
          </a:xfrm>
          <a:prstGeom prst="rect">
            <a:avLst/>
          </a:prstGeom>
          <a:solidFill>
            <a:srgbClr val="0E8A62"/>
          </a:solidFill>
          <a:ln w="12700">
            <a:solidFill>
              <a:srgbClr val="0E8A62"/>
            </a:solidFill>
            <a:prstDash val="solid"/>
          </a:ln>
        </p:spPr>
      </p:sp>
      <p:sp>
        <p:nvSpPr>
          <p:cNvPr id="37" name="Text 35"/>
          <p:cNvSpPr txBox="1"/>
          <p:nvPr/>
        </p:nvSpPr>
        <p:spPr>
          <a:xfrm>
            <a:off x="3886200" y="4855464"/>
            <a:ext cx="4933141" cy="274320"/>
          </a:xfrm>
          <a:prstGeom prst="rect">
            <a:avLst/>
          </a:prstGeom>
          <a:noFill/>
          <a:ln/>
        </p:spPr>
        <p:txBody>
          <a:bodyPr wrap="square" lIns="0" tIns="0" rIns="0" bIns="0" rtlCol="0" anchor="t"/>
          <a:lstStyle/>
          <a:p>
            <a:pPr algn="ctr" indent="0" marL="0">
              <a:buNone/>
            </a:pPr>
            <a:r>
              <a:rPr lang="en-US" sz="1400" b="1" dirty="0">
                <a:solidFill>
                  <a:srgbClr val="FFFFFF"/>
                </a:solidFill>
                <a:latin typeface="Arial" pitchFamily="34" charset="0"/>
                <a:ea typeface="Arial" pitchFamily="34" charset="-122"/>
                <a:cs typeface="Arial" pitchFamily="34" charset="-120"/>
              </a:rPr>
              <a:t>84%</a:t>
            </a:r>
            <a:endParaRPr lang="en-US" sz="1400" dirty="0"/>
          </a:p>
        </p:txBody>
      </p:sp>
      <p:sp>
        <p:nvSpPr>
          <p:cNvPr id="38" name="Shape 36"/>
          <p:cNvSpPr/>
          <p:nvPr/>
        </p:nvSpPr>
        <p:spPr>
          <a:xfrm>
            <a:off x="8846773" y="4745736"/>
            <a:ext cx="174332" cy="502920"/>
          </a:xfrm>
          <a:prstGeom prst="rect">
            <a:avLst/>
          </a:prstGeom>
          <a:solidFill>
            <a:srgbClr val="D48F0F"/>
          </a:solidFill>
          <a:ln w="12700">
            <a:solidFill>
              <a:srgbClr val="D48F0F"/>
            </a:solidFill>
            <a:prstDash val="solid"/>
          </a:ln>
        </p:spPr>
      </p:sp>
      <p:sp>
        <p:nvSpPr>
          <p:cNvPr id="39" name="Shape 37"/>
          <p:cNvSpPr/>
          <p:nvPr/>
        </p:nvSpPr>
        <p:spPr>
          <a:xfrm>
            <a:off x="9048537" y="4745736"/>
            <a:ext cx="555507" cy="502920"/>
          </a:xfrm>
          <a:prstGeom prst="rect">
            <a:avLst/>
          </a:prstGeom>
          <a:solidFill>
            <a:srgbClr val="6F4FE8"/>
          </a:solidFill>
          <a:ln w="12700">
            <a:solidFill>
              <a:srgbClr val="6F4FE8"/>
            </a:solidFill>
            <a:prstDash val="solid"/>
          </a:ln>
        </p:spPr>
      </p:sp>
      <p:sp>
        <p:nvSpPr>
          <p:cNvPr id="40" name="Text 38"/>
          <p:cNvSpPr txBox="1"/>
          <p:nvPr/>
        </p:nvSpPr>
        <p:spPr>
          <a:xfrm>
            <a:off x="9048537" y="4855464"/>
            <a:ext cx="555507" cy="274320"/>
          </a:xfrm>
          <a:prstGeom prst="rect">
            <a:avLst/>
          </a:prstGeom>
          <a:noFill/>
          <a:ln/>
        </p:spPr>
        <p:txBody>
          <a:bodyPr wrap="square" lIns="0" tIns="0" rIns="0" bIns="0" rtlCol="0" anchor="t"/>
          <a:lstStyle/>
          <a:p>
            <a:pPr algn="ctr" indent="0" marL="0">
              <a:buNone/>
            </a:pPr>
            <a:r>
              <a:rPr lang="en-US" sz="1400" b="1" dirty="0">
                <a:solidFill>
                  <a:srgbClr val="FFFFFF"/>
                </a:solidFill>
                <a:latin typeface="Arial" pitchFamily="34" charset="0"/>
                <a:ea typeface="Arial" pitchFamily="34" charset="-122"/>
                <a:cs typeface="Arial" pitchFamily="34" charset="-120"/>
              </a:rPr>
              <a:t>10%</a:t>
            </a:r>
            <a:endParaRPr lang="en-US" sz="1400" dirty="0"/>
          </a:p>
        </p:txBody>
      </p:sp>
      <p:sp>
        <p:nvSpPr>
          <p:cNvPr id="41" name="Shape 39"/>
          <p:cNvSpPr/>
          <p:nvPr/>
        </p:nvSpPr>
        <p:spPr>
          <a:xfrm>
            <a:off x="9631477" y="4745736"/>
            <a:ext cx="109626" cy="502920"/>
          </a:xfrm>
          <a:prstGeom prst="rect">
            <a:avLst/>
          </a:prstGeom>
          <a:solidFill>
            <a:srgbClr val="E9EDEB"/>
          </a:solidFill>
          <a:ln w="12700">
            <a:solidFill>
              <a:srgbClr val="E9EDEB"/>
            </a:solidFill>
            <a:prstDash val="solid"/>
          </a:ln>
        </p:spPr>
      </p:sp>
      <p:sp>
        <p:nvSpPr>
          <p:cNvPr id="42" name="Shape 40"/>
          <p:cNvSpPr/>
          <p:nvPr/>
        </p:nvSpPr>
        <p:spPr>
          <a:xfrm>
            <a:off x="9768535" y="4654296"/>
            <a:ext cx="0" cy="685800"/>
          </a:xfrm>
          <a:prstGeom prst="line">
            <a:avLst/>
          </a:prstGeom>
          <a:noFill/>
          <a:ln w="15875">
            <a:solidFill>
              <a:srgbClr val="17201C"/>
            </a:solidFill>
            <a:prstDash val="dash"/>
          </a:ln>
        </p:spPr>
      </p:sp>
      <p:sp>
        <p:nvSpPr>
          <p:cNvPr id="43" name="Text 41"/>
          <p:cNvSpPr txBox="1"/>
          <p:nvPr/>
        </p:nvSpPr>
        <p:spPr>
          <a:xfrm>
            <a:off x="9905695" y="4855464"/>
            <a:ext cx="1463040" cy="274320"/>
          </a:xfrm>
          <a:prstGeom prst="rect">
            <a:avLst/>
          </a:prstGeom>
          <a:noFill/>
          <a:ln/>
        </p:spPr>
        <p:txBody>
          <a:bodyPr wrap="square" lIns="0" tIns="0" rIns="0" bIns="0" rtlCol="0" anchor="t"/>
          <a:lstStyle/>
          <a:p>
            <a:pPr algn="r" indent="0" marL="0">
              <a:buNone/>
            </a:pPr>
            <a:r>
              <a:rPr lang="en-US" sz="1400" b="1" dirty="0">
                <a:solidFill>
                  <a:srgbClr val="6F4FE8"/>
                </a:solidFill>
                <a:latin typeface="Arial" pitchFamily="34" charset="0"/>
                <a:ea typeface="Arial" pitchFamily="34" charset="-122"/>
                <a:cs typeface="Arial" pitchFamily="34" charset="-120"/>
              </a:rPr>
              <a:t>350 kg H₂</a:t>
            </a:r>
            <a:endParaRPr lang="en-US" sz="1400" dirty="0"/>
          </a:p>
        </p:txBody>
      </p:sp>
      <p:sp>
        <p:nvSpPr>
          <p:cNvPr id="44" name="Text 42"/>
          <p:cNvSpPr txBox="1"/>
          <p:nvPr/>
        </p:nvSpPr>
        <p:spPr>
          <a:xfrm>
            <a:off x="822960" y="5715000"/>
            <a:ext cx="10545775" cy="274320"/>
          </a:xfrm>
          <a:prstGeom prst="rect">
            <a:avLst/>
          </a:prstGeom>
          <a:noFill/>
          <a:ln/>
        </p:spPr>
        <p:txBody>
          <a:bodyPr wrap="square" lIns="0" tIns="0" rIns="0" bIns="0" rtlCol="0" anchor="t"/>
          <a:lstStyle/>
          <a:p>
            <a:pPr indent="0" marL="0">
              <a:buNone/>
            </a:pPr>
            <a:r>
              <a:rPr lang="en-US" sz="1300" dirty="0">
                <a:solidFill>
                  <a:srgbClr val="5B6661"/>
                </a:solidFill>
                <a:latin typeface="Arial" pitchFamily="34" charset="0"/>
                <a:ea typeface="Arial" pitchFamily="34" charset="-122"/>
                <a:cs typeface="Arial" pitchFamily="34" charset="-120"/>
              </a:rPr>
              <a:t>EVs first, then the grid battery; once it is full, the surplus goes towards ESB’s hydrogen plants. Dashed: the EV share planned.</a:t>
            </a:r>
            <a:endParaRPr lang="en-US" sz="1300" dirty="0"/>
          </a:p>
        </p:txBody>
      </p:sp>
      <p:sp>
        <p:nvSpPr>
          <p:cNvPr id="45" name="Text 43"/>
          <p:cNvSpPr txBox="1"/>
          <p:nvPr/>
        </p:nvSpPr>
        <p:spPr>
          <a:xfrm>
            <a:off x="822960" y="6144768"/>
            <a:ext cx="10545775" cy="228600"/>
          </a:xfrm>
          <a:prstGeom prst="rect">
            <a:avLst/>
          </a:prstGeom>
          <a:noFill/>
          <a:ln/>
        </p:spPr>
        <p:txBody>
          <a:bodyPr wrap="square" lIns="0" tIns="0" rIns="0" bIns="0" rtlCol="0" anchor="t"/>
          <a:lstStyle/>
          <a:p>
            <a:pPr indent="0" marL="0">
              <a:buNone/>
            </a:pPr>
            <a:r>
              <a:rPr lang="en-US" sz="1000" dirty="0">
                <a:solidFill>
                  <a:srgbClr val="8D9792"/>
                </a:solidFill>
                <a:latin typeface="Arial" pitchFamily="34" charset="0"/>
                <a:ea typeface="Arial" pitchFamily="34" charset="-122"/>
                <a:cs typeface="Arial" pitchFamily="34" charset="-120"/>
              </a:rPr>
              <a:t>Simulated with backend/hydrogen.py on GridToEv 1.1.0’s +30-min predictions (total at risk). Hypothetical 1.5 MW access and 1 MW electrolyser (55 kWh/kg); hydrogen is potential, not delivered. No ESB agreement.</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22960" y="658368"/>
            <a:ext cx="10545775" cy="1097280"/>
          </a:xfrm>
          <a:prstGeom prst="rect">
            <a:avLst/>
          </a:prstGeom>
          <a:noFill/>
          <a:ln/>
        </p:spPr>
        <p:txBody>
          <a:bodyPr wrap="square" lIns="0" tIns="0" rIns="0" bIns="0" rtlCol="0" anchor="t"/>
          <a:lstStyle/>
          <a:p>
            <a:pPr indent="0" marL="0">
              <a:buNone/>
            </a:pPr>
            <a:r>
              <a:rPr lang="en-US" sz="3400" dirty="0">
                <a:solidFill>
                  <a:srgbClr val="17201C"/>
                </a:solidFill>
                <a:latin typeface="Arial" pitchFamily="34" charset="0"/>
                <a:ea typeface="Arial" pitchFamily="34" charset="-122"/>
                <a:cs typeface="Arial" pitchFamily="34" charset="-120"/>
              </a:rPr>
              <a:t>Built on real data. Checked by 475 tests.</a:t>
            </a:r>
            <a:endParaRPr lang="en-US" sz="3400" dirty="0"/>
          </a:p>
        </p:txBody>
      </p:sp>
      <p:sp>
        <p:nvSpPr>
          <p:cNvPr id="3" name="Shape 1"/>
          <p:cNvSpPr/>
          <p:nvPr/>
        </p:nvSpPr>
        <p:spPr>
          <a:xfrm>
            <a:off x="822960" y="2331720"/>
            <a:ext cx="1880555" cy="0"/>
          </a:xfrm>
          <a:prstGeom prst="line">
            <a:avLst/>
          </a:prstGeom>
          <a:noFill/>
          <a:ln w="9525">
            <a:solidFill>
              <a:srgbClr val="DFE4E1"/>
            </a:solidFill>
            <a:prstDash val="solid"/>
          </a:ln>
        </p:spPr>
      </p:sp>
      <p:sp>
        <p:nvSpPr>
          <p:cNvPr id="4" name="Text 2"/>
          <p:cNvSpPr txBox="1"/>
          <p:nvPr/>
        </p:nvSpPr>
        <p:spPr>
          <a:xfrm>
            <a:off x="822960" y="2487168"/>
            <a:ext cx="457200" cy="274320"/>
          </a:xfrm>
          <a:prstGeom prst="rect">
            <a:avLst/>
          </a:prstGeom>
          <a:noFill/>
          <a:ln/>
        </p:spPr>
        <p:txBody>
          <a:bodyPr wrap="square" lIns="0" tIns="0" rIns="0" bIns="0" rtlCol="0" anchor="t"/>
          <a:lstStyle/>
          <a:p>
            <a:pPr indent="0" marL="0">
              <a:buNone/>
            </a:pPr>
            <a:r>
              <a:rPr lang="en-US" sz="1300" dirty="0">
                <a:solidFill>
                  <a:srgbClr val="8D9792"/>
                </a:solidFill>
                <a:latin typeface="Arial" pitchFamily="34" charset="0"/>
                <a:ea typeface="Arial" pitchFamily="34" charset="-122"/>
                <a:cs typeface="Arial" pitchFamily="34" charset="-120"/>
              </a:rPr>
              <a:t>1</a:t>
            </a:r>
            <a:endParaRPr lang="en-US" sz="1300" dirty="0"/>
          </a:p>
        </p:txBody>
      </p:sp>
      <p:sp>
        <p:nvSpPr>
          <p:cNvPr id="5" name="Text 3"/>
          <p:cNvSpPr txBox="1"/>
          <p:nvPr/>
        </p:nvSpPr>
        <p:spPr>
          <a:xfrm>
            <a:off x="822960" y="2788920"/>
            <a:ext cx="1834835" cy="731520"/>
          </a:xfrm>
          <a:prstGeom prst="rect">
            <a:avLst/>
          </a:prstGeom>
          <a:noFill/>
          <a:ln/>
        </p:spPr>
        <p:txBody>
          <a:bodyPr wrap="square" lIns="0" tIns="0" rIns="0" bIns="0" rtlCol="0" anchor="t"/>
          <a:lstStyle/>
          <a:p>
            <a:pPr indent="0" marL="0">
              <a:buNone/>
            </a:pPr>
            <a:r>
              <a:rPr lang="en-US" sz="2000" b="1" dirty="0">
                <a:solidFill>
                  <a:srgbClr val="17201C"/>
                </a:solidFill>
                <a:latin typeface="Arial" pitchFamily="34" charset="0"/>
                <a:ea typeface="Arial" pitchFamily="34" charset="-122"/>
                <a:cs typeface="Arial" pitchFamily="34" charset="-120"/>
              </a:rPr>
              <a:t>EirGrid data</a:t>
            </a:r>
            <a:endParaRPr lang="en-US" sz="2000" dirty="0"/>
          </a:p>
        </p:txBody>
      </p:sp>
      <p:sp>
        <p:nvSpPr>
          <p:cNvPr id="6" name="Shape 4"/>
          <p:cNvSpPr/>
          <p:nvPr/>
        </p:nvSpPr>
        <p:spPr>
          <a:xfrm>
            <a:off x="2932115" y="2331720"/>
            <a:ext cx="1880555" cy="0"/>
          </a:xfrm>
          <a:prstGeom prst="line">
            <a:avLst/>
          </a:prstGeom>
          <a:noFill/>
          <a:ln w="9525">
            <a:solidFill>
              <a:srgbClr val="DFE4E1"/>
            </a:solidFill>
            <a:prstDash val="solid"/>
          </a:ln>
        </p:spPr>
      </p:sp>
      <p:sp>
        <p:nvSpPr>
          <p:cNvPr id="7" name="Text 5"/>
          <p:cNvSpPr txBox="1"/>
          <p:nvPr/>
        </p:nvSpPr>
        <p:spPr>
          <a:xfrm>
            <a:off x="2932115" y="2487168"/>
            <a:ext cx="457200" cy="274320"/>
          </a:xfrm>
          <a:prstGeom prst="rect">
            <a:avLst/>
          </a:prstGeom>
          <a:noFill/>
          <a:ln/>
        </p:spPr>
        <p:txBody>
          <a:bodyPr wrap="square" lIns="0" tIns="0" rIns="0" bIns="0" rtlCol="0" anchor="t"/>
          <a:lstStyle/>
          <a:p>
            <a:pPr indent="0" marL="0">
              <a:buNone/>
            </a:pPr>
            <a:r>
              <a:rPr lang="en-US" sz="1300" dirty="0">
                <a:solidFill>
                  <a:srgbClr val="8D9792"/>
                </a:solidFill>
                <a:latin typeface="Arial" pitchFamily="34" charset="0"/>
                <a:ea typeface="Arial" pitchFamily="34" charset="-122"/>
                <a:cs typeface="Arial" pitchFamily="34" charset="-120"/>
              </a:rPr>
              <a:t>2</a:t>
            </a:r>
            <a:endParaRPr lang="en-US" sz="1300" dirty="0"/>
          </a:p>
        </p:txBody>
      </p:sp>
      <p:sp>
        <p:nvSpPr>
          <p:cNvPr id="8" name="Text 6"/>
          <p:cNvSpPr txBox="1"/>
          <p:nvPr/>
        </p:nvSpPr>
        <p:spPr>
          <a:xfrm>
            <a:off x="2932115" y="2788920"/>
            <a:ext cx="1834835" cy="731520"/>
          </a:xfrm>
          <a:prstGeom prst="rect">
            <a:avLst/>
          </a:prstGeom>
          <a:noFill/>
          <a:ln/>
        </p:spPr>
        <p:txBody>
          <a:bodyPr wrap="square" lIns="0" tIns="0" rIns="0" bIns="0" rtlCol="0" anchor="t"/>
          <a:lstStyle/>
          <a:p>
            <a:pPr indent="0" marL="0">
              <a:buNone/>
            </a:pPr>
            <a:r>
              <a:rPr lang="en-US" sz="2000" b="1" dirty="0">
                <a:solidFill>
                  <a:srgbClr val="17201C"/>
                </a:solidFill>
                <a:latin typeface="Arial" pitchFamily="34" charset="0"/>
                <a:ea typeface="Arial" pitchFamily="34" charset="-122"/>
                <a:cs typeface="Arial" pitchFamily="34" charset="-120"/>
              </a:rPr>
              <a:t>GridToEv forecast</a:t>
            </a:r>
            <a:endParaRPr lang="en-US" sz="2000" dirty="0"/>
          </a:p>
        </p:txBody>
      </p:sp>
      <p:sp>
        <p:nvSpPr>
          <p:cNvPr id="9" name="Shape 7"/>
          <p:cNvSpPr/>
          <p:nvPr/>
        </p:nvSpPr>
        <p:spPr>
          <a:xfrm>
            <a:off x="5041270" y="2331720"/>
            <a:ext cx="1880555" cy="0"/>
          </a:xfrm>
          <a:prstGeom prst="line">
            <a:avLst/>
          </a:prstGeom>
          <a:noFill/>
          <a:ln w="9525">
            <a:solidFill>
              <a:srgbClr val="DFE4E1"/>
            </a:solidFill>
            <a:prstDash val="solid"/>
          </a:ln>
        </p:spPr>
      </p:sp>
      <p:sp>
        <p:nvSpPr>
          <p:cNvPr id="10" name="Text 8"/>
          <p:cNvSpPr txBox="1"/>
          <p:nvPr/>
        </p:nvSpPr>
        <p:spPr>
          <a:xfrm>
            <a:off x="5041270" y="2487168"/>
            <a:ext cx="457200" cy="274320"/>
          </a:xfrm>
          <a:prstGeom prst="rect">
            <a:avLst/>
          </a:prstGeom>
          <a:noFill/>
          <a:ln/>
        </p:spPr>
        <p:txBody>
          <a:bodyPr wrap="square" lIns="0" tIns="0" rIns="0" bIns="0" rtlCol="0" anchor="t"/>
          <a:lstStyle/>
          <a:p>
            <a:pPr indent="0" marL="0">
              <a:buNone/>
            </a:pPr>
            <a:r>
              <a:rPr lang="en-US" sz="1300" dirty="0">
                <a:solidFill>
                  <a:srgbClr val="8D9792"/>
                </a:solidFill>
                <a:latin typeface="Arial" pitchFamily="34" charset="0"/>
                <a:ea typeface="Arial" pitchFamily="34" charset="-122"/>
                <a:cs typeface="Arial" pitchFamily="34" charset="-120"/>
              </a:rPr>
              <a:t>3</a:t>
            </a:r>
            <a:endParaRPr lang="en-US" sz="1300" dirty="0"/>
          </a:p>
        </p:txBody>
      </p:sp>
      <p:sp>
        <p:nvSpPr>
          <p:cNvPr id="11" name="Text 9"/>
          <p:cNvSpPr txBox="1"/>
          <p:nvPr/>
        </p:nvSpPr>
        <p:spPr>
          <a:xfrm>
            <a:off x="5041270" y="2788920"/>
            <a:ext cx="1834835" cy="731520"/>
          </a:xfrm>
          <a:prstGeom prst="rect">
            <a:avLst/>
          </a:prstGeom>
          <a:noFill/>
          <a:ln/>
        </p:spPr>
        <p:txBody>
          <a:bodyPr wrap="square" lIns="0" tIns="0" rIns="0" bIns="0" rtlCol="0" anchor="t"/>
          <a:lstStyle/>
          <a:p>
            <a:pPr indent="0" marL="0">
              <a:buNone/>
            </a:pPr>
            <a:r>
              <a:rPr lang="en-US" sz="2000" b="1" dirty="0">
                <a:solidFill>
                  <a:srgbClr val="17201C"/>
                </a:solidFill>
                <a:latin typeface="Arial" pitchFamily="34" charset="0"/>
                <a:ea typeface="Arial" pitchFamily="34" charset="-122"/>
                <a:cs typeface="Arial" pitchFamily="34" charset="-120"/>
              </a:rPr>
              <a:t>Site check</a:t>
            </a:r>
            <a:endParaRPr lang="en-US" sz="2000" dirty="0"/>
          </a:p>
        </p:txBody>
      </p:sp>
      <p:sp>
        <p:nvSpPr>
          <p:cNvPr id="12" name="Shape 10"/>
          <p:cNvSpPr/>
          <p:nvPr/>
        </p:nvSpPr>
        <p:spPr>
          <a:xfrm>
            <a:off x="7150425" y="2331720"/>
            <a:ext cx="1880555" cy="0"/>
          </a:xfrm>
          <a:prstGeom prst="line">
            <a:avLst/>
          </a:prstGeom>
          <a:noFill/>
          <a:ln w="9525">
            <a:solidFill>
              <a:srgbClr val="DFE4E1"/>
            </a:solidFill>
            <a:prstDash val="solid"/>
          </a:ln>
        </p:spPr>
      </p:sp>
      <p:sp>
        <p:nvSpPr>
          <p:cNvPr id="13" name="Text 11"/>
          <p:cNvSpPr txBox="1"/>
          <p:nvPr/>
        </p:nvSpPr>
        <p:spPr>
          <a:xfrm>
            <a:off x="7150425" y="2487168"/>
            <a:ext cx="457200" cy="274320"/>
          </a:xfrm>
          <a:prstGeom prst="rect">
            <a:avLst/>
          </a:prstGeom>
          <a:noFill/>
          <a:ln/>
        </p:spPr>
        <p:txBody>
          <a:bodyPr wrap="square" lIns="0" tIns="0" rIns="0" bIns="0" rtlCol="0" anchor="t"/>
          <a:lstStyle/>
          <a:p>
            <a:pPr indent="0" marL="0">
              <a:buNone/>
            </a:pPr>
            <a:r>
              <a:rPr lang="en-US" sz="1300" dirty="0">
                <a:solidFill>
                  <a:srgbClr val="8D9792"/>
                </a:solidFill>
                <a:latin typeface="Arial" pitchFamily="34" charset="0"/>
                <a:ea typeface="Arial" pitchFamily="34" charset="-122"/>
                <a:cs typeface="Arial" pitchFamily="34" charset="-120"/>
              </a:rPr>
              <a:t>4</a:t>
            </a:r>
            <a:endParaRPr lang="en-US" sz="1300" dirty="0"/>
          </a:p>
        </p:txBody>
      </p:sp>
      <p:sp>
        <p:nvSpPr>
          <p:cNvPr id="14" name="Text 12"/>
          <p:cNvSpPr txBox="1"/>
          <p:nvPr/>
        </p:nvSpPr>
        <p:spPr>
          <a:xfrm>
            <a:off x="7150425" y="2788920"/>
            <a:ext cx="1834835" cy="731520"/>
          </a:xfrm>
          <a:prstGeom prst="rect">
            <a:avLst/>
          </a:prstGeom>
          <a:noFill/>
          <a:ln/>
        </p:spPr>
        <p:txBody>
          <a:bodyPr wrap="square" lIns="0" tIns="0" rIns="0" bIns="0" rtlCol="0" anchor="t"/>
          <a:lstStyle/>
          <a:p>
            <a:pPr indent="0" marL="0">
              <a:buNone/>
            </a:pPr>
            <a:r>
              <a:rPr lang="en-US" sz="2000" b="1" dirty="0">
                <a:solidFill>
                  <a:srgbClr val="17201C"/>
                </a:solidFill>
                <a:latin typeface="Arial" pitchFamily="34" charset="0"/>
                <a:ea typeface="Arial" pitchFamily="34" charset="-122"/>
                <a:cs typeface="Arial" pitchFamily="34" charset="-120"/>
              </a:rPr>
              <a:t>Settlement ledger</a:t>
            </a:r>
            <a:endParaRPr lang="en-US" sz="2000" dirty="0"/>
          </a:p>
        </p:txBody>
      </p:sp>
      <p:sp>
        <p:nvSpPr>
          <p:cNvPr id="15" name="Shape 13"/>
          <p:cNvSpPr/>
          <p:nvPr/>
        </p:nvSpPr>
        <p:spPr>
          <a:xfrm>
            <a:off x="9259580" y="2331720"/>
            <a:ext cx="1880555" cy="0"/>
          </a:xfrm>
          <a:prstGeom prst="line">
            <a:avLst/>
          </a:prstGeom>
          <a:noFill/>
          <a:ln w="9525">
            <a:solidFill>
              <a:srgbClr val="DFE4E1"/>
            </a:solidFill>
            <a:prstDash val="solid"/>
          </a:ln>
        </p:spPr>
      </p:sp>
      <p:sp>
        <p:nvSpPr>
          <p:cNvPr id="16" name="Text 14"/>
          <p:cNvSpPr txBox="1"/>
          <p:nvPr/>
        </p:nvSpPr>
        <p:spPr>
          <a:xfrm>
            <a:off x="9259580" y="2487168"/>
            <a:ext cx="457200" cy="274320"/>
          </a:xfrm>
          <a:prstGeom prst="rect">
            <a:avLst/>
          </a:prstGeom>
          <a:noFill/>
          <a:ln/>
        </p:spPr>
        <p:txBody>
          <a:bodyPr wrap="square" lIns="0" tIns="0" rIns="0" bIns="0" rtlCol="0" anchor="t"/>
          <a:lstStyle/>
          <a:p>
            <a:pPr indent="0" marL="0">
              <a:buNone/>
            </a:pPr>
            <a:r>
              <a:rPr lang="en-US" sz="1300" dirty="0">
                <a:solidFill>
                  <a:srgbClr val="8D9792"/>
                </a:solidFill>
                <a:latin typeface="Arial" pitchFamily="34" charset="0"/>
                <a:ea typeface="Arial" pitchFamily="34" charset="-122"/>
                <a:cs typeface="Arial" pitchFamily="34" charset="-120"/>
              </a:rPr>
              <a:t>5</a:t>
            </a:r>
            <a:endParaRPr lang="en-US" sz="1300" dirty="0"/>
          </a:p>
        </p:txBody>
      </p:sp>
      <p:sp>
        <p:nvSpPr>
          <p:cNvPr id="17" name="Text 15"/>
          <p:cNvSpPr txBox="1"/>
          <p:nvPr/>
        </p:nvSpPr>
        <p:spPr>
          <a:xfrm>
            <a:off x="9259580" y="2788920"/>
            <a:ext cx="1834835" cy="731520"/>
          </a:xfrm>
          <a:prstGeom prst="rect">
            <a:avLst/>
          </a:prstGeom>
          <a:noFill/>
          <a:ln/>
        </p:spPr>
        <p:txBody>
          <a:bodyPr wrap="square" lIns="0" tIns="0" rIns="0" bIns="0" rtlCol="0" anchor="t"/>
          <a:lstStyle/>
          <a:p>
            <a:pPr indent="0" marL="0">
              <a:buNone/>
            </a:pPr>
            <a:r>
              <a:rPr lang="en-US" sz="2000" b="1" dirty="0">
                <a:solidFill>
                  <a:srgbClr val="17201C"/>
                </a:solidFill>
                <a:latin typeface="Arial" pitchFamily="34" charset="0"/>
                <a:ea typeface="Arial" pitchFamily="34" charset="-122"/>
                <a:cs typeface="Arial" pitchFamily="34" charset="-120"/>
              </a:rPr>
              <a:t>App</a:t>
            </a:r>
            <a:endParaRPr lang="en-US" sz="2000" dirty="0"/>
          </a:p>
        </p:txBody>
      </p:sp>
      <p:sp>
        <p:nvSpPr>
          <p:cNvPr id="18" name="Text 16"/>
          <p:cNvSpPr txBox="1"/>
          <p:nvPr/>
        </p:nvSpPr>
        <p:spPr>
          <a:xfrm>
            <a:off x="822960" y="3977640"/>
            <a:ext cx="2377440" cy="457200"/>
          </a:xfrm>
          <a:prstGeom prst="rect">
            <a:avLst/>
          </a:prstGeom>
          <a:noFill/>
          <a:ln/>
        </p:spPr>
        <p:txBody>
          <a:bodyPr wrap="square" lIns="0" tIns="0" rIns="0" bIns="0" rtlCol="0" anchor="t"/>
          <a:lstStyle/>
          <a:p>
            <a:pPr indent="0" marL="0">
              <a:buNone/>
            </a:pPr>
            <a:r>
              <a:rPr lang="en-US" sz="2400" b="1" dirty="0">
                <a:solidFill>
                  <a:srgbClr val="0E8A62"/>
                </a:solidFill>
                <a:latin typeface="Arial" pitchFamily="34" charset="0"/>
                <a:ea typeface="Arial" pitchFamily="34" charset="-122"/>
                <a:cs typeface="Arial" pitchFamily="34" charset="-120"/>
              </a:rPr>
              <a:t>475</a:t>
            </a:r>
            <a:endParaRPr lang="en-US" sz="2400" dirty="0"/>
          </a:p>
        </p:txBody>
      </p:sp>
      <p:sp>
        <p:nvSpPr>
          <p:cNvPr id="19" name="Text 17"/>
          <p:cNvSpPr txBox="1"/>
          <p:nvPr/>
        </p:nvSpPr>
        <p:spPr>
          <a:xfrm>
            <a:off x="3383280" y="4041648"/>
            <a:ext cx="7985455" cy="411480"/>
          </a:xfrm>
          <a:prstGeom prst="rect">
            <a:avLst/>
          </a:prstGeom>
          <a:noFill/>
          <a:ln/>
        </p:spPr>
        <p:txBody>
          <a:bodyPr wrap="square" lIns="0" tIns="0" rIns="0" bIns="0" rtlCol="0" anchor="t"/>
          <a:lstStyle/>
          <a:p>
            <a:pPr indent="0" marL="0">
              <a:buNone/>
            </a:pPr>
            <a:r>
              <a:rPr lang="en-US" sz="1600" dirty="0">
                <a:solidFill>
                  <a:srgbClr val="5B6661"/>
                </a:solidFill>
                <a:latin typeface="Arial" pitchFamily="34" charset="0"/>
                <a:ea typeface="Arial" pitchFamily="34" charset="-122"/>
                <a:cs typeface="Arial" pitchFamily="34" charset="-120"/>
              </a:rPr>
              <a:t>automated tests (392 backend, 83 frontend) run on every change</a:t>
            </a:r>
            <a:endParaRPr lang="en-US" sz="1600" dirty="0"/>
          </a:p>
        </p:txBody>
      </p:sp>
      <p:sp>
        <p:nvSpPr>
          <p:cNvPr id="20" name="Text 18"/>
          <p:cNvSpPr txBox="1"/>
          <p:nvPr/>
        </p:nvSpPr>
        <p:spPr>
          <a:xfrm>
            <a:off x="822960" y="4636008"/>
            <a:ext cx="2377440" cy="457200"/>
          </a:xfrm>
          <a:prstGeom prst="rect">
            <a:avLst/>
          </a:prstGeom>
          <a:noFill/>
          <a:ln/>
        </p:spPr>
        <p:txBody>
          <a:bodyPr wrap="square" lIns="0" tIns="0" rIns="0" bIns="0" rtlCol="0" anchor="t"/>
          <a:lstStyle/>
          <a:p>
            <a:pPr indent="0" marL="0">
              <a:buNone/>
            </a:pPr>
            <a:r>
              <a:rPr lang="en-US" sz="2400" b="1" dirty="0">
                <a:solidFill>
                  <a:srgbClr val="17201C"/>
                </a:solidFill>
                <a:latin typeface="Arial" pitchFamily="34" charset="0"/>
                <a:ea typeface="Arial" pitchFamily="34" charset="-122"/>
                <a:cs typeface="Arial" pitchFamily="34" charset="-120"/>
              </a:rPr>
              <a:t>To the cent</a:t>
            </a:r>
            <a:endParaRPr lang="en-US" sz="2400" dirty="0"/>
          </a:p>
        </p:txBody>
      </p:sp>
      <p:sp>
        <p:nvSpPr>
          <p:cNvPr id="21" name="Text 19"/>
          <p:cNvSpPr txBox="1"/>
          <p:nvPr/>
        </p:nvSpPr>
        <p:spPr>
          <a:xfrm>
            <a:off x="3383280" y="4700016"/>
            <a:ext cx="7985455" cy="411480"/>
          </a:xfrm>
          <a:prstGeom prst="rect">
            <a:avLst/>
          </a:prstGeom>
          <a:noFill/>
          <a:ln/>
        </p:spPr>
        <p:txBody>
          <a:bodyPr wrap="square" lIns="0" tIns="0" rIns="0" bIns="0" rtlCol="0" anchor="t"/>
          <a:lstStyle/>
          <a:p>
            <a:pPr indent="0" marL="0">
              <a:buNone/>
            </a:pPr>
            <a:r>
              <a:rPr lang="en-US" sz="1600" dirty="0">
                <a:solidFill>
                  <a:srgbClr val="5B6661"/>
                </a:solidFill>
                <a:latin typeface="Arial" pitchFamily="34" charset="0"/>
                <a:ea typeface="Arial" pitchFamily="34" charset="-122"/>
                <a:cs typeface="Arial" pitchFamily="34" charset="-120"/>
              </a:rPr>
              <a:t>the splits and profits in this talk come straight from that code</a:t>
            </a:r>
            <a:endParaRPr lang="en-US" sz="1600" dirty="0"/>
          </a:p>
        </p:txBody>
      </p:sp>
      <p:sp>
        <p:nvSpPr>
          <p:cNvPr id="22" name="Text 20"/>
          <p:cNvSpPr txBox="1"/>
          <p:nvPr/>
        </p:nvSpPr>
        <p:spPr>
          <a:xfrm>
            <a:off x="822960" y="5294376"/>
            <a:ext cx="2377440" cy="457200"/>
          </a:xfrm>
          <a:prstGeom prst="rect">
            <a:avLst/>
          </a:prstGeom>
          <a:noFill/>
          <a:ln/>
        </p:spPr>
        <p:txBody>
          <a:bodyPr wrap="square" lIns="0" tIns="0" rIns="0" bIns="0" rtlCol="0" anchor="t"/>
          <a:lstStyle/>
          <a:p>
            <a:pPr indent="0" marL="0">
              <a:buNone/>
            </a:pPr>
            <a:r>
              <a:rPr lang="en-US" sz="2400" b="1" dirty="0">
                <a:solidFill>
                  <a:srgbClr val="17201C"/>
                </a:solidFill>
                <a:latin typeface="Arial" pitchFamily="34" charset="0"/>
                <a:ea typeface="Arial" pitchFamily="34" charset="-122"/>
                <a:cs typeface="Arial" pitchFamily="34" charset="-120"/>
              </a:rPr>
              <a:t>Same answer</a:t>
            </a:r>
            <a:endParaRPr lang="en-US" sz="2400" dirty="0"/>
          </a:p>
        </p:txBody>
      </p:sp>
      <p:sp>
        <p:nvSpPr>
          <p:cNvPr id="23" name="Text 21"/>
          <p:cNvSpPr txBox="1"/>
          <p:nvPr/>
        </p:nvSpPr>
        <p:spPr>
          <a:xfrm>
            <a:off x="3383280" y="5358384"/>
            <a:ext cx="7985455" cy="411480"/>
          </a:xfrm>
          <a:prstGeom prst="rect">
            <a:avLst/>
          </a:prstGeom>
          <a:noFill/>
          <a:ln/>
        </p:spPr>
        <p:txBody>
          <a:bodyPr wrap="square" lIns="0" tIns="0" rIns="0" bIns="0" rtlCol="0" anchor="t"/>
          <a:lstStyle/>
          <a:p>
            <a:pPr indent="0" marL="0">
              <a:buNone/>
            </a:pPr>
            <a:r>
              <a:rPr lang="en-US" sz="1600" dirty="0">
                <a:solidFill>
                  <a:srgbClr val="5B6661"/>
                </a:solidFill>
                <a:latin typeface="Arial" pitchFamily="34" charset="0"/>
                <a:ea typeface="Arial" pitchFamily="34" charset="-122"/>
                <a:cs typeface="Arial" pitchFamily="34" charset="-120"/>
              </a:rPr>
              <a:t>every time a historical day is replayed</a:t>
            </a:r>
            <a:endParaRPr lang="en-US" sz="1600" dirty="0"/>
          </a:p>
        </p:txBody>
      </p:sp>
      <p:sp>
        <p:nvSpPr>
          <p:cNvPr id="24" name="Text 22"/>
          <p:cNvSpPr txBox="1"/>
          <p:nvPr/>
        </p:nvSpPr>
        <p:spPr>
          <a:xfrm>
            <a:off x="822960" y="6419088"/>
            <a:ext cx="2743200" cy="201168"/>
          </a:xfrm>
          <a:prstGeom prst="rect">
            <a:avLst/>
          </a:prstGeom>
          <a:noFill/>
          <a:ln/>
        </p:spPr>
        <p:txBody>
          <a:bodyPr wrap="square" lIns="0" tIns="0" rIns="0" bIns="0" rtlCol="0" anchor="t"/>
          <a:lstStyle/>
          <a:p>
            <a:pPr indent="0" marL="0">
              <a:buNone/>
            </a:pPr>
            <a:r>
              <a:rPr lang="en-US" sz="900" dirty="0">
                <a:solidFill>
                  <a:srgbClr val="8D9792"/>
                </a:solidFill>
                <a:latin typeface="Arial" pitchFamily="34" charset="0"/>
                <a:ea typeface="Arial" pitchFamily="34" charset="-122"/>
                <a:cs typeface="Arial" pitchFamily="34" charset="-120"/>
              </a:rPr>
              <a:t>SaveThePlanet</a:t>
            </a:r>
            <a:endParaRPr lang="en-US" sz="900" dirty="0"/>
          </a:p>
        </p:txBody>
      </p:sp>
      <p:sp>
        <p:nvSpPr>
          <p:cNvPr id="25" name="Text 23"/>
          <p:cNvSpPr txBox="1"/>
          <p:nvPr/>
        </p:nvSpPr>
        <p:spPr>
          <a:xfrm>
            <a:off x="10454335" y="6419088"/>
            <a:ext cx="914400" cy="201168"/>
          </a:xfrm>
          <a:prstGeom prst="rect">
            <a:avLst/>
          </a:prstGeom>
          <a:noFill/>
          <a:ln/>
        </p:spPr>
        <p:txBody>
          <a:bodyPr wrap="square" lIns="0" tIns="0" rIns="0" bIns="0" rtlCol="0" anchor="t"/>
          <a:lstStyle/>
          <a:p>
            <a:pPr algn="r" indent="0" marL="0">
              <a:buNone/>
            </a:pPr>
            <a:r>
              <a:rPr lang="en-US" sz="900" dirty="0">
                <a:solidFill>
                  <a:srgbClr val="8D9792"/>
                </a:solidFill>
                <a:latin typeface="Arial" pitchFamily="34" charset="0"/>
                <a:ea typeface="Arial" pitchFamily="34" charset="-122"/>
                <a:cs typeface="Arial"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822960" y="1828800"/>
            <a:ext cx="10545775" cy="914400"/>
          </a:xfrm>
          <a:prstGeom prst="rect">
            <a:avLst/>
          </a:prstGeom>
          <a:noFill/>
          <a:ln/>
        </p:spPr>
        <p:txBody>
          <a:bodyPr wrap="square" lIns="0" tIns="0" rIns="0" bIns="0" rtlCol="0" anchor="t"/>
          <a:lstStyle/>
          <a:p>
            <a:pPr indent="0" marL="0">
              <a:buNone/>
            </a:pPr>
            <a:r>
              <a:rPr lang="en-US" sz="6000" b="1" dirty="0">
                <a:solidFill>
                  <a:srgbClr val="17201C"/>
                </a:solidFill>
                <a:latin typeface="Arial" pitchFamily="34" charset="0"/>
                <a:ea typeface="Arial" pitchFamily="34" charset="-122"/>
                <a:cs typeface="Arial" pitchFamily="34" charset="-120"/>
              </a:rPr>
              <a:t>SaveThePlanet</a:t>
            </a:r>
            <a:endParaRPr lang="en-US" sz="6000" dirty="0"/>
          </a:p>
        </p:txBody>
      </p:sp>
      <p:sp>
        <p:nvSpPr>
          <p:cNvPr id="3" name="Text 1"/>
          <p:cNvSpPr txBox="1"/>
          <p:nvPr/>
        </p:nvSpPr>
        <p:spPr>
          <a:xfrm>
            <a:off x="822960" y="2971800"/>
            <a:ext cx="10241280" cy="1005840"/>
          </a:xfrm>
          <a:prstGeom prst="rect">
            <a:avLst/>
          </a:prstGeom>
          <a:noFill/>
          <a:ln/>
        </p:spPr>
        <p:txBody>
          <a:bodyPr wrap="square" lIns="0" tIns="0" rIns="0" bIns="0" rtlCol="0" anchor="t"/>
          <a:lstStyle/>
          <a:p>
            <a:pPr indent="0" marL="0">
              <a:buNone/>
            </a:pPr>
            <a:r>
              <a:rPr lang="en-US" sz="2800" dirty="0">
                <a:solidFill>
                  <a:srgbClr val="5B6661"/>
                </a:solidFill>
                <a:latin typeface="Arial" pitchFamily="34" charset="0"/>
                <a:ea typeface="Arial" pitchFamily="34" charset="-122"/>
                <a:cs typeface="Arial" pitchFamily="34" charset="-120"/>
              </a:rPr>
              <a:t>Ireland is turning clean power away.</a:t>
            </a:r>
            <a:endParaRPr lang="en-US" sz="2800" dirty="0"/>
          </a:p>
          <a:p>
            <a:pPr indent="0" marL="0">
              <a:buNone/>
            </a:pPr>
            <a:r>
              <a:rPr lang="en-US" sz="2800" dirty="0">
                <a:solidFill>
                  <a:srgbClr val="5B6661"/>
                </a:solidFill>
                <a:latin typeface="Arial" pitchFamily="34" charset="0"/>
                <a:ea typeface="Arial" pitchFamily="34" charset="-122"/>
                <a:cs typeface="Arial" pitchFamily="34" charset="-120"/>
              </a:rPr>
              <a:t>We turn it into cheaper EV charging, and surplus for hydrogen.</a:t>
            </a:r>
            <a:endParaRPr lang="en-US" sz="2800" dirty="0"/>
          </a:p>
        </p:txBody>
      </p:sp>
      <p:sp>
        <p:nvSpPr>
          <p:cNvPr id="4" name="Text 2"/>
          <p:cNvSpPr txBox="1"/>
          <p:nvPr/>
        </p:nvSpPr>
        <p:spPr>
          <a:xfrm>
            <a:off x="822960" y="4343400"/>
            <a:ext cx="10545775" cy="457200"/>
          </a:xfrm>
          <a:prstGeom prst="rect">
            <a:avLst/>
          </a:prstGeom>
          <a:noFill/>
          <a:ln/>
        </p:spPr>
        <p:txBody>
          <a:bodyPr wrap="square" lIns="0" tIns="0" rIns="0" bIns="0" rtlCol="0" anchor="t"/>
          <a:lstStyle/>
          <a:p>
            <a:pPr indent="0" marL="0">
              <a:buNone/>
            </a:pPr>
            <a:r>
              <a:rPr lang="en-US" sz="2000" b="1" dirty="0">
                <a:solidFill>
                  <a:srgbClr val="0E8A62"/>
                </a:solidFill>
                <a:latin typeface="Arial" pitchFamily="34" charset="0"/>
                <a:ea typeface="Arial" pitchFamily="34" charset="-122"/>
                <a:cs typeface="Arial" pitchFamily="34" charset="-120"/>
              </a:rPr>
              <a:t>Next: one pilot site with an Irish charging operator.</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SaveThePlanet</dc:title>
  <dc:subject>PptxGenJS Presentation</dc:subject>
  <dc:creator>SaveThePlanet team</dc:creator>
  <cp:lastModifiedBy>SaveThePlanet team</cp:lastModifiedBy>
  <cp:revision>1</cp:revision>
  <dcterms:created xsi:type="dcterms:W3CDTF">2026-09-29T13:38:47Z</dcterms:created>
  <dcterms:modified xsi:type="dcterms:W3CDTF">2026-09-29T13:38:47Z</dcterms:modified>
</cp:coreProperties>
</file>